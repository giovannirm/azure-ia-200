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12192000" cy="6858000"/>
  <p:notesSz cx="6858000" cy="9144000"/>
  <p:custDataLst>
    <p:tags r:id="rId42"/>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2020" autoAdjust="0"/>
    <p:restoredTop sz="83145" autoAdjust="0"/>
  </p:normalViewPr>
  <p:slideViewPr>
    <p:cSldViewPr snapToGrid="0">
      <p:cViewPr varScale="1">
        <p:scale>
          <a:sx n="82" d="100"/>
          <a:sy n="82" d="100"/>
        </p:scale>
        <p:origin x="642" y="90"/>
      </p:cViewPr>
      <p:guideLst>
        <p:guide pos="3840"/>
        <p:guide orient="horz" pos="216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43495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03549204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C58D156-4B2E-4C57-9C33-59F659D18680}" type="datetimeFigureOut">
              <a:rPr lang="en-US"/>
              <a:t>10/14/2026</a:t>
            </a:fld>
            <a:endParaRPr lang="en-US"/>
          </a:p>
        </p:txBody>
      </p:sp>
      <p:sp>
        <p:nvSpPr>
          <p:cNvPr id="76087319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sp>
      <p:sp>
        <p:nvSpPr>
          <p:cNvPr id="1757240"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6990683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24073015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10B4D7BB-47DA-46D4-B152-A08B9EBCF1F1}" type="slidenum">
              <a:rPr lang="en-US"/>
              <a:t>‹Nº›</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microsoft.com/training/paths/develop-ai-solutions-azure-database-postgresq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training/modules/build-query-azure-database-postgresql/"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earn.microsoft.com/training/modules/implement-vector-search-azure-database-postgresq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learn.microsoft.com/training/modules/optimize-vector-search-azure-database-postgresql/"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2544445" name="Slide Image Placeholder 1"/>
          <p:cNvSpPr>
            <a:spLocks noGrp="1" noRot="1" noChangeAspect="1"/>
          </p:cNvSpPr>
          <p:nvPr>
            <p:ph type="sldImg"/>
          </p:nvPr>
        </p:nvSpPr>
        <p:spPr bwMode="auto"/>
      </p:sp>
      <p:sp>
        <p:nvSpPr>
          <p:cNvPr id="312627349" name="Notes Placeholder 2"/>
          <p:cNvSpPr>
            <a:spLocks noGrp="1"/>
          </p:cNvSpPr>
          <p:nvPr>
            <p:ph type="body" idx="1"/>
          </p:nvPr>
        </p:nvSpPr>
        <p:spPr bwMode="auto"/>
        <p:txBody>
          <a:bodyPr/>
          <a:lstStyle/>
          <a:p>
            <a:pPr marL="0" marR="0" lvl="0" indent="0" algn="l" defTabSz="914400" rtl="0">
              <a:lnSpc>
                <a:spcPct val="100000"/>
              </a:lnSpc>
              <a:spcBef>
                <a:spcPct val="0"/>
              </a:spcBef>
              <a:spcAft>
                <a:spcPct val="0"/>
              </a:spcAft>
              <a:buClrTx/>
              <a:buSzTx/>
              <a:buFontTx/>
              <a:buNone/>
              <a:defRPr/>
            </a:pPr>
            <a:r>
              <a:rPr lang="es-ES" sz="1200" b="0" i="0" strike="noStrike" cap="none" baseline="0">
                <a:solidFill>
                  <a:srgbClr val="000000"/>
                </a:solidFill>
                <a:effectLst/>
                <a:latin typeface="Aptos"/>
                <a:ea typeface="Aptos"/>
                <a:cs typeface="Aptos"/>
              </a:rPr>
              <a:t>Estos módulos de Learn forman parte de la ruta de aprendizaje Desarrollo de soluciones de IA con Azure Database for PostgreSQL:</a:t>
            </a:r>
            <a:r>
              <a:rPr lang="es-ES" sz="1200" b="0" i="0" strike="noStrike" cap="none" baseline="0">
                <a:solidFill>
                  <a:srgbClr val="171717"/>
                </a:solidFill>
                <a:effectLst/>
                <a:latin typeface="Segoe UI"/>
                <a:ea typeface="Segoe UI"/>
                <a:cs typeface="Segoe UI"/>
              </a:rPr>
              <a:t>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https://learn.microsoft.com/training/paths/develop-ai-solutions-azure-database-postgresql/</a:t>
            </a:r>
            <a:endParaRPr/>
          </a:p>
          <a:p>
            <a:pPr>
              <a:defRPr/>
            </a:pPr>
            <a:endParaRPr lang="en-US"/>
          </a:p>
        </p:txBody>
      </p:sp>
      <p:sp>
        <p:nvSpPr>
          <p:cNvPr id="7459908" name="Slide Number Placeholder 3"/>
          <p:cNvSpPr>
            <a:spLocks noGrp="1"/>
          </p:cNvSpPr>
          <p:nvPr>
            <p:ph type="sldNum" sz="quarter" idx="5"/>
          </p:nvPr>
        </p:nvSpPr>
        <p:spPr bwMode="auto"/>
        <p:txBody>
          <a:bodyPr/>
          <a:lstStyle/>
          <a:p>
            <a:pPr>
              <a:defRPr/>
            </a:pPr>
            <a:fld id="{10B4D7BB-47DA-46D4-B152-A08B9EBCF1F1}"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037593" name="Slide Image Placeholder 1"/>
          <p:cNvSpPr>
            <a:spLocks noGrp="1" noRot="1" noChangeAspect="1"/>
          </p:cNvSpPr>
          <p:nvPr>
            <p:ph type="sldImg"/>
          </p:nvPr>
        </p:nvSpPr>
        <p:spPr bwMode="auto"/>
      </p:sp>
      <p:sp>
        <p:nvSpPr>
          <p:cNvPr id="968615204" name="Notes Placeholder 2"/>
          <p:cNvSpPr>
            <a:spLocks noGrp="1"/>
          </p:cNvSpPr>
          <p:nvPr>
            <p:ph type="body" idx="1"/>
          </p:nvPr>
        </p:nvSpPr>
        <p:spPr bwMode="auto"/>
        <p:txBody>
          <a:bodyPr/>
          <a:lstStyle/>
          <a:p>
            <a:pPr>
              <a:defRPr/>
            </a:pPr>
            <a:endParaRPr/>
          </a:p>
        </p:txBody>
      </p:sp>
      <p:sp>
        <p:nvSpPr>
          <p:cNvPr id="308024171" name="Slide Number Placeholder 3"/>
          <p:cNvSpPr>
            <a:spLocks noGrp="1"/>
          </p:cNvSpPr>
          <p:nvPr>
            <p:ph type="sldNum" sz="quarter" idx="10"/>
          </p:nvPr>
        </p:nvSpPr>
        <p:spPr bwMode="auto"/>
        <p:txBody>
          <a:bodyPr/>
          <a:lstStyle/>
          <a:p>
            <a:pPr>
              <a:defRPr/>
            </a:pPr>
            <a:fld id="{61920445-B59E-9DB3-5289-71AB67717F2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594198" name="Slide Image Placeholder 1"/>
          <p:cNvSpPr>
            <a:spLocks noGrp="1" noRot="1" noChangeAspect="1"/>
          </p:cNvSpPr>
          <p:nvPr>
            <p:ph type="sldImg"/>
          </p:nvPr>
        </p:nvSpPr>
        <p:spPr bwMode="auto"/>
      </p:sp>
      <p:sp>
        <p:nvSpPr>
          <p:cNvPr id="51224805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En este módulo se describe el uso de Azure Database for PostgreSQL como base de datos para aplicaciones de IA. Los alumnos aprenden sobre la arquitectura del servicio, las conexiones seguras, el diseño de esquemas, las consultas SQL y la integración de Python.</a:t>
            </a:r>
            <a:endParaRPr sz="1200"/>
          </a:p>
          <a:p>
            <a:pPr>
              <a:defRPr/>
            </a:pPr>
            <a:endParaRPr/>
          </a:p>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https://learn.microsoft.com/training/modules/build-query-azure-database-postgresql/</a:t>
            </a:r>
            <a:endParaRPr/>
          </a:p>
        </p:txBody>
      </p:sp>
      <p:sp>
        <p:nvSpPr>
          <p:cNvPr id="60946599" name="Slide Number Placeholder 3"/>
          <p:cNvSpPr>
            <a:spLocks noGrp="1"/>
          </p:cNvSpPr>
          <p:nvPr>
            <p:ph type="sldNum" sz="quarter" idx="5"/>
          </p:nvPr>
        </p:nvSpPr>
        <p:spPr bwMode="auto"/>
        <p:txBody>
          <a:bodyPr/>
          <a:lstStyle/>
          <a:p>
            <a:pPr>
              <a:defRPr/>
            </a:pPr>
            <a:fld id="{10B4D7BB-47DA-46D4-B152-A08B9EBCF1F1}"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38370" name="Slide Image Placeholder 1"/>
          <p:cNvSpPr>
            <a:spLocks noGrp="1" noRot="1" noChangeAspect="1"/>
          </p:cNvSpPr>
          <p:nvPr>
            <p:ph type="sldImg"/>
          </p:nvPr>
        </p:nvSpPr>
        <p:spPr bwMode="auto"/>
      </p:sp>
      <p:sp>
        <p:nvSpPr>
          <p:cNvPr id="103157935" name="Notes Placeholder 2"/>
          <p:cNvSpPr>
            <a:spLocks noGrp="1"/>
          </p:cNvSpPr>
          <p:nvPr>
            <p:ph type="body" idx="1"/>
          </p:nvPr>
        </p:nvSpPr>
        <p:spPr bwMode="auto"/>
        <p:txBody>
          <a:bodyPr/>
          <a:lstStyle/>
          <a:p>
            <a:pPr>
              <a:defRPr/>
            </a:pPr>
            <a:endParaRPr/>
          </a:p>
        </p:txBody>
      </p:sp>
      <p:sp>
        <p:nvSpPr>
          <p:cNvPr id="2120224969" name="Slide Number Placeholder 3"/>
          <p:cNvSpPr>
            <a:spLocks noGrp="1"/>
          </p:cNvSpPr>
          <p:nvPr>
            <p:ph type="sldNum" sz="quarter" idx="10"/>
          </p:nvPr>
        </p:nvSpPr>
        <p:spPr bwMode="auto"/>
        <p:txBody>
          <a:bodyPr/>
          <a:lstStyle/>
          <a:p>
            <a:pPr>
              <a:defRPr/>
            </a:pPr>
            <a:fld id="{8A5EA6C8-E85E-0208-FD7A-0202E7F6E981}"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45901" name="Slide Image Placeholder 1"/>
          <p:cNvSpPr>
            <a:spLocks noGrp="1" noRot="1" noChangeAspect="1"/>
          </p:cNvSpPr>
          <p:nvPr>
            <p:ph type="sldImg"/>
          </p:nvPr>
        </p:nvSpPr>
        <p:spPr bwMode="auto"/>
      </p:sp>
      <p:sp>
        <p:nvSpPr>
          <p:cNvPr id="1579598604"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Azure Database for PostgreSQL elimina la sobrecarga operativa al tiempo que proporciona a los desarrolladores compatibilidad completa con PostgreSQL. El servicio controla la infraestructura para que los equipos puedan centrarse en la lógica de aplicación. El ecosistema de extensiones es un diferenciador clave para las cargas de trabajo de IA, ya que pgvector permite la búsqueda de similitud de vectores junto con los datos relacionales.</a:t>
            </a:r>
            <a:endParaRPr/>
          </a:p>
        </p:txBody>
      </p:sp>
      <p:sp>
        <p:nvSpPr>
          <p:cNvPr id="1429899744" name="Slide Number Placeholder 3"/>
          <p:cNvSpPr>
            <a:spLocks noGrp="1"/>
          </p:cNvSpPr>
          <p:nvPr>
            <p:ph type="sldNum" sz="quarter" idx="10"/>
          </p:nvPr>
        </p:nvSpPr>
        <p:spPr bwMode="auto"/>
        <p:txBody>
          <a:bodyPr/>
          <a:lstStyle/>
          <a:p>
            <a:pPr>
              <a:defRPr/>
            </a:pPr>
            <a:fld id="{607A661D-EA09-E7FA-1343-587F38B87ADE}"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687967" name="Slide Image Placeholder 1"/>
          <p:cNvSpPr>
            <a:spLocks noGrp="1" noRot="1" noChangeAspect="1"/>
          </p:cNvSpPr>
          <p:nvPr>
            <p:ph type="sldImg"/>
          </p:nvPr>
        </p:nvSpPr>
        <p:spPr bwMode="auto"/>
      </p:sp>
      <p:sp>
        <p:nvSpPr>
          <p:cNvPr id="50513549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Los tres niveles de proceso cubren diferentes perfiles de carga de trabajo. La expansión es rentable para el desarrollo. De uso general cubre la mayoría de las cargas de trabajo de producción. Optimizado para memoria es para aplicaciones de IA de análisis y almacenamiento en caché.</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PgBouncer no está disponible para el nivel ampliable. Se trata de un problema común al pasar de desarrollo a producción.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proceso y el almacenamiento se pueden escalar de forma independiente. Puedes cambiar los niveles después de la implementación con un breve reinicio. Las copias de seguridad se cifran con AES de 256 bits y se almacenan en el almacenamiento con redundancia de zona cuando está disponible.</a:t>
            </a:r>
            <a:endParaRPr sz="1200"/>
          </a:p>
          <a:p>
            <a:pPr>
              <a:defRPr/>
            </a:pPr>
            <a:endParaRPr/>
          </a:p>
        </p:txBody>
      </p:sp>
      <p:sp>
        <p:nvSpPr>
          <p:cNvPr id="1005160160" name="Slide Number Placeholder 3"/>
          <p:cNvSpPr>
            <a:spLocks noGrp="1"/>
          </p:cNvSpPr>
          <p:nvPr>
            <p:ph type="sldNum" sz="quarter" idx="10"/>
          </p:nvPr>
        </p:nvSpPr>
        <p:spPr bwMode="auto"/>
        <p:txBody>
          <a:bodyPr/>
          <a:lstStyle/>
          <a:p>
            <a:pPr>
              <a:defRPr/>
            </a:pPr>
            <a:fld id="{4528E26C-F9C7-A99A-F8D9-A2B511D66EC9}"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71124" name="Slide Image Placeholder 1"/>
          <p:cNvSpPr>
            <a:spLocks noGrp="1" noRot="1" noChangeAspect="1"/>
          </p:cNvSpPr>
          <p:nvPr>
            <p:ph type="sldImg"/>
          </p:nvPr>
        </p:nvSpPr>
        <p:spPr bwMode="auto"/>
      </p:sp>
      <p:sp>
        <p:nvSpPr>
          <p:cNvPr id="1831388920"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autenticación de Entra elimina la administración de contraseñas. La aplicación solicita un token, Entra valida la identidad y el token se usa como contraseña. Los tokens son de corta duración, lo que reduce la exposición de pérdidas de credenciales.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Para producción, usa siempre sslmode=verify-full. El modo "requerir" cifra el tráfico, pero no comprueba que te estás conectando al servidor original.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PgBouncer se ejecuta en el puerto 6432. Cuando se habilita, actualiza las cadenas de conexión para usar ese puerto. La optimización de la agrupación de conexiones se trata en el módulo de rendimiento.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acceso público utiliza reglas de firewall para permitir direcciones IP específicas. El acceso privado usa la integración con red virtual para el aislamiento de red en entornos de producción.</a:t>
            </a:r>
            <a:endParaRPr sz="1200"/>
          </a:p>
          <a:p>
            <a:pPr>
              <a:defRPr/>
            </a:pPr>
            <a:endParaRPr/>
          </a:p>
        </p:txBody>
      </p:sp>
      <p:sp>
        <p:nvSpPr>
          <p:cNvPr id="937993673" name="Slide Number Placeholder 3"/>
          <p:cNvSpPr>
            <a:spLocks noGrp="1"/>
          </p:cNvSpPr>
          <p:nvPr>
            <p:ph type="sldNum" sz="quarter" idx="10"/>
          </p:nvPr>
        </p:nvSpPr>
        <p:spPr bwMode="auto"/>
        <p:txBody>
          <a:bodyPr/>
          <a:lstStyle/>
          <a:p>
            <a:pPr>
              <a:defRPr/>
            </a:pPr>
            <a:fld id="{81C9CAB2-F6D1-5DF8-53D6-33F8B28B7A84}"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388857" name="Slide Image Placeholder 1"/>
          <p:cNvSpPr>
            <a:spLocks noGrp="1" noRot="1" noChangeAspect="1"/>
          </p:cNvSpPr>
          <p:nvPr>
            <p:ph type="sldImg"/>
          </p:nvPr>
        </p:nvSpPr>
        <p:spPr bwMode="auto"/>
      </p:sp>
      <p:sp>
        <p:nvSpPr>
          <p:cNvPr id="99255744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diseño del esquema es una decisión fundamental. BIGSERIAL es la opción más sencilla para las tablas de inserción alta. Los UUID son necesarios cuando los identificadores se generan del lado cliente o se combinan a partir de varios orígenes.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JSONB es eficaz para los metadatos que varían entre registros. Admite la indexación y la consulta con operadores especializados, que se tratan en la unidad de datos de consulta.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restricciones detectan datos incorrectos en el nivel de base de datos, en lugar de confiar en el código de aplicación. Las restricciones CHECK son útiles para las columnas de estado con un conjunto fijo de valores.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claves externas establecen relaciones. CASCADE elimina automáticamente las filas relacionadas. Usa RESTRICT (valor predeterminado) para evitar eliminaciones accidentales en cascada en gráficos de relaciones complejas.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mayoría de las instrucciones DDL de PostgreSQL son transaccionales. Encapsula los cambios de esquema relacionados en BEGIN/COMMIT para modificaciones atómicas.</a:t>
            </a:r>
            <a:endParaRPr sz="1200"/>
          </a:p>
          <a:p>
            <a:pPr>
              <a:defRPr/>
            </a:pPr>
            <a:endParaRPr/>
          </a:p>
        </p:txBody>
      </p:sp>
      <p:sp>
        <p:nvSpPr>
          <p:cNvPr id="189769029" name="Slide Number Placeholder 3"/>
          <p:cNvSpPr>
            <a:spLocks noGrp="1"/>
          </p:cNvSpPr>
          <p:nvPr>
            <p:ph type="sldNum" sz="quarter" idx="10"/>
          </p:nvPr>
        </p:nvSpPr>
        <p:spPr bwMode="auto"/>
        <p:txBody>
          <a:bodyPr/>
          <a:lstStyle/>
          <a:p>
            <a:pPr>
              <a:defRPr/>
            </a:pPr>
            <a:fld id="{15725CAB-E4F3-6D0E-0C48-729327C3C83C}"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484009" name="Slide Image Placeholder 1"/>
          <p:cNvSpPr>
            <a:spLocks noGrp="1" noRot="1" noChangeAspect="1"/>
          </p:cNvSpPr>
          <p:nvPr>
            <p:ph type="sldImg"/>
          </p:nvPr>
        </p:nvSpPr>
        <p:spPr bwMode="auto"/>
      </p:sp>
      <p:sp>
        <p:nvSpPr>
          <p:cNvPr id="27930795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Los operadores JSONB son esenciales para las aplicaciones de IA que almacenan metadatos flexibles. El operador de independencia @&gt; es especialmente eficaz con índices GIN para filtrar los valores anidados.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upserts con ON CONFLICT son fundamentales para las operaciones idempotentes. La pseudotabla EXCLUDED hace referencia a los valores que se habrían insertado. Combínala con RETURNING para obtener valores generados en un solo recorrido de ida y vuelta.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paginación del conjunto de claves evita la penalización de rendimiento de OFFSET. En lugar de examinar y descartar filas, filtra por los últimos valores vistos. Incluye la columna de id para controlar los vínculos de marca de tiempo.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CTE recursivas permiten consultar estructuras de árbol como conversaciones en subprocesos o jerarquías de tareas. Incluye siempre un límite de profundidad para evitar bucles infinitos.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regla de ámbito de alias suele confundir a muchos desarrolladores. Los alias de columna de SELECT solo son visibles para ORDER BY y LIMIT, no para WHERE o GROUP BY.</a:t>
            </a:r>
            <a:endParaRPr sz="1200"/>
          </a:p>
          <a:p>
            <a:pPr>
              <a:defRPr/>
            </a:pPr>
            <a:endParaRPr/>
          </a:p>
        </p:txBody>
      </p:sp>
      <p:sp>
        <p:nvSpPr>
          <p:cNvPr id="1039365470" name="Slide Number Placeholder 3"/>
          <p:cNvSpPr>
            <a:spLocks noGrp="1"/>
          </p:cNvSpPr>
          <p:nvPr>
            <p:ph type="sldNum" sz="quarter" idx="10"/>
          </p:nvPr>
        </p:nvSpPr>
        <p:spPr bwMode="auto"/>
        <p:txBody>
          <a:bodyPr/>
          <a:lstStyle/>
          <a:p>
            <a:pPr>
              <a:defRPr/>
            </a:pPr>
            <a:fld id="{AFD3D470-B456-7C01-680E-788832F774F2}"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3450" name="Slide Image Placeholder 1"/>
          <p:cNvSpPr>
            <a:spLocks noGrp="1" noRot="1" noChangeAspect="1"/>
          </p:cNvSpPr>
          <p:nvPr>
            <p:ph type="sldImg"/>
          </p:nvPr>
        </p:nvSpPr>
        <p:spPr bwMode="auto"/>
      </p:sp>
      <p:sp>
        <p:nvSpPr>
          <p:cNvPr id="1908416320"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psycopg 3 es el adaptador de PostgreSQL recomendado para Python. Realiza la instalación con el archivo binario adicional para una configuración más sencilla. La distribución binaria evita la necesidad de bibliotecas cliente de PostgreSQL locales.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Usa siempre consultas parametrizadas con marcadores de posición %s. Nunca uses el formato de cadena ni la concatenación para compilar SQL con la entrada de usuario. Esto evita ataques por inyección de código SQL.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administradores de contexto garantizan que las conexiones se cierren incluso cuando se produzcan excepciones. El bloque with controla la limpieza automáticamente.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grupos de conexiones eliminan la sobrecarga de establecer nuevas conexiones para cada operación. Establece min_size y max_size en función de la simultaneidad esperada. Cada conexión requiere recursos del lado del servidor, por lo que no se aprovisiona demasiado.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Para inserciones masivas, usa executemany para volúmenes moderados y el comando COPY para conjuntos de datos grandes. COPY puede ser entre 2 y 10 veces más rápido que las inserciones individuales porque usa un protocolo binario especializado.</a:t>
            </a:r>
            <a:endParaRPr sz="1200"/>
          </a:p>
          <a:p>
            <a:pPr>
              <a:defRPr/>
            </a:pPr>
            <a:endParaRPr/>
          </a:p>
        </p:txBody>
      </p:sp>
      <p:sp>
        <p:nvSpPr>
          <p:cNvPr id="824515544" name="Slide Number Placeholder 3"/>
          <p:cNvSpPr>
            <a:spLocks noGrp="1"/>
          </p:cNvSpPr>
          <p:nvPr>
            <p:ph type="sldNum" sz="quarter" idx="10"/>
          </p:nvPr>
        </p:nvSpPr>
        <p:spPr bwMode="auto"/>
        <p:txBody>
          <a:bodyPr/>
          <a:lstStyle/>
          <a:p>
            <a:pPr>
              <a:defRPr/>
            </a:pPr>
            <a:fld id="{F34D3285-EBE7-E60A-549E-A3DEDFC73EAC}"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070090" name="Slide Image Placeholder 1"/>
          <p:cNvSpPr>
            <a:spLocks noGrp="1" noRot="1" noChangeAspect="1"/>
          </p:cNvSpPr>
          <p:nvPr>
            <p:ph type="sldImg"/>
          </p:nvPr>
        </p:nvSpPr>
        <p:spPr bwMode="auto"/>
      </p:sp>
      <p:sp>
        <p:nvSpPr>
          <p:cNvPr id="1275520052" name="Notes Placeholder 2"/>
          <p:cNvSpPr>
            <a:spLocks noGrp="1"/>
          </p:cNvSpPr>
          <p:nvPr>
            <p:ph type="body" idx="1"/>
          </p:nvPr>
        </p:nvSpPr>
        <p:spPr bwMode="auto"/>
        <p:txBody>
          <a:bodyPr/>
          <a:lstStyle/>
          <a:p>
            <a:pPr>
              <a:lnSpc>
                <a:spcPct val="90000"/>
              </a:lnSpc>
              <a:spcAft>
                <a:spcPts val="333"/>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3"/>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157593952" name="Header Placeholder 3"/>
          <p:cNvSpPr>
            <a:spLocks noGrp="1"/>
          </p:cNvSpPr>
          <p:nvPr>
            <p:ph type="hdr" sz="quarter" idx="6"/>
          </p:nvPr>
        </p:nvSpPr>
        <p:spPr bwMode="auto"/>
        <p:txBody>
          <a:bodyPr/>
          <a:lstStyle/>
          <a:p>
            <a:pPr>
              <a:defRPr/>
            </a:pPr>
            <a:endParaRPr lang="en-US"/>
          </a:p>
        </p:txBody>
      </p:sp>
      <p:sp>
        <p:nvSpPr>
          <p:cNvPr id="1334078535" name="Footer Placeholder 4"/>
          <p:cNvSpPr>
            <a:spLocks noGrp="1"/>
          </p:cNvSpPr>
          <p:nvPr>
            <p:ph type="ftr" sz="quarter" idx="4"/>
          </p:nvPr>
        </p:nvSpPr>
        <p:spPr bwMode="auto"/>
        <p:txBody>
          <a:bodyPr/>
          <a:lstStyle/>
          <a:p>
            <a:pPr defTabSz="914099">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1648472713" name="Date Placeholder 5"/>
          <p:cNvSpPr>
            <a:spLocks noGrp="1"/>
          </p:cNvSpPr>
          <p:nvPr>
            <p:ph type="dt" idx="10"/>
          </p:nvPr>
        </p:nvSpPr>
        <p:spPr bwMode="auto"/>
        <p:txBody>
          <a:bodyPr/>
          <a:lstStyle/>
          <a:p>
            <a:pPr>
              <a:defRPr/>
            </a:pPr>
            <a:fld id="{47A51BF8-686D-4FC0-9A39-E85C36FAB20B}" type="datetime8">
              <a:rPr lang="en-US"/>
              <a:t>10/14/2026 9:39 AM</a:t>
            </a:fld>
            <a:endParaRPr lang="en-US"/>
          </a:p>
        </p:txBody>
      </p:sp>
      <p:sp>
        <p:nvSpPr>
          <p:cNvPr id="85346157" name="Slide Number Placeholder 6"/>
          <p:cNvSpPr>
            <a:spLocks noGrp="1"/>
          </p:cNvSpPr>
          <p:nvPr>
            <p:ph type="sldNum" sz="quarter" idx="5"/>
          </p:nvPr>
        </p:nvSpPr>
        <p:spPr bwMode="auto"/>
        <p:txBody>
          <a:bodyPr/>
          <a:lstStyle/>
          <a:p>
            <a:pPr>
              <a:defRPr/>
            </a:pPr>
            <a:fld id="{B4008EB6-D09E-4580-8CD6-DDB14511944F}"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8754944" name="Slide Image Placeholder 1"/>
          <p:cNvSpPr>
            <a:spLocks noGrp="1" noRot="1" noChangeAspect="1"/>
          </p:cNvSpPr>
          <p:nvPr>
            <p:ph type="sldImg"/>
          </p:nvPr>
        </p:nvSpPr>
        <p:spPr bwMode="auto"/>
      </p:sp>
      <p:sp>
        <p:nvSpPr>
          <p:cNvPr id="2510712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JSONB es correcto. Almacena JSON en formato binario con la indexación y la admisión de consultas. TEXT almacena caracteres sin formato sin operaciones de datos estructurados. PostgreSQL no tiene VARCHAR(MAX).</a:t>
            </a:r>
            <a:endParaRPr sz="1200"/>
          </a:p>
          <a:p>
            <a:pPr marL="0" lvl="0" indent="0">
              <a:buNone/>
              <a:defRPr/>
            </a:pPr>
            <a:endParaRPr sz="1200"/>
          </a:p>
          <a:p>
            <a:pPr>
              <a:defRPr/>
            </a:pPr>
            <a:r>
              <a:rPr lang="es-ES" sz="1200" b="0" i="0" strike="noStrike" cap="none" baseline="0">
                <a:solidFill>
                  <a:srgbClr val="000000"/>
                </a:solidFill>
                <a:effectLst/>
                <a:latin typeface="Aptos"/>
                <a:ea typeface="Aptos"/>
                <a:cs typeface="Aptos"/>
              </a:rPr>
              <a:t>Pregunta 2: ConnectionPool es correcto. Mantiene conexiones preestablecidas para su reutilización, lo que elimina la sobrecarga de conexión por operación. La apertura de nuevas conexiones cada vez es costosa. Una única conexión global limita la simultaneidad y crea un único punto de error.</a:t>
            </a:r>
            <a:endParaRPr/>
          </a:p>
        </p:txBody>
      </p:sp>
      <p:sp>
        <p:nvSpPr>
          <p:cNvPr id="1628732949" name="Slide Number Placeholder 3"/>
          <p:cNvSpPr>
            <a:spLocks noGrp="1"/>
          </p:cNvSpPr>
          <p:nvPr>
            <p:ph type="sldNum" sz="quarter" idx="5"/>
          </p:nvPr>
        </p:nvSpPr>
        <p:spPr bwMode="auto"/>
        <p:txBody>
          <a:bodyPr/>
          <a:lstStyle/>
          <a:p>
            <a:pPr>
              <a:defRPr/>
            </a:pPr>
            <a:fld id="{10B4D7BB-47DA-46D4-B152-A08B9EBCF1F1}"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620646" name="Slide Image Placeholder 1"/>
          <p:cNvSpPr>
            <a:spLocks noGrp="1" noRot="1" noChangeAspect="1"/>
          </p:cNvSpPr>
          <p:nvPr>
            <p:ph type="sldImg"/>
          </p:nvPr>
        </p:nvSpPr>
        <p:spPr bwMode="auto"/>
      </p:sp>
      <p:sp>
        <p:nvSpPr>
          <p:cNvPr id="1556204806"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289253369" name="Header Placeholder 3"/>
          <p:cNvSpPr>
            <a:spLocks noGrp="1"/>
          </p:cNvSpPr>
          <p:nvPr>
            <p:ph type="hdr" sz="quarter" idx="10"/>
          </p:nvPr>
        </p:nvSpPr>
        <p:spPr bwMode="auto"/>
        <p:txBody>
          <a:bodyPr/>
          <a:lstStyle/>
          <a:p>
            <a:pPr marL="0" marR="0" lvl="0" indent="0" algn="l" defTabSz="914367"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459423148" name="Footer Placeholder 4"/>
          <p:cNvSpPr>
            <a:spLocks noGrp="1"/>
          </p:cNvSpPr>
          <p:nvPr>
            <p:ph type="ftr" sz="quarter" idx="11"/>
          </p:nvPr>
        </p:nvSpPr>
        <p:spPr bwMode="auto"/>
        <p:txBody>
          <a:bodyPr/>
          <a:lstStyle/>
          <a:p>
            <a:pPr marL="571500" marR="0" lvl="0" indent="0" algn="l" defTabSz="914099"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701746719" name="Date Placeholder 5"/>
          <p:cNvSpPr>
            <a:spLocks noGrp="1"/>
          </p:cNvSpPr>
          <p:nvPr>
            <p:ph type="dt" idx="12"/>
          </p:nvPr>
        </p:nvSpPr>
        <p:spPr bwMode="auto"/>
        <p:txBody>
          <a:bodyPr/>
          <a:lstStyle/>
          <a:p>
            <a:pPr marL="0" marR="0" lvl="0" indent="0" algn="r" defTabSz="914367" rtl="0">
              <a:lnSpc>
                <a:spcPct val="100000"/>
              </a:lnSpc>
              <a:spcBef>
                <a:spcPct val="0"/>
              </a:spcBef>
              <a:spcAft>
                <a:spcPct val="0"/>
              </a:spcAft>
              <a:buClrTx/>
              <a:buSzTx/>
              <a:buFontTx/>
              <a:buNone/>
              <a:defRPr/>
            </a:pPr>
            <a:fld id="{9427A7F7-BB1E-479D-AFAA-B52F4D0C99F2}" type="datetime8">
              <a:rPr lang="en-US" sz="1200" b="0" i="0" u="none" strike="noStrike" cap="none" spc="0">
                <a:ln>
                  <a:noFill/>
                </a:ln>
                <a:solidFill>
                  <a:prstClr val="black"/>
                </a:solidFill>
                <a:latin typeface="Segoe UI"/>
                <a:ea typeface="+mn-ea"/>
                <a:cs typeface="+mn-cs"/>
              </a:rPr>
              <a:t>10/14/2026 9:39 AM</a:t>
            </a:fld>
            <a:endParaRPr lang="en-US" sz="1200" b="0" i="0" u="none" strike="noStrike" cap="none" spc="0">
              <a:ln>
                <a:noFill/>
              </a:ln>
              <a:solidFill>
                <a:prstClr val="black"/>
              </a:solidFill>
              <a:latin typeface="Segoe UI"/>
              <a:ea typeface="+mn-ea"/>
              <a:cs typeface="+mn-cs"/>
            </a:endParaRPr>
          </a:p>
        </p:txBody>
      </p:sp>
      <p:sp>
        <p:nvSpPr>
          <p:cNvPr id="975033621" name="Slide Number Placeholder 6"/>
          <p:cNvSpPr>
            <a:spLocks noGrp="1"/>
          </p:cNvSpPr>
          <p:nvPr>
            <p:ph type="sldNum" sz="quarter" idx="13"/>
          </p:nvPr>
        </p:nvSpPr>
        <p:spPr bwMode="auto"/>
        <p:txBody>
          <a:bodyPr/>
          <a:lstStyle/>
          <a:p>
            <a:pPr marL="0" marR="0" lvl="0" indent="0" algn="r" defTabSz="914367" rtl="0">
              <a:lnSpc>
                <a:spcPct val="100000"/>
              </a:lnSpc>
              <a:spcBef>
                <a:spcPct val="0"/>
              </a:spcBef>
              <a:spcAft>
                <a:spcPct val="0"/>
              </a:spcAft>
              <a:buClrTx/>
              <a:buSzTx/>
              <a:buFontTx/>
              <a:buNone/>
              <a:defRPr/>
            </a:pPr>
            <a:fld id="{B4008EB6-D09E-4580-8CD6-DDB14511944F}" type="slidenum">
              <a:rPr lang="en-US" sz="1200" b="0" i="0" u="none" strike="noStrike" cap="none" spc="0">
                <a:ln>
                  <a:noFill/>
                </a:ln>
                <a:solidFill>
                  <a:prstClr val="black"/>
                </a:solidFill>
                <a:latin typeface="Segoe UI"/>
                <a:ea typeface="+mn-ea"/>
                <a:cs typeface="+mn-cs"/>
              </a:rPr>
              <a:t>13</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6206" name="Slide Image Placeholder 1"/>
          <p:cNvSpPr>
            <a:spLocks noGrp="1" noRot="1" noChangeAspect="1"/>
          </p:cNvSpPr>
          <p:nvPr>
            <p:ph type="sldImg"/>
          </p:nvPr>
        </p:nvSpPr>
        <p:spPr bwMode="auto"/>
      </p:sp>
      <p:sp>
        <p:nvSpPr>
          <p:cNvPr id="986270190"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Resume las decisiones clave con la clase. La selección del nivel de proceso afecta tanto al coste como al rendimiento. La autenticación Entra es el enfoque recomendado para las aplicaciones hospedadas en Azure.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decisiones de diseño de esquemas son difíciles de cambiar más adelante. Anima a los alumnos a pensar detenidamente en tipos de datos y restricciones por adelantado. JSONB proporciona flexibilidad sin sacrificar la funcionalidad de consulta.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paginación del conjunto de claves y la agrupación de conexiones son patrones de rendimiento prácticos que se aplican a la mayoría de back-ends de aplicaciones de IA. Estos patrones se exploran aún más en el módulo de optimización.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Dirige a los alumnos al módulo publicado en Microsoft Learn para obtener ejemplos de código completos, patrones de cadenas de conexión y recursos adicionales.</a:t>
            </a:r>
            <a:endParaRPr sz="1200"/>
          </a:p>
          <a:p>
            <a:pPr>
              <a:defRPr/>
            </a:pPr>
            <a:endParaRPr/>
          </a:p>
        </p:txBody>
      </p:sp>
      <p:sp>
        <p:nvSpPr>
          <p:cNvPr id="1345349079" name="Slide Number Placeholder 3"/>
          <p:cNvSpPr>
            <a:spLocks noGrp="1"/>
          </p:cNvSpPr>
          <p:nvPr>
            <p:ph type="sldNum" sz="quarter" idx="10"/>
          </p:nvPr>
        </p:nvSpPr>
        <p:spPr bwMode="auto"/>
        <p:txBody>
          <a:bodyPr/>
          <a:lstStyle/>
          <a:p>
            <a:pPr>
              <a:defRPr/>
            </a:pPr>
            <a:fld id="{F0AE54DF-E863-43DE-7FBA-379428CF5BA1}"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7922575" name="Slide Image Placeholder 1"/>
          <p:cNvSpPr>
            <a:spLocks noGrp="1" noRot="1" noChangeAspect="1"/>
          </p:cNvSpPr>
          <p:nvPr>
            <p:ph type="sldImg"/>
          </p:nvPr>
        </p:nvSpPr>
        <p:spPr bwMode="auto"/>
      </p:sp>
      <p:sp>
        <p:nvSpPr>
          <p:cNvPr id="257817959"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En este módulo, se describe la implementación del vector de búsqueda en Azure Database for PostgreSQL mediante la extensión pgvector. Los alumnos aprenden a almacenar inserciones, crear índices, administrar el ciclo de vida de la inserción y crear patrones de recuperación para canalizaciones RAG.</a:t>
            </a:r>
            <a:endParaRPr lang="en-US"/>
          </a:p>
          <a:p>
            <a:pPr>
              <a:defRPr/>
            </a:pPr>
            <a:endParaRPr/>
          </a:p>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https://learn.microsoft.com/training/modules/implement-vector-search-azure-database-postgresql/</a:t>
            </a:r>
            <a:endParaRPr/>
          </a:p>
          <a:p>
            <a:pPr>
              <a:defRPr/>
            </a:pPr>
            <a:endParaRPr lang="en-US"/>
          </a:p>
        </p:txBody>
      </p:sp>
      <p:sp>
        <p:nvSpPr>
          <p:cNvPr id="532869381" name="Slide Number Placeholder 3"/>
          <p:cNvSpPr>
            <a:spLocks noGrp="1"/>
          </p:cNvSpPr>
          <p:nvPr>
            <p:ph type="sldNum" sz="quarter" idx="5"/>
          </p:nvPr>
        </p:nvSpPr>
        <p:spPr bwMode="auto"/>
        <p:txBody>
          <a:bodyPr/>
          <a:lstStyle/>
          <a:p>
            <a:pPr>
              <a:defRPr/>
            </a:pPr>
            <a:fld id="{10B4D7BB-47DA-46D4-B152-A08B9EBCF1F1}"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151482" name="Slide Image Placeholder 1"/>
          <p:cNvSpPr>
            <a:spLocks noGrp="1" noRot="1" noChangeAspect="1"/>
          </p:cNvSpPr>
          <p:nvPr>
            <p:ph type="sldImg"/>
          </p:nvPr>
        </p:nvSpPr>
        <p:spPr bwMode="auto"/>
      </p:sp>
      <p:sp>
        <p:nvSpPr>
          <p:cNvPr id="155036611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Estos objetivos abarcan lo siguiente: conceptos básicos de pgvector, estrategias de indexación, administración del ciclo de vida, patrones de recuperación semántica e integración de canalizaciones RAG.</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módulo incluye un ejercicio práctico en el que los alumnos crean una aplicación de búsqueda de similitudes de productos con un front-end de Flask.</a:t>
            </a:r>
            <a:endParaRPr sz="1200"/>
          </a:p>
          <a:p>
            <a:pPr>
              <a:defRPr/>
            </a:pPr>
            <a:endParaRPr/>
          </a:p>
        </p:txBody>
      </p:sp>
      <p:sp>
        <p:nvSpPr>
          <p:cNvPr id="284063154" name="Slide Number Placeholder 3"/>
          <p:cNvSpPr>
            <a:spLocks noGrp="1"/>
          </p:cNvSpPr>
          <p:nvPr>
            <p:ph type="sldNum" sz="quarter" idx="10"/>
          </p:nvPr>
        </p:nvSpPr>
        <p:spPr bwMode="auto"/>
        <p:txBody>
          <a:bodyPr/>
          <a:lstStyle/>
          <a:p>
            <a:pPr>
              <a:defRPr/>
            </a:pPr>
            <a:fld id="{65F34202-29D9-1698-EE84-DF0EFAE0008E}"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601880" name="Slide Image Placeholder 1"/>
          <p:cNvSpPr>
            <a:spLocks noGrp="1" noRot="1" noChangeAspect="1"/>
          </p:cNvSpPr>
          <p:nvPr>
            <p:ph type="sldImg"/>
          </p:nvPr>
        </p:nvSpPr>
        <p:spPr bwMode="auto"/>
      </p:sp>
      <p:sp>
        <p:nvSpPr>
          <p:cNvPr id="1924199579"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Azure Database for PostgreSQL incluye pgvector como una extensión compatible. Para habilitarla, se requiere un único comando SQL.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propuesta de valor clave es la consolidación. Los equipos que ya usan PostgreSQL para datos relacionales pueden agregar el vector de búsqueda sin introducir un servicio independiente ni administrar la sincronización de datos.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pgvector admite tres métricas de distancia, varios tipos de datos vectoriales para diferentes necesidades de precisión e índices que controlan millones de vectores.</a:t>
            </a:r>
            <a:endParaRPr sz="1200"/>
          </a:p>
          <a:p>
            <a:pPr>
              <a:defRPr/>
            </a:pPr>
            <a:endParaRPr/>
          </a:p>
        </p:txBody>
      </p:sp>
      <p:sp>
        <p:nvSpPr>
          <p:cNvPr id="2054504421" name="Slide Number Placeholder 3"/>
          <p:cNvSpPr>
            <a:spLocks noGrp="1"/>
          </p:cNvSpPr>
          <p:nvPr>
            <p:ph type="sldNum" sz="quarter" idx="10"/>
          </p:nvPr>
        </p:nvSpPr>
        <p:spPr bwMode="auto"/>
        <p:txBody>
          <a:bodyPr/>
          <a:lstStyle/>
          <a:p>
            <a:pPr>
              <a:defRPr/>
            </a:pPr>
            <a:fld id="{46EF9690-F434-6C3D-1486-B2EDE16BD272}"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143730" name="Slide Image Placeholder 1"/>
          <p:cNvSpPr>
            <a:spLocks noGrp="1" noRot="1" noChangeAspect="1"/>
          </p:cNvSpPr>
          <p:nvPr>
            <p:ph type="sldImg"/>
          </p:nvPr>
        </p:nvSpPr>
        <p:spPr bwMode="auto"/>
      </p:sp>
      <p:sp>
        <p:nvSpPr>
          <p:cNvPr id="131358427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Dimensiones comunes de inserción: 384 (transformadores de frases), 1536 (text-embedding-ada-002) y 3072 (text-embedding-3-large). Los recuentos de dimensiones incorrectos provocan errores de inserción.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pgvector ofrece tres tipos de datos: vector (32 bits, estándar), halfvec (16 bits, almacenamiento medio) y sparsevec (para inserciones dispersas). Para la mayoría de las aplicaciones de IA, el tipo de vector estándar proporciona el mejor equilibrio.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distancia de coseno se centra en la dirección en lugar de en la magnitud. Es el estándar para las inserciones de texto normalizado. Comprueba la documentación de tu modelo de inserción para confirmar qué métrica recomienda.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Para inserciones por lotes, usa instrucciones INSERT de varias filas o el comando COPY. Considera la posibilidad de la regeneración de inserciones por lotes durante las horas de poca actividad en lugar de actualizar de forma sincrónica.</a:t>
            </a:r>
            <a:endParaRPr sz="1200"/>
          </a:p>
          <a:p>
            <a:pPr>
              <a:defRPr/>
            </a:pPr>
            <a:endParaRPr/>
          </a:p>
        </p:txBody>
      </p:sp>
      <p:sp>
        <p:nvSpPr>
          <p:cNvPr id="1194912087" name="Slide Number Placeholder 3"/>
          <p:cNvSpPr>
            <a:spLocks noGrp="1"/>
          </p:cNvSpPr>
          <p:nvPr>
            <p:ph type="sldNum" sz="quarter" idx="5"/>
          </p:nvPr>
        </p:nvSpPr>
        <p:spPr bwMode="auto"/>
        <p:txBody>
          <a:bodyPr/>
          <a:lstStyle/>
          <a:p>
            <a:pPr>
              <a:defRPr/>
            </a:pPr>
            <a:fld id="{10B4D7BB-47DA-46D4-B152-A08B9EBCF1F1}"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570564" name="Slide Image Placeholder 1"/>
          <p:cNvSpPr>
            <a:spLocks noGrp="1" noRot="1" noChangeAspect="1"/>
          </p:cNvSpPr>
          <p:nvPr>
            <p:ph type="sldImg"/>
          </p:nvPr>
        </p:nvSpPr>
        <p:spPr bwMode="auto"/>
      </p:sp>
      <p:sp>
        <p:nvSpPr>
          <p:cNvPr id="76420234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Sin un índice, pgvector examina cada fila. Un millón de vectores significa un millón de cálculos de distancia por consulta.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Dimensionamiento IVFFlat: usa filas/1000 para listas de hasta 1 M de filas, sqrt(rows) para tablas más grandes. Inicia sondeos en sqrt(lists).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Valores predeterminados de HNSW: m=16, ef_construction=64 y ef_search=40. Para una coincidencia alta, aumenta ef_search a 100-200.</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clase de operador debe coincidir con el operador de distancia en las consultas. Las clases no coincidentes vuelven al examen secuencial. Usa EXPLAIN ANALYZE para comprobar el uso del índice.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Elige HNSW como el valor predeterminado para producción. Elige IVFFlat cuando se restrinja la memoria o para grandes conjuntos de datos estáticos con recompilaciones frecuentes.</a:t>
            </a:r>
            <a:endParaRPr sz="1200"/>
          </a:p>
          <a:p>
            <a:pPr>
              <a:defRPr/>
            </a:pPr>
            <a:endParaRPr/>
          </a:p>
        </p:txBody>
      </p:sp>
      <p:sp>
        <p:nvSpPr>
          <p:cNvPr id="1501260062" name="Slide Number Placeholder 3"/>
          <p:cNvSpPr>
            <a:spLocks noGrp="1"/>
          </p:cNvSpPr>
          <p:nvPr>
            <p:ph type="sldNum" sz="quarter" idx="5"/>
          </p:nvPr>
        </p:nvSpPr>
        <p:spPr bwMode="auto"/>
        <p:txBody>
          <a:bodyPr/>
          <a:lstStyle/>
          <a:p>
            <a:pPr>
              <a:defRPr/>
            </a:pPr>
            <a:fld id="{10B4D7BB-47DA-46D4-B152-A08B9EBCF1F1}"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37656" name="Slide Image Placeholder 1"/>
          <p:cNvSpPr>
            <a:spLocks noGrp="1" noRot="1" noChangeAspect="1"/>
          </p:cNvSpPr>
          <p:nvPr>
            <p:ph type="sldImg"/>
          </p:nvPr>
        </p:nvSpPr>
        <p:spPr bwMode="auto"/>
      </p:sp>
      <p:sp>
        <p:nvSpPr>
          <p:cNvPr id="32314245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Indica que se necesita una recompilación de índices: mayor latencia de consulta sin crecimiento de datos, calidad del resultado degradada o adición de más del 20-30 % de nuevos datos de un dominio diferente.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caso de las migraciones de modelos, el enfoque de columna paralela es el más seguro. Agrega una nueva columna vectorial, crea su índice, reposiciona en lotes, valida la calidad y, a continuación, elimina la columna anterior. Esto evita tiempo de inactividad y permite la reversión.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Planificación del almacenamiento: un vector dimensional de 1536 usa aproximadamente 6 KB por fila. Los índices HNSW agregan una sobrecarga 1,5-2 veces superior. Configura el vaciado automático de forma más agresiva para tablas con actualizaciones frecuentes de inserción (scale_factor = 0,05 en lugar de 0,20).</a:t>
            </a:r>
            <a:endParaRPr sz="1200"/>
          </a:p>
          <a:p>
            <a:pPr>
              <a:defRPr/>
            </a:pPr>
            <a:endParaRPr/>
          </a:p>
        </p:txBody>
      </p:sp>
      <p:sp>
        <p:nvSpPr>
          <p:cNvPr id="2095188480" name="Slide Number Placeholder 3"/>
          <p:cNvSpPr>
            <a:spLocks noGrp="1"/>
          </p:cNvSpPr>
          <p:nvPr>
            <p:ph type="sldNum" sz="quarter" idx="5"/>
          </p:nvPr>
        </p:nvSpPr>
        <p:spPr bwMode="auto"/>
        <p:txBody>
          <a:bodyPr/>
          <a:lstStyle/>
          <a:p>
            <a:pPr>
              <a:defRPr/>
            </a:pPr>
            <a:fld id="{EE85B264-E53A-7301-379E-73E6A5CA84A9}"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754914" name="Slide Image Placeholder 1"/>
          <p:cNvSpPr>
            <a:spLocks noGrp="1" noRot="1" noChangeAspect="1"/>
          </p:cNvSpPr>
          <p:nvPr>
            <p:ph type="sldImg"/>
          </p:nvPr>
        </p:nvSpPr>
        <p:spPr bwMode="auto"/>
      </p:sp>
      <p:sp>
        <p:nvSpPr>
          <p:cNvPr id="45679423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selectividad de filtros afecta a la estrategia de ejecución. Los filtros altamente selectivos pueden omitir completamente el índice vectorial. El planificador de PostgreSQL optimiza el coste total de las consultas.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umbrales de distancia se ajustan por conjunto de datos. Analiza las distancias entre documentos relevantes conocidos e irrelevantes conocidos para encontrar el límite correcto. Para la distancia de coseno con inserciones de OpenAI, los umbrales suelen estar comprendidos entre 0,3 (estricto) y 0,6 (permisivo).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búsqueda híbrida es más valiosa cuando los usuarios esperan coincidencias de términos exactos junto con los resultados semánticos. Para la búsqueda puramente semántica, donde el significado importa más que las palabras específicas, las consultas de solo vector son más sencillas.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consultas multivectoriales controlan búsquedas complejas. Realiza el promedio de vectores de ejemplo relacionados o consulta cada aspecto por separado y combina resultados con el método Reciprocal Rank Fusion.</a:t>
            </a:r>
            <a:endParaRPr sz="1200"/>
          </a:p>
          <a:p>
            <a:pPr>
              <a:defRPr/>
            </a:pPr>
            <a:endParaRPr/>
          </a:p>
        </p:txBody>
      </p:sp>
      <p:sp>
        <p:nvSpPr>
          <p:cNvPr id="1280026868" name="Slide Number Placeholder 3"/>
          <p:cNvSpPr>
            <a:spLocks noGrp="1"/>
          </p:cNvSpPr>
          <p:nvPr>
            <p:ph type="sldNum" sz="quarter" idx="5"/>
          </p:nvPr>
        </p:nvSpPr>
        <p:spPr bwMode="auto"/>
        <p:txBody>
          <a:bodyPr/>
          <a:lstStyle/>
          <a:p>
            <a:pPr>
              <a:defRPr/>
            </a:pPr>
            <a:fld id="{B7BC796B-60B1-EC1A-87B6-BA28E3526489}"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4645442" name="Slide Image Placeholder 1"/>
          <p:cNvSpPr>
            <a:spLocks noGrp="1" noRot="1" noChangeAspect="1"/>
          </p:cNvSpPr>
          <p:nvPr>
            <p:ph type="sldImg"/>
          </p:nvPr>
        </p:nvSpPr>
        <p:spPr bwMode="auto"/>
      </p:sp>
      <p:sp>
        <p:nvSpPr>
          <p:cNvPr id="191001443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estrategia de fragmentación es más importante que el ajuste de índices para la calidad de RAG. La fragmentación semántica en los límites de párrafo o sección funciona bien para contenido estructurado. La fragmentación de tamaño fijo es más sencilla, pero podría dividirse a mitad de pensamiento. Los fragmentos superpuestos ayudan a las consultas que coinciden con el contenido cerca de los límites.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Agrupa fragmentos recuperados por documento de origen para citas más limpias. Presenta varios fragmentos del mismo documento que una cita con extractos.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Crea un conjunto de datos de evaluación de consultas representativas de 20-50 con decisiones de relevancia humana. Mide precision@5, recall@10 y MRR. Automatiza la puntuación para realizar un seguimiento del impacto de los cambios en la fragmentación, la inserción de modelos o los parámetros de índice.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administración del presupuesto de tokens es fundamental. Reserva espacio para el aviso del sistema, la pregunta del usuario y la respuesta generada.</a:t>
            </a:r>
            <a:endParaRPr sz="1200"/>
          </a:p>
          <a:p>
            <a:pPr>
              <a:defRPr/>
            </a:pPr>
            <a:endParaRPr/>
          </a:p>
        </p:txBody>
      </p:sp>
      <p:sp>
        <p:nvSpPr>
          <p:cNvPr id="74058287" name="Slide Number Placeholder 3"/>
          <p:cNvSpPr>
            <a:spLocks noGrp="1"/>
          </p:cNvSpPr>
          <p:nvPr>
            <p:ph type="sldNum" sz="quarter" idx="5"/>
          </p:nvPr>
        </p:nvSpPr>
        <p:spPr bwMode="auto"/>
        <p:txBody>
          <a:bodyPr/>
          <a:lstStyle/>
          <a:p>
            <a:pPr>
              <a:defRPr/>
            </a:pPr>
            <a:fld id="{A6C38EBF-FB3B-C289-8FFA-92951CCB4033}"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260777" name="Slide Image Placeholder 1"/>
          <p:cNvSpPr>
            <a:spLocks noGrp="1" noRot="1" noChangeAspect="1"/>
          </p:cNvSpPr>
          <p:nvPr>
            <p:ph type="sldImg"/>
          </p:nvPr>
        </p:nvSpPr>
        <p:spPr bwMode="auto"/>
      </p:sp>
      <p:sp>
        <p:nvSpPr>
          <p:cNvPr id="1664402672"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27926641" name="Header Placeholder 3"/>
          <p:cNvSpPr>
            <a:spLocks noGrp="1"/>
          </p:cNvSpPr>
          <p:nvPr>
            <p:ph type="hdr" sz="quarter" idx="6"/>
          </p:nvPr>
        </p:nvSpPr>
        <p:spPr bwMode="auto"/>
        <p:txBody>
          <a:bodyPr/>
          <a:lstStyle/>
          <a:p>
            <a:pPr>
              <a:defRPr/>
            </a:pPr>
            <a:endParaRPr lang="en-US"/>
          </a:p>
        </p:txBody>
      </p:sp>
      <p:sp>
        <p:nvSpPr>
          <p:cNvPr id="125635687"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396527101" name="Date Placeholder 5"/>
          <p:cNvSpPr>
            <a:spLocks noGrp="1"/>
          </p:cNvSpPr>
          <p:nvPr>
            <p:ph type="dt" idx="10"/>
          </p:nvPr>
        </p:nvSpPr>
        <p:spPr bwMode="auto"/>
        <p:txBody>
          <a:bodyPr/>
          <a:lstStyle/>
          <a:p>
            <a:pPr>
              <a:defRPr/>
            </a:pPr>
            <a:fld id="{22FD8069-D363-B1FD-C85A-30544EF19ECA}" type="datetime8">
              <a:rPr lang="en-US"/>
              <a:t>10/14/2026 9:39 AM</a:t>
            </a:fld>
            <a:endParaRPr lang="en-US"/>
          </a:p>
        </p:txBody>
      </p:sp>
      <p:sp>
        <p:nvSpPr>
          <p:cNvPr id="955126282" name="Slide Number Placeholder 6"/>
          <p:cNvSpPr>
            <a:spLocks noGrp="1"/>
          </p:cNvSpPr>
          <p:nvPr>
            <p:ph type="sldNum" sz="quarter" idx="5"/>
          </p:nvPr>
        </p:nvSpPr>
        <p:spPr bwMode="auto"/>
        <p:txBody>
          <a:bodyPr/>
          <a:lstStyle/>
          <a:p>
            <a:pPr>
              <a:defRPr/>
            </a:pPr>
            <a:fld id="{1832D111-37E3-EE75-0870-1F0A4C533A8B}"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2469592" name="Slide Image Placeholder 1"/>
          <p:cNvSpPr>
            <a:spLocks noGrp="1" noRot="1" noChangeAspect="1"/>
          </p:cNvSpPr>
          <p:nvPr>
            <p:ph type="sldImg"/>
          </p:nvPr>
        </p:nvSpPr>
        <p:spPr bwMode="auto"/>
      </p:sp>
      <p:sp>
        <p:nvSpPr>
          <p:cNvPr id="52291121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Respuesta a la pregunta 1: Distancia de coseno (&lt;=&gt;). Mide el ángulo entre vectores, lo que lo convierte en la opción estándar para las incrustaciones de texto normalizadas en las que la similitud direccional importa más que la magnitud.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Respuesta a la pregunta 2: IVFFlat con un número adecuado de listas. IVFFlat funciona bien para grandes conjuntos de datos estáticos. Es más rápido de compilar que HNSW y funciona bien cuando los datos no cambian con frecuencia entre las recompilaciones.</a:t>
            </a:r>
            <a:endParaRPr sz="1200"/>
          </a:p>
          <a:p>
            <a:pPr>
              <a:defRPr/>
            </a:pPr>
            <a:endParaRPr/>
          </a:p>
        </p:txBody>
      </p:sp>
      <p:sp>
        <p:nvSpPr>
          <p:cNvPr id="962598017" name="Slide Number Placeholder 3"/>
          <p:cNvSpPr>
            <a:spLocks noGrp="1"/>
          </p:cNvSpPr>
          <p:nvPr>
            <p:ph type="sldNum" sz="quarter" idx="5"/>
          </p:nvPr>
        </p:nvSpPr>
        <p:spPr bwMode="auto"/>
        <p:txBody>
          <a:bodyPr/>
          <a:lstStyle/>
          <a:p>
            <a:pPr>
              <a:defRPr/>
            </a:pPr>
            <a:fld id="{09C70FE0-6A25-4C3D-BAA1-7E809F005FC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924958" name="Slide Image Placeholder 1"/>
          <p:cNvSpPr>
            <a:spLocks noGrp="1" noRot="1" noChangeAspect="1"/>
          </p:cNvSpPr>
          <p:nvPr>
            <p:ph type="sldImg"/>
          </p:nvPr>
        </p:nvSpPr>
        <p:spPr bwMode="auto"/>
      </p:sp>
      <p:sp>
        <p:nvSpPr>
          <p:cNvPr id="321698127"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ptos"/>
                <a:ea typeface="Aptos"/>
                <a:cs typeface="Aptos"/>
              </a:rPr>
              <a:t> Prompt Microsoft Copilot Chat: </a:t>
            </a:r>
            <a:endParaRPr lang="en-US" sz="1200" b="0" i="0" u="none" strike="noStrike" cap="none" spc="0">
              <a:solidFill>
                <a:schemeClr val="tx1"/>
              </a:solidFill>
              <a:latin typeface="Aptos"/>
              <a:cs typeface="Aptos"/>
            </a:endParaRPr>
          </a:p>
          <a:p>
            <a:pPr>
              <a:defRPr/>
            </a:pPr>
            <a:endParaRPr lang="en-US" sz="1200" b="0" i="0" u="none" strike="noStrike" cap="none" spc="0">
              <a:solidFill>
                <a:schemeClr val="tx1"/>
              </a:solidFill>
              <a:latin typeface="Aptos"/>
              <a:cs typeface="Aptos"/>
            </a:endParaRPr>
          </a:p>
          <a:p>
            <a:pPr>
              <a:defRPr/>
            </a:pPr>
            <a:r>
              <a:rPr lang="en-US" sz="1200" b="0" i="0" u="none" strike="noStrike" cap="none" spc="0">
                <a:solidFill>
                  <a:schemeClr val="tx1"/>
                </a:solidFill>
                <a:latin typeface="Aptos"/>
                <a:ea typeface="Aptos"/>
                <a:cs typeface="Aptos"/>
              </a:rPr>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lang="en-US"/>
          </a:p>
        </p:txBody>
      </p:sp>
      <p:sp>
        <p:nvSpPr>
          <p:cNvPr id="1380646520"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334079941"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464944929"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133B63CA-903A-25F1-A97B-C393C81862D0}" type="datetime8">
              <a:rPr lang="en-US" sz="1200" b="0" i="0" u="none" strike="noStrike" cap="none" spc="0">
                <a:ln>
                  <a:noFill/>
                </a:ln>
                <a:solidFill>
                  <a:prstClr val="black"/>
                </a:solidFill>
                <a:latin typeface="Segoe UI"/>
                <a:ea typeface="Arial"/>
                <a:cs typeface="Arial"/>
              </a:rPr>
              <a:t>10/14/2026 9:39 AM</a:t>
            </a:fld>
            <a:endParaRPr lang="en-US" sz="1200" b="0" i="0" u="none" strike="noStrike" cap="none" spc="0">
              <a:ln>
                <a:noFill/>
              </a:ln>
              <a:solidFill>
                <a:prstClr val="black"/>
              </a:solidFill>
              <a:latin typeface="Segoe UI"/>
              <a:ea typeface="+mn-ea"/>
              <a:cs typeface="+mn-cs"/>
            </a:endParaRPr>
          </a:p>
        </p:txBody>
      </p:sp>
      <p:sp>
        <p:nvSpPr>
          <p:cNvPr id="606927656"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86D533ED-9CBA-0EF4-B0C5-20195B5C2215}" type="slidenum">
              <a:rPr lang="en-US" sz="1200" b="0" i="0" u="none" strike="noStrike" cap="none" spc="0">
                <a:ln>
                  <a:noFill/>
                </a:ln>
                <a:solidFill>
                  <a:prstClr val="black"/>
                </a:solidFill>
                <a:latin typeface="Segoe UI"/>
                <a:ea typeface="Arial"/>
                <a:cs typeface="Arial"/>
              </a:rPr>
              <a:t>25</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644272" name="Slide Image Placeholder 1"/>
          <p:cNvSpPr>
            <a:spLocks noGrp="1" noRot="1" noChangeAspect="1"/>
          </p:cNvSpPr>
          <p:nvPr>
            <p:ph type="sldImg"/>
          </p:nvPr>
        </p:nvSpPr>
        <p:spPr bwMode="auto"/>
      </p:sp>
      <p:sp>
        <p:nvSpPr>
          <p:cNvPr id="67545911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Marco de decisión clave: comienza con HNSW, a menos que se restrinja la memoria. Usa la distancia coseno, a menos que la documentación del modelo indique lo contrario.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Para RAG, invierte en la estrategia de fragmentación y crea un conjunto de datos de evaluación al principio. Estas opciones tienen más impacto en la calidad de la respuesta que el ajuste de parámetros de índice.</a:t>
            </a:r>
            <a:endParaRPr sz="1200"/>
          </a:p>
          <a:p>
            <a:pPr>
              <a:defRPr/>
            </a:pPr>
            <a:endParaRPr/>
          </a:p>
        </p:txBody>
      </p:sp>
      <p:sp>
        <p:nvSpPr>
          <p:cNvPr id="173660861" name="Slide Number Placeholder 3"/>
          <p:cNvSpPr>
            <a:spLocks noGrp="1"/>
          </p:cNvSpPr>
          <p:nvPr>
            <p:ph type="sldNum" sz="quarter" idx="10"/>
          </p:nvPr>
        </p:nvSpPr>
        <p:spPr bwMode="auto"/>
        <p:txBody>
          <a:bodyPr/>
          <a:lstStyle/>
          <a:p>
            <a:pPr>
              <a:defRPr/>
            </a:pPr>
            <a:fld id="{74A9FDBF-85F5-18F9-2838-12EE9F51AD40}"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5683951" name="Slide Image Placeholder 1"/>
          <p:cNvSpPr>
            <a:spLocks noGrp="1" noRot="1" noChangeAspect="1"/>
          </p:cNvSpPr>
          <p:nvPr>
            <p:ph type="sldImg"/>
          </p:nvPr>
        </p:nvSpPr>
        <p:spPr bwMode="auto"/>
      </p:sp>
      <p:sp>
        <p:nvSpPr>
          <p:cNvPr id="1093738338" name="Notes Placeholder 2"/>
          <p:cNvSpPr>
            <a:spLocks noGrp="1"/>
          </p:cNvSpPr>
          <p:nvPr>
            <p:ph type="body" idx="1"/>
          </p:nvPr>
        </p:nvSpPr>
        <p:spPr bwMode="auto"/>
        <p:txBody>
          <a:bodyPr/>
          <a:lstStyle/>
          <a:p>
            <a:pPr>
              <a:defRPr/>
            </a:pPr>
            <a:r>
              <a:rPr lang="es-ES" sz="1200" b="0" i="0" strike="noStrike" cap="none" baseline="0">
                <a:solidFill>
                  <a:srgbClr val="000000"/>
                </a:solidFill>
                <a:effectLst/>
                <a:latin typeface="Aptos"/>
                <a:ea typeface="Aptos"/>
                <a:cs typeface="Aptos"/>
              </a:rPr>
              <a:t>Vínculo al módulo: </a:t>
            </a:r>
            <a:r>
              <a:rPr lang="es-ES" sz="1200" b="0" i="0" u="sng" strike="noStrike" cap="none" baseline="0">
                <a:solidFill>
                  <a:srgbClr val="467886"/>
                </a:solidFill>
                <a:effectLst/>
                <a:uFill>
                  <a:solidFill>
                    <a:srgbClr val="467886"/>
                  </a:solidFill>
                </a:uFill>
                <a:latin typeface="Aptos"/>
                <a:ea typeface="Aptos"/>
                <a:cs typeface="Aptos"/>
                <a:hlinkClick r:id="rId3" history="0"/>
              </a:rPr>
              <a:t>https://learn.microsoft.com/training/modules/optimize-vector-search-azure-database-postgresql/</a:t>
            </a:r>
            <a:endParaRPr lang="en-US"/>
          </a:p>
          <a:p>
            <a:pPr>
              <a:defRPr/>
            </a:pPr>
            <a:endParaRPr lang="en-US"/>
          </a:p>
        </p:txBody>
      </p:sp>
      <p:sp>
        <p:nvSpPr>
          <p:cNvPr id="1497147618" name="Slide Number Placeholder 3"/>
          <p:cNvSpPr>
            <a:spLocks noGrp="1"/>
          </p:cNvSpPr>
          <p:nvPr>
            <p:ph type="sldNum" sz="quarter" idx="5"/>
          </p:nvPr>
        </p:nvSpPr>
        <p:spPr bwMode="auto"/>
        <p:txBody>
          <a:bodyPr/>
          <a:lstStyle/>
          <a:p>
            <a:pPr>
              <a:defRPr/>
            </a:pPr>
            <a:fld id="{10B4D7BB-47DA-46D4-B152-A08B9EBCF1F1}"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3169232" name="Slide Image Placeholder 1"/>
          <p:cNvSpPr>
            <a:spLocks noGrp="1" noRot="1" noChangeAspect="1"/>
          </p:cNvSpPr>
          <p:nvPr>
            <p:ph type="sldImg"/>
          </p:nvPr>
        </p:nvSpPr>
        <p:spPr bwMode="auto"/>
      </p:sp>
      <p:sp>
        <p:nvSpPr>
          <p:cNvPr id="1907995309"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Este módulo se centra en la optimización del rendimiento para el vector de búsqueda, basándose en el conocimiento fundamental de los conceptos de vector de búsqueda y pgvector. Los alumnos ya deben comprender los conceptos básicos de búsqueda de similitud e incrustaciones.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Cada unidad aborda una capa diferente de la pila de optimización, desde parámetros de memoria de bajo nivel hasta decisiones de escalado arquitectónico.</a:t>
            </a:r>
            <a:endParaRPr sz="1200"/>
          </a:p>
          <a:p>
            <a:pPr>
              <a:defRPr/>
            </a:pPr>
            <a:endParaRPr/>
          </a:p>
        </p:txBody>
      </p:sp>
      <p:sp>
        <p:nvSpPr>
          <p:cNvPr id="1808732515" name="Slide Number Placeholder 3"/>
          <p:cNvSpPr>
            <a:spLocks noGrp="1"/>
          </p:cNvSpPr>
          <p:nvPr>
            <p:ph type="sldNum" sz="quarter" idx="10"/>
          </p:nvPr>
        </p:nvSpPr>
        <p:spPr bwMode="auto"/>
        <p:txBody>
          <a:bodyPr/>
          <a:lstStyle/>
          <a:p>
            <a:pPr>
              <a:defRPr/>
            </a:pPr>
            <a:fld id="{65F34202-29D9-1698-EE84-DF0EFAE0008E}"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509359" name="Slide Image Placeholder 1"/>
          <p:cNvSpPr>
            <a:spLocks noGrp="1" noRot="1" noChangeAspect="1"/>
          </p:cNvSpPr>
          <p:nvPr>
            <p:ph type="sldImg"/>
          </p:nvPr>
        </p:nvSpPr>
        <p:spPr bwMode="auto"/>
      </p:sp>
      <p:sp>
        <p:nvSpPr>
          <p:cNvPr id="173742071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El rendimiento del vector de búsqueda se degrada a medida que crecen los datos. Una implementación que funciona bien con 50 000 vectores puede tener problemas con dos millones sin una optimización adecuada.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escenario del módulo sigue un motor de recomendaciones de producto que debe proporcionar resultados inferiores a 100 milisegundos mientras controla decenas de miles de usuarios simultáneos durante el tráfico máximo.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Azure Database for PostgreSQL con pgvector proporciona una plataforma completa para el vector de búsqueda. La obtención de un rendimiento de nivel de producción requiere un ajuste intencionado entre la memoria, el planeamiento de consultas, la indexación, el diseño de datos, el escalado y la administración de conexiones.</a:t>
            </a:r>
            <a:endParaRPr sz="1200"/>
          </a:p>
          <a:p>
            <a:pPr>
              <a:defRPr/>
            </a:pPr>
            <a:endParaRPr/>
          </a:p>
        </p:txBody>
      </p:sp>
      <p:sp>
        <p:nvSpPr>
          <p:cNvPr id="1913457707" name="Slide Number Placeholder 3"/>
          <p:cNvSpPr>
            <a:spLocks noGrp="1"/>
          </p:cNvSpPr>
          <p:nvPr>
            <p:ph type="sldNum" sz="quarter" idx="10"/>
          </p:nvPr>
        </p:nvSpPr>
        <p:spPr bwMode="auto"/>
        <p:txBody>
          <a:bodyPr/>
          <a:lstStyle/>
          <a:p>
            <a:pPr>
              <a:defRPr/>
            </a:pPr>
            <a:fld id="{46EF9690-F434-6C3D-1486-B2EDE16BD272}" type="slidenum">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917242" name="Slide Image Placeholder 1"/>
          <p:cNvSpPr>
            <a:spLocks noGrp="1" noRot="1" noChangeAspect="1"/>
          </p:cNvSpPr>
          <p:nvPr>
            <p:ph type="sldImg"/>
          </p:nvPr>
        </p:nvSpPr>
        <p:spPr bwMode="auto"/>
      </p:sp>
      <p:sp>
        <p:nvSpPr>
          <p:cNvPr id="1050405927"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 búsqueda de similitud vectorial es fundamentalmente diferente de las consultas tradicionales. Cada cálculo de distancia implica miles de operaciones de punto flotante por comparación de vectores.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shared_buffers debe ser lo suficientemente grande como para contener índices vectoriales. Una proporción de aciertos de caché por debajo del 99 % indica que puede ser demasiado pequeño. Azure ajusta esta opción automáticamente en función del nivel de proceso, pero puedes afinarla dentro del intervalo permitido.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valor predeterminado de work_mem es 4 MB, lo que suele ser demasiado pequeño para las operaciones de ordenación de vectores. Establécelo en el nivel de sesión en lugar de globalmente para evitar un consumo excesivo de memoria.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valor predeterminado de random_page_cost es 4.0 para los discos giratorios. Azure usa SSD, por lo que 1.1 refleja las características reales de E/S y fomenta el uso del examen de índices.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valor predeterminado de ivfflat.probes es 1 y busca solo una partición. Comienza en el 5-10 % del recuento de listas y ajústalo en función de la recuperación medida.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valor predeterminado de hnsw.ef_search es 40. Auméntalo a 100-200 para requisitos de alta precisión.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Ejecuta siempre EXPLAIN ANALYZE en consultas representativas para comprobar que el planificador usa índices e identifica dónde se dedica el tiempo.</a:t>
            </a:r>
            <a:endParaRPr sz="1200"/>
          </a:p>
          <a:p>
            <a:pPr>
              <a:defRPr/>
            </a:pPr>
            <a:endParaRPr/>
          </a:p>
        </p:txBody>
      </p:sp>
      <p:sp>
        <p:nvSpPr>
          <p:cNvPr id="1419920275" name="Slide Number Placeholder 3"/>
          <p:cNvSpPr>
            <a:spLocks noGrp="1"/>
          </p:cNvSpPr>
          <p:nvPr>
            <p:ph type="sldNum" sz="quarter" idx="5"/>
          </p:nvPr>
        </p:nvSpPr>
        <p:spPr bwMode="auto"/>
        <p:txBody>
          <a:bodyPr/>
          <a:lstStyle/>
          <a:p>
            <a:pPr>
              <a:defRPr/>
            </a:pPr>
            <a:fld id="{B7BC796B-60B1-EC1A-87B6-BA28E3526489}"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1802409" name="Slide Image Placeholder 1"/>
          <p:cNvSpPr>
            <a:spLocks noGrp="1" noRot="1" noChangeAspect="1"/>
          </p:cNvSpPr>
          <p:nvPr>
            <p:ph type="sldImg"/>
          </p:nvPr>
        </p:nvSpPr>
        <p:spPr bwMode="auto"/>
      </p:sp>
      <p:sp>
        <p:nvSpPr>
          <p:cNvPr id="1197569052"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Sin un índice, el vector de búsqueda requiere un examen secuencial que se compara con cada vector almacenado. Para un millón de vectores, esto significa un millón de cálculos de distancia por consulta, lo que tarda segundos, en lugar de milisegundos.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IVFFlat hace particiones de vectores utilizando k-means. El parámetro lists establece el número de particiones. Entre uno y diez millones de filas, use 4.000-10.000 listas. El parámetro probes controla cuántas listas se buscan por consulta.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HNSW compila un grafo jerárquico. El parámetro m controla las conexiones por nodo (comienza con 16). ef_construction controla la calidad de compilación (al menos el doble de m). Los tiempos de compilación aumentan más que linealmente con el tamaño de los datos.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Punto de decisión clave: el tiempo de compilación de IVFFlat es minutos para millones de vectores, mientras que HNSW tarda horas. Elige IVFFlat cuando los datos cambien con frecuencia con actualizaciones en masa o la memoria esté restringida. Elige HNSW cuando se necesite una precisión superior al 99 %.</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clase de operador debe coincidir con el operador de distancia. El uso de vector_cosine_ops con una consulta que usa el operador de distancia L2 fuerza un examen secuencial.</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índices DiskANN también están disponibles en Azure Database for PostgreSQL para conjuntos de datos que superan los 100 millones de vectores.</a:t>
            </a:r>
            <a:endParaRPr sz="1200"/>
          </a:p>
          <a:p>
            <a:pPr>
              <a:defRPr/>
            </a:pPr>
            <a:endParaRPr/>
          </a:p>
        </p:txBody>
      </p:sp>
      <p:sp>
        <p:nvSpPr>
          <p:cNvPr id="358381302" name="Slide Number Placeholder 3"/>
          <p:cNvSpPr>
            <a:spLocks noGrp="1"/>
          </p:cNvSpPr>
          <p:nvPr>
            <p:ph type="sldNum" sz="quarter" idx="5"/>
          </p:nvPr>
        </p:nvSpPr>
        <p:spPr bwMode="auto"/>
        <p:txBody>
          <a:bodyPr/>
          <a:lstStyle/>
          <a:p>
            <a:pPr>
              <a:defRPr/>
            </a:pPr>
            <a:fld id="{10B4D7BB-47DA-46D4-B152-A08B9EBCF1F1}"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716379" name="Slide Image Placeholder 1"/>
          <p:cNvSpPr>
            <a:spLocks noGrp="1" noRot="1" noChangeAspect="1"/>
          </p:cNvSpPr>
          <p:nvPr>
            <p:ph type="sldImg"/>
          </p:nvPr>
        </p:nvSpPr>
        <p:spPr bwMode="auto"/>
      </p:sp>
      <p:sp>
        <p:nvSpPr>
          <p:cNvPr id="1822787718"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Las decisiones de modelado de datos afectan directamente al rendimiento del vector de búsqueda. Una inserción dimensional de 1536 usa aproximadamente 6 KB por fila o 6 GB por millón de filas. Los índices HNSW agregan aproximadamente un 50 % a ese almacenamiento.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columnas estructuradas con índices de árbol B son mucho más eficaces para el filtrado que JSONB. Una cláusula WHERE en category_id con un índice de árbol B permite a PostgreSQL restringir candidatos antes de ejecutar costosos cálculos de distancia de vectores.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Combina columnas estructuradas para atributos filtrados con frecuencia (categoría, precio y disponibilidad) y JSONB para atributos dinámicos o raramente filtrados. Esto optimiza el caso común sin sacrificar la flexibilidad.</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modelo de consulta más eficaz aplica primero filtros de metadatos. Si el 5 % de los productos coincide con filtros, busca 100 000 vectores en lugar de 2 millones.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El patrón posterior al filtro captura más candidatos similares a vectores de los necesarios y, a continuación, aplica filtros. Resulta útil cuando los filtros no reducen el candidato establecido de forma eficaz antes del vector de búsqueda.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Considera la posibilidad de crear particiones de tablas por fecha o categoría cuando las tablas superen decenas de millones de filas. Cada partición obtiene sus propios índices, y los índices se pueden volver a generar de forma independiente.</a:t>
            </a:r>
            <a:endParaRPr sz="1200"/>
          </a:p>
          <a:p>
            <a:pPr>
              <a:defRPr/>
            </a:pPr>
            <a:endParaRPr/>
          </a:p>
        </p:txBody>
      </p:sp>
      <p:sp>
        <p:nvSpPr>
          <p:cNvPr id="1682431287" name="Slide Number Placeholder 3"/>
          <p:cNvSpPr>
            <a:spLocks noGrp="1"/>
          </p:cNvSpPr>
          <p:nvPr>
            <p:ph type="sldNum" sz="quarter" idx="5"/>
          </p:nvPr>
        </p:nvSpPr>
        <p:spPr bwMode="auto"/>
        <p:txBody>
          <a:bodyPr/>
          <a:lstStyle/>
          <a:p>
            <a:pPr>
              <a:defRPr/>
            </a:pPr>
            <a:fld id="{1759E423-A47E-586E-FBF1-2B304E084B05}"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488707" name="Slide Image Placeholder 1"/>
          <p:cNvSpPr>
            <a:spLocks noGrp="1" noRot="1" noChangeAspect="1"/>
          </p:cNvSpPr>
          <p:nvPr>
            <p:ph type="sldImg"/>
          </p:nvPr>
        </p:nvSpPr>
        <p:spPr bwMode="auto"/>
      </p:sp>
      <p:sp>
        <p:nvSpPr>
          <p:cNvPr id="483707921"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Azure Database for PostgreSQL ofrece tres niveles de proceso. Ampliable (2 GB/núcleo virtual) se adapta al desarrollo. De uso general (4 GB/núcleo virtual) controla cargas de trabajo equilibradas. Optimizado para memoria (8 GB/núcleo virtual) es mejor para cargas de trabajo vectoriales porque la memoria adicional mantiene los índices almacenados en caché.</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Escala verticalmente primero porque es más fácil de implementar. Escala horizontalmente con réplicas y almacenamiento en caché cuando el volumen total de consultas supere lo que puede controlar un servidor.</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Las réplicas de lectura usan la replicación asincrónica. El retraso suele ser milisegundos, pero puede aumentar durante grandes escrituras. En el caso de las recomendaciones del producto, la obsolescencia leve suele ser aceptable.</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Entre las oportunidades de caché, se incluyen inserciones de productos populares y "elementos similares" precalculados para los principales productos. Las consultas de similitud vectorial arbitraria no se almacenan en caché correctamente debido al espacio de consulta infinito.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Establece alertas de Azure Monitor: advertencia con un 80 % de CPU durante 5 minutos, crítica con un 90 % de memoria durante 5 minutos.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capacidad reservada ofrece un descuento de hasta el 65 % para los compromisos de un año o de tres años en cargas de trabajo de línea base predecibles.</a:t>
            </a:r>
            <a:endParaRPr sz="1200"/>
          </a:p>
          <a:p>
            <a:pPr>
              <a:defRPr/>
            </a:pPr>
            <a:endParaRPr/>
          </a:p>
        </p:txBody>
      </p:sp>
      <p:sp>
        <p:nvSpPr>
          <p:cNvPr id="256546335" name="Slide Number Placeholder 3"/>
          <p:cNvSpPr>
            <a:spLocks noGrp="1"/>
          </p:cNvSpPr>
          <p:nvPr>
            <p:ph type="sldNum" sz="quarter" idx="5"/>
          </p:nvPr>
        </p:nvSpPr>
        <p:spPr bwMode="auto"/>
        <p:txBody>
          <a:bodyPr/>
          <a:lstStyle/>
          <a:p>
            <a:pPr>
              <a:defRPr/>
            </a:pPr>
            <a:fld id="{AE0C18E9-185C-BEA1-DF50-03654873D321}"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3937763" name="Slide Image Placeholder 1"/>
          <p:cNvSpPr>
            <a:spLocks noGrp="1" noRot="1" noChangeAspect="1"/>
          </p:cNvSpPr>
          <p:nvPr>
            <p:ph type="sldImg"/>
          </p:nvPr>
        </p:nvSpPr>
        <p:spPr bwMode="auto"/>
      </p:sp>
      <p:sp>
        <p:nvSpPr>
          <p:cNvPr id="1545083693"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Cada nueva conexión de PostgreSQL requiere protocolo de enlace TCP, negociación TLS, autenticación y asignación de procesos de back-end. Esto supone 50-200 ms por conexión.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Los límites de conexión varían según el nivel. Los 4 núcleos virtuales de De uso general permiten 1718 conexiones. Los 4 núcleos virtuales de Optimizado para memoria permiten 3437. Si se superan estos límites, se producen errores de conexión durante los picos de tráfico.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PgBouncer está integrado en Azure Database for PostgreSQL en los niveles De uso general y Optimizado para memoria. Habilítalo y conéctate al puerto 6432. El modo de transacción es la mejor opción para las cargas de trabajo de vector de búsqueda.</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En el modo de transacción, los comandos SET no se conservan entre transacciones. Usa SET LOCAL dentro de las transacciones para la configuración específica del vector, como hnsw.ef_search o ivfflat.probes.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La agrupación de nivel de aplicación con psycopg_pool (Python) o Npgsql (integrado para .NET) administra conexiones locales. Limita el tamaño máximo del grupo en las conexiones máximas de la base de datos divididas por el número de instancias de aplicación.</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Consultas por lotes con WHERE id = ANY(array) en lugar de varios recorridos de ida y vuelta. Usa COPY para la carga vectorial masiva. Implementa el reintento con retroceso exponencial y vibración para fallos en la nube transitorios.</a:t>
            </a:r>
            <a:endParaRPr sz="1200"/>
          </a:p>
          <a:p>
            <a:pPr>
              <a:defRPr/>
            </a:pPr>
            <a:endParaRPr/>
          </a:p>
        </p:txBody>
      </p:sp>
      <p:sp>
        <p:nvSpPr>
          <p:cNvPr id="2140542596" name="Slide Number Placeholder 3"/>
          <p:cNvSpPr>
            <a:spLocks noGrp="1"/>
          </p:cNvSpPr>
          <p:nvPr>
            <p:ph type="sldNum" sz="quarter" idx="5"/>
          </p:nvPr>
        </p:nvSpPr>
        <p:spPr bwMode="auto"/>
        <p:txBody>
          <a:bodyPr/>
          <a:lstStyle/>
          <a:p>
            <a:pPr>
              <a:defRPr/>
            </a:pPr>
            <a:fld id="{E5EECAD7-9CB4-5246-4D80-18F24A4C8CF4}"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54249" name="Slide Image Placeholder 1"/>
          <p:cNvSpPr>
            <a:spLocks noGrp="1" noRot="1" noChangeAspect="1"/>
          </p:cNvSpPr>
          <p:nvPr>
            <p:ph type="sldImg"/>
          </p:nvPr>
        </p:nvSpPr>
        <p:spPr bwMode="auto"/>
      </p:sp>
      <p:sp>
        <p:nvSpPr>
          <p:cNvPr id="2142166506" name="Notes Placeholder 2"/>
          <p:cNvSpPr>
            <a:spLocks noGrp="1"/>
          </p:cNvSpPr>
          <p:nvPr>
            <p:ph type="body" idx="1"/>
          </p:nvPr>
        </p:nvSpPr>
        <p:spPr bwMode="auto"/>
        <p:txBody>
          <a:bodyPr/>
          <a:lstStyle/>
          <a:p>
            <a:pPr>
              <a:lnSpc>
                <a:spcPct val="90000"/>
              </a:lnSpc>
              <a:spcAft>
                <a:spcPts val="332"/>
              </a:spcAft>
              <a:defRPr/>
            </a:pPr>
            <a:r>
              <a:rPr lang="es-ES" sz="1200" b="0" i="0" strike="noStrike" cap="none" baseline="0">
                <a:solidFill>
                  <a:srgbClr val="000000"/>
                </a:solidFill>
                <a:effectLst/>
                <a:latin typeface="Aptos"/>
                <a:ea typeface="Aptos"/>
                <a:cs typeface="Aptos"/>
              </a:rPr>
              <a:t>Este ejercicio requiere una suscripción a Azure, que debe proporcionar el proveedor de servicios de hosting del laboratorio que le presta servicio para impartir este curso.</a:t>
            </a:r>
            <a:endParaRPr lang="en-US">
              <a:solidFill>
                <a:srgbClr val="444444"/>
              </a:solidFill>
            </a:endParaRPr>
          </a:p>
          <a:p>
            <a:pPr>
              <a:lnSpc>
                <a:spcPct val="90000"/>
              </a:lnSpc>
              <a:spcAft>
                <a:spcPts val="332"/>
              </a:spcAft>
              <a:defRPr/>
            </a:pPr>
            <a:r>
              <a:rPr lang="es-ES" sz="1200" b="0" i="0" strike="noStrike" cap="none" baseline="0">
                <a:solidFill>
                  <a:srgbClr val="000000"/>
                </a:solidFill>
                <a:effectLst/>
                <a:latin typeface="Aptos"/>
                <a:ea typeface="Aptos"/>
                <a:cs typeface="Aptos"/>
              </a:rPr>
              <a:t>Si no puedes proporcionar a los alumnos suscripciones de Azure, puedes demostrar el laboratorio con tu propia suscripción (si tienes una disponible).</a:t>
            </a:r>
            <a:endParaRPr/>
          </a:p>
        </p:txBody>
      </p:sp>
      <p:sp>
        <p:nvSpPr>
          <p:cNvPr id="1863586963" name="Header Placeholder 3"/>
          <p:cNvSpPr>
            <a:spLocks noGrp="1"/>
          </p:cNvSpPr>
          <p:nvPr>
            <p:ph type="hdr" sz="quarter" idx="6"/>
          </p:nvPr>
        </p:nvSpPr>
        <p:spPr bwMode="auto"/>
        <p:txBody>
          <a:bodyPr/>
          <a:lstStyle/>
          <a:p>
            <a:pPr>
              <a:defRPr/>
            </a:pPr>
            <a:endParaRPr lang="en-US"/>
          </a:p>
        </p:txBody>
      </p:sp>
      <p:sp>
        <p:nvSpPr>
          <p:cNvPr id="1659090439" name="Footer Placeholder 4"/>
          <p:cNvSpPr>
            <a:spLocks noGrp="1"/>
          </p:cNvSpPr>
          <p:nvPr>
            <p:ph type="ftr" sz="quarter" idx="4"/>
          </p:nvPr>
        </p:nvSpPr>
        <p:spPr bwMode="auto"/>
        <p:txBody>
          <a:bodyPr/>
          <a:lstStyle/>
          <a:p>
            <a:pPr defTabSz="914098">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a:p>
        </p:txBody>
      </p:sp>
      <p:sp>
        <p:nvSpPr>
          <p:cNvPr id="872047377" name="Date Placeholder 5"/>
          <p:cNvSpPr>
            <a:spLocks noGrp="1"/>
          </p:cNvSpPr>
          <p:nvPr>
            <p:ph type="dt" idx="10"/>
          </p:nvPr>
        </p:nvSpPr>
        <p:spPr bwMode="auto"/>
        <p:txBody>
          <a:bodyPr/>
          <a:lstStyle/>
          <a:p>
            <a:pPr>
              <a:defRPr/>
            </a:pPr>
            <a:fld id="{22FD8069-D363-B1FD-C85A-30544EF19ECA}" type="datetime8">
              <a:rPr lang="en-US"/>
              <a:t>10/14/2026 9:39 AM</a:t>
            </a:fld>
            <a:endParaRPr lang="en-US"/>
          </a:p>
        </p:txBody>
      </p:sp>
      <p:sp>
        <p:nvSpPr>
          <p:cNvPr id="9625658" name="Slide Number Placeholder 6"/>
          <p:cNvSpPr>
            <a:spLocks noGrp="1"/>
          </p:cNvSpPr>
          <p:nvPr>
            <p:ph type="sldNum" sz="quarter" idx="5"/>
          </p:nvPr>
        </p:nvSpPr>
        <p:spPr bwMode="auto"/>
        <p:txBody>
          <a:bodyPr/>
          <a:lstStyle/>
          <a:p>
            <a:pPr>
              <a:defRPr/>
            </a:pPr>
            <a:fld id="{1832D111-37E3-EE75-0870-1F0A4C533A8B}"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3506537" name="Slide Image Placeholder 1"/>
          <p:cNvSpPr>
            <a:spLocks noGrp="1" noRot="1" noChangeAspect="1"/>
          </p:cNvSpPr>
          <p:nvPr>
            <p:ph type="sldImg"/>
          </p:nvPr>
        </p:nvSpPr>
        <p:spPr bwMode="auto"/>
      </p:sp>
      <p:sp>
        <p:nvSpPr>
          <p:cNvPr id="641093154"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Pregunta 1: IVFFlat con listas establecidas en sqrt(rows) es correcto. IVFFlat compila mucho más rápido que HNSW, lo que hace que sea práctico para conjuntos de datos que requieren una regeneración frecuente. HNSW tarda normalmente entre 2 y 6 horas durante 5 millones de vectores, superando ampliamente el requisito de 30 minutos.</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Pregunta 2: Comprobar que existe un índice de árbol B en category_id es correcto. Sin un índice de árbol B en la columna de filtro, PostgreSQL no puede restringir eficazmente candidatos antes del vector de búsqueda. La creación del índice permite al planificador reducir el candidato establecido antes de las operaciones vectoriales.</a:t>
            </a:r>
            <a:endParaRPr sz="1200"/>
          </a:p>
          <a:p>
            <a:pPr>
              <a:defRPr/>
            </a:pPr>
            <a:endParaRPr/>
          </a:p>
        </p:txBody>
      </p:sp>
      <p:sp>
        <p:nvSpPr>
          <p:cNvPr id="1263401203" name="Slide Number Placeholder 3"/>
          <p:cNvSpPr>
            <a:spLocks noGrp="1"/>
          </p:cNvSpPr>
          <p:nvPr>
            <p:ph type="sldNum" sz="quarter" idx="5"/>
          </p:nvPr>
        </p:nvSpPr>
        <p:spPr bwMode="auto"/>
        <p:txBody>
          <a:bodyPr/>
          <a:lstStyle/>
          <a:p>
            <a:pPr>
              <a:defRPr/>
            </a:pPr>
            <a:fld id="{09C70FE0-6A25-4C3D-BAA1-7E809F005FC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08648" name="Slide Image Placeholder 1"/>
          <p:cNvSpPr>
            <a:spLocks noGrp="1" noRot="1" noChangeAspect="1"/>
          </p:cNvSpPr>
          <p:nvPr>
            <p:ph type="sldImg"/>
          </p:nvPr>
        </p:nvSpPr>
        <p:spPr bwMode="auto"/>
      </p:sp>
      <p:sp>
        <p:nvSpPr>
          <p:cNvPr id="727209851" name="Notes Placeholder 2"/>
          <p:cNvSpPr>
            <a:spLocks noGrp="1"/>
          </p:cNvSpPr>
          <p:nvPr>
            <p:ph type="body" idx="1"/>
          </p:nvPr>
        </p:nvSpPr>
        <p:spPr bwMode="auto"/>
        <p:txBody>
          <a:bodyPr/>
          <a:lstStyle/>
          <a:p>
            <a:pPr>
              <a:defRPr/>
            </a:pPr>
            <a:r>
              <a:rPr lang="en-US"/>
              <a:t> Prompt Microsoft Copilot Chat: </a:t>
            </a:r>
            <a:endParaRPr/>
          </a:p>
          <a:p>
            <a:pPr>
              <a:defRPr/>
            </a:pPr>
            <a:endParaRPr/>
          </a:p>
          <a:p>
            <a:pPr marL="0" marR="0" lvl="0" indent="0" algn="l" defTabSz="914400" rtl="0">
              <a:lnSpc>
                <a:spcPct val="100000"/>
              </a:lnSpc>
              <a:spcBef>
                <a:spcPct val="0"/>
              </a:spcBef>
              <a:spcAft>
                <a:spcPct val="0"/>
              </a:spcAft>
              <a:buClrTx/>
              <a:buSzTx/>
              <a:buFontTx/>
              <a:buNone/>
              <a:defRPr/>
            </a:pPr>
            <a:r>
              <a:rPr lang="en-US"/>
              <a:t>As a Microsoft Copilot Chat expert, please create three multiple-choice questions that assess knowledge of key features, including how to access Copilot Chat, its different modes, how to initiate it, and the concept of EDP. Present one question at a time and wait for my response before continuing. After each answer, provide a brief explanation of the correct choice before moving on to the next question.</a:t>
            </a:r>
            <a:endParaRPr/>
          </a:p>
          <a:p>
            <a:pPr>
              <a:defRPr/>
            </a:pPr>
            <a:endParaRPr/>
          </a:p>
        </p:txBody>
      </p:sp>
      <p:sp>
        <p:nvSpPr>
          <p:cNvPr id="1709929940" name="Header Placeholder 3"/>
          <p:cNvSpPr>
            <a:spLocks noGrp="1"/>
          </p:cNvSpPr>
          <p:nvPr>
            <p:ph type="hdr" sz="quarter" idx="10"/>
          </p:nvPr>
        </p:nvSpPr>
        <p:spPr bwMode="auto"/>
        <p:txBody>
          <a:bodyPr/>
          <a:lstStyle/>
          <a:p>
            <a:pPr marL="0" marR="0" lvl="0" indent="0" algn="l" defTabSz="914366" rtl="0">
              <a:lnSpc>
                <a:spcPct val="100000"/>
              </a:lnSpc>
              <a:spcBef>
                <a:spcPct val="0"/>
              </a:spcBef>
              <a:spcAft>
                <a:spcPct val="0"/>
              </a:spcAft>
              <a:buClrTx/>
              <a:buSzTx/>
              <a:buFontTx/>
              <a:buNone/>
              <a:defRPr/>
            </a:pPr>
            <a:endParaRPr lang="en-US" sz="1200" b="0" i="0" u="none" strike="noStrike" cap="none" spc="0">
              <a:ln>
                <a:noFill/>
              </a:ln>
              <a:solidFill>
                <a:prstClr val="black"/>
              </a:solidFill>
              <a:latin typeface="Segoe UI"/>
              <a:ea typeface="+mn-ea"/>
              <a:cs typeface="+mn-cs"/>
            </a:endParaRPr>
          </a:p>
        </p:txBody>
      </p:sp>
      <p:sp>
        <p:nvSpPr>
          <p:cNvPr id="1818903690" name="Footer Placeholder 4"/>
          <p:cNvSpPr>
            <a:spLocks noGrp="1"/>
          </p:cNvSpPr>
          <p:nvPr>
            <p:ph type="ftr" sz="quarter" idx="11"/>
          </p:nvPr>
        </p:nvSpPr>
        <p:spPr bwMode="auto"/>
        <p:txBody>
          <a:bodyPr/>
          <a:lstStyle/>
          <a:p>
            <a:pPr marL="571500" marR="0" lvl="0" indent="0" algn="l" defTabSz="914098" rtl="0">
              <a:lnSpc>
                <a:spcPct val="100000"/>
              </a:lnSpc>
              <a:spcBef>
                <a:spcPct val="0"/>
              </a:spcBef>
              <a:spcAft>
                <a:spcPct val="0"/>
              </a:spcAft>
              <a:buClrTx/>
              <a:buSzTx/>
              <a:buFontTx/>
              <a:buNone/>
              <a:defRPr/>
            </a:pPr>
            <a:r>
              <a:rPr lang="en-US" sz="400" b="0" i="0" u="none" strike="noStrike" cap="none" spc="0">
                <a:ln>
                  <a:noFill/>
                </a:ln>
                <a:gradFill>
                  <a:gsLst>
                    <a:gs pos="0">
                      <a:prstClr val="black"/>
                    </a:gs>
                    <a:gs pos="100000">
                      <a:prstClr val="black"/>
                    </a:gs>
                  </a:gsLst>
                  <a:lin ang="5400000" scaled="0"/>
                </a:gradFill>
                <a:latin typeface="Segoe UI"/>
                <a:ea typeface="Segoe UI"/>
                <a:cs typeface="Segoe UI"/>
              </a:rPr>
              <a:t>© Microsoft Corporation. All rights reserved. MICROSOFT MAKES NO WARRANTIES, EXPRESS, IMPLIED OR STATUTORY, AS TO THE INFORMATION IN THIS PRESENTATION.</a:t>
            </a:r>
            <a:endParaRPr/>
          </a:p>
        </p:txBody>
      </p:sp>
      <p:sp>
        <p:nvSpPr>
          <p:cNvPr id="2058616956" name="Date Placeholder 5"/>
          <p:cNvSpPr>
            <a:spLocks noGrp="1"/>
          </p:cNvSpPr>
          <p:nvPr>
            <p:ph type="dt" idx="12"/>
          </p:nvPr>
        </p:nvSpPr>
        <p:spPr bwMode="auto"/>
        <p:txBody>
          <a:bodyPr/>
          <a:lstStyle/>
          <a:p>
            <a:pPr marL="0" marR="0" lvl="0" indent="0" algn="r" defTabSz="914366" rtl="0">
              <a:lnSpc>
                <a:spcPct val="100000"/>
              </a:lnSpc>
              <a:spcBef>
                <a:spcPct val="0"/>
              </a:spcBef>
              <a:spcAft>
                <a:spcPct val="0"/>
              </a:spcAft>
              <a:buClrTx/>
              <a:buSzTx/>
              <a:buFontTx/>
              <a:buNone/>
              <a:defRPr/>
            </a:pPr>
            <a:fld id="{FB0AD94D-F257-7AC5-A551-9E77DA5F4511}" type="datetime8">
              <a:rPr lang="en-US" sz="1200" b="0" i="0" u="none" strike="noStrike" cap="none" spc="0">
                <a:ln>
                  <a:noFill/>
                </a:ln>
                <a:solidFill>
                  <a:prstClr val="black"/>
                </a:solidFill>
                <a:latin typeface="Segoe UI"/>
                <a:ea typeface="Arial"/>
                <a:cs typeface="Arial"/>
              </a:rPr>
              <a:t>10/14/2026 9:39 AM</a:t>
            </a:fld>
            <a:endParaRPr lang="en-US" sz="1200" b="0" i="0" u="none" strike="noStrike" cap="none" spc="0">
              <a:ln>
                <a:noFill/>
              </a:ln>
              <a:solidFill>
                <a:prstClr val="black"/>
              </a:solidFill>
              <a:latin typeface="Segoe UI"/>
              <a:ea typeface="+mn-ea"/>
              <a:cs typeface="+mn-cs"/>
            </a:endParaRPr>
          </a:p>
        </p:txBody>
      </p:sp>
      <p:sp>
        <p:nvSpPr>
          <p:cNvPr id="1410750141" name="Slide Number Placeholder 6"/>
          <p:cNvSpPr>
            <a:spLocks noGrp="1"/>
          </p:cNvSpPr>
          <p:nvPr>
            <p:ph type="sldNum" sz="quarter" idx="13"/>
          </p:nvPr>
        </p:nvSpPr>
        <p:spPr bwMode="auto"/>
        <p:txBody>
          <a:bodyPr/>
          <a:lstStyle/>
          <a:p>
            <a:pPr marL="0" marR="0" lvl="0" indent="0" algn="r" defTabSz="914366" rtl="0">
              <a:lnSpc>
                <a:spcPct val="100000"/>
              </a:lnSpc>
              <a:spcBef>
                <a:spcPct val="0"/>
              </a:spcBef>
              <a:spcAft>
                <a:spcPct val="0"/>
              </a:spcAft>
              <a:buClrTx/>
              <a:buSzTx/>
              <a:buFontTx/>
              <a:buNone/>
              <a:defRPr/>
            </a:pPr>
            <a:fld id="{1AEBF732-0A4B-E7E0-E845-8DB50BF09617}" type="slidenum">
              <a:rPr lang="en-US" sz="1200" b="0" i="0" u="none" strike="noStrike" cap="none" spc="0">
                <a:ln>
                  <a:noFill/>
                </a:ln>
                <a:solidFill>
                  <a:prstClr val="black"/>
                </a:solidFill>
                <a:latin typeface="Segoe UI"/>
                <a:ea typeface="Arial"/>
                <a:cs typeface="Arial"/>
              </a:rPr>
              <a:t>37</a:t>
            </a:fld>
            <a:endParaRPr lang="en-US" sz="1200" b="0" i="0" u="none" strike="noStrike" cap="none" spc="0">
              <a:ln>
                <a:noFill/>
              </a:ln>
              <a:solidFill>
                <a:prstClr val="black"/>
              </a:solidFill>
              <a:latin typeface="Segoe UI"/>
              <a:ea typeface="+mn-ea"/>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689073" name="Slide Image Placeholder 1"/>
          <p:cNvSpPr>
            <a:spLocks noGrp="1" noRot="1" noChangeAspect="1"/>
          </p:cNvSpPr>
          <p:nvPr>
            <p:ph type="sldImg"/>
          </p:nvPr>
        </p:nvSpPr>
        <p:spPr bwMode="auto"/>
      </p:sp>
      <p:sp>
        <p:nvSpPr>
          <p:cNvPr id="744233515" name="Notes Placeholder 2"/>
          <p:cNvSpPr>
            <a:spLocks noGrp="1"/>
          </p:cNvSpPr>
          <p:nvPr>
            <p:ph type="body" idx="1"/>
          </p:nvPr>
        </p:nvSpPr>
        <p:spPr bwMode="auto"/>
        <p:txBody>
          <a:bodyPr/>
          <a:lstStyle/>
          <a:p>
            <a:pPr marL="0" lvl="0" indent="0">
              <a:buNone/>
              <a:defRPr/>
            </a:pPr>
            <a:r>
              <a:rPr lang="es-ES" sz="1200" b="0" i="0" strike="noStrike" cap="none" baseline="0">
                <a:solidFill>
                  <a:srgbClr val="000000"/>
                </a:solidFill>
                <a:effectLst/>
                <a:latin typeface="Aptos"/>
                <a:ea typeface="Aptos"/>
                <a:cs typeface="Aptos"/>
              </a:rPr>
              <a:t>Resume los puntos de decisión clave con la clase. Cada optimización aborda un cuello de botella de rendimiento diferente: la configuración de la memoria y del planificador para la latencia de consulta única, la selección de índices para la compensación de coincidencia frente a velocidad, la distribución de datos para la eficiencia de la búsqueda filtrada, el escalado para la capacidad y la agrupación de conexiones para el rendimiento.</a:t>
            </a:r>
            <a:endParaRPr sz="1200"/>
          </a:p>
          <a:p>
            <a:pPr marL="0" lvl="0" indent="0">
              <a:buNone/>
              <a:defRPr/>
            </a:pPr>
            <a:endParaRPr sz="1200"/>
          </a:p>
          <a:p>
            <a:pPr marL="0" lvl="0" indent="0">
              <a:buNone/>
              <a:defRPr/>
            </a:pPr>
            <a:r>
              <a:rPr lang="es-ES" sz="1200" b="0" i="0" strike="noStrike" cap="none" baseline="0">
                <a:solidFill>
                  <a:srgbClr val="000000"/>
                </a:solidFill>
                <a:effectLst/>
                <a:latin typeface="Aptos"/>
                <a:ea typeface="Aptos"/>
                <a:cs typeface="Aptos"/>
              </a:rPr>
              <a:t>Anima a los alumnos a revisar el módulo completo de Microsoft Learn para obtener ejemplos de configuración detallados e instrucciones de pruebas comparativas.</a:t>
            </a:r>
            <a:endParaRPr sz="1200"/>
          </a:p>
          <a:p>
            <a:pPr>
              <a:defRPr/>
            </a:pPr>
            <a:endParaRPr/>
          </a:p>
        </p:txBody>
      </p:sp>
      <p:sp>
        <p:nvSpPr>
          <p:cNvPr id="1469254969" name="Slide Number Placeholder 3"/>
          <p:cNvSpPr>
            <a:spLocks noGrp="1"/>
          </p:cNvSpPr>
          <p:nvPr>
            <p:ph type="sldNum" sz="quarter" idx="10"/>
          </p:nvPr>
        </p:nvSpPr>
        <p:spPr bwMode="auto"/>
        <p:txBody>
          <a:bodyPr/>
          <a:lstStyle/>
          <a:p>
            <a:pPr>
              <a:defRPr/>
            </a:pPr>
            <a:fld id="{74A9FDBF-85F5-18F9-2838-12EE9F51AD40}" type="slidenum">
              <a:rPr/>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fillRect/>
          </a:stretch>
        </a:blipFill>
        <a:effectLst/>
      </p:bgPr>
    </p:bg>
    <p:spTree>
      <p:nvGrpSpPr>
        <p:cNvPr id="1" name=""/>
        <p:cNvGrpSpPr/>
        <p:nvPr/>
      </p:nvGrpSpPr>
      <p:grpSpPr>
        <a:xfrm>
          <a:off x="0" y="0"/>
          <a:ext cx="0" cy="0"/>
          <a:chOff x="0" y="0"/>
          <a:chExt cx="0" cy="0"/>
        </a:xfrm>
      </p:grpSpPr>
      <p:pic>
        <p:nvPicPr>
          <p:cNvPr id="2111565158" name="MS logo gray - EMF" descr="Microsoft logo, gray text version"/>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4200" y="585789"/>
            <a:ext cx="1366440" cy="292608"/>
          </a:xfrm>
          <a:prstGeom prst="rect">
            <a:avLst/>
          </a:prstGeom>
        </p:spPr>
      </p:pic>
      <p:sp>
        <p:nvSpPr>
          <p:cNvPr id="90659632" name="Title 1"/>
          <p:cNvSpPr>
            <a:spLocks noGrp="1"/>
          </p:cNvSpPr>
          <p:nvPr>
            <p:ph type="title" hasCustomPrompt="1"/>
          </p:nvPr>
        </p:nvSpPr>
        <p:spPr bwMode="auto">
          <a:xfrm>
            <a:off x="569913" y="3551986"/>
            <a:ext cx="5686955" cy="1108121"/>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Section Divider">
    <p:bg>
      <p:bgPr>
        <a:blipFill rotWithShape="1">
          <a:blip r:embed="rId2">
            <a:lum/>
          </a:blip>
          <a:stretch>
            <a:fillRect t="-5000" b="-5000"/>
          </a:stretch>
        </a:blipFill>
        <a:effectLst/>
      </p:bgPr>
    </p:bg>
    <p:spTree>
      <p:nvGrpSpPr>
        <p:cNvPr id="1" name=""/>
        <p:cNvGrpSpPr/>
        <p:nvPr/>
      </p:nvGrpSpPr>
      <p:grpSpPr>
        <a:xfrm>
          <a:off x="0" y="0"/>
          <a:ext cx="0" cy="0"/>
          <a:chOff x="0" y="0"/>
          <a:chExt cx="0" cy="0"/>
        </a:xfrm>
      </p:grpSpPr>
      <p:sp>
        <p:nvSpPr>
          <p:cNvPr id="324097879" name="Title 1"/>
          <p:cNvSpPr>
            <a:spLocks noGrp="1"/>
          </p:cNvSpPr>
          <p:nvPr>
            <p:ph type="title" hasCustomPrompt="1"/>
          </p:nvPr>
        </p:nvSpPr>
        <p:spPr bwMode="auto">
          <a:xfrm>
            <a:off x="581340" y="3514705"/>
            <a:ext cx="6472474" cy="565091"/>
          </a:xfrm>
          <a:prstGeom prst="rect">
            <a:avLst/>
          </a:prstGeom>
          <a:noFill/>
        </p:spPr>
        <p:txBody>
          <a:bodyPr wrap="square" lIns="0" tIns="0" rIns="0" bIns="0" anchor="b" anchorCtr="0">
            <a:spAutoFit/>
          </a:bodyPr>
          <a:lstStyle>
            <a:lvl1pPr>
              <a:defRPr sz="4100" b="0" i="0" spc="-51">
                <a:solidFill>
                  <a:schemeClr val="tx1"/>
                </a:solidFill>
                <a:latin typeface="+mn-lt"/>
                <a:cs typeface="Segoe UI"/>
              </a:defRPr>
            </a:lvl1pPr>
          </a:lstStyle>
          <a:p>
            <a:pPr>
              <a:defRPr/>
            </a:pPr>
            <a:r>
              <a:rPr lang="en-US"/>
              <a:t>Section divider title</a:t>
            </a:r>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Agenda">
    <p:bg>
      <p:bgPr>
        <a:solidFill>
          <a:srgbClr val="E8E6DF"/>
        </a:solidFill>
        <a:effectLst/>
      </p:bgPr>
    </p:bg>
    <p:spTree>
      <p:nvGrpSpPr>
        <p:cNvPr id="1" name=""/>
        <p:cNvGrpSpPr/>
        <p:nvPr/>
      </p:nvGrpSpPr>
      <p:grpSpPr>
        <a:xfrm>
          <a:off x="0" y="0"/>
          <a:ext cx="0" cy="0"/>
          <a:chOff x="0" y="0"/>
          <a:chExt cx="0" cy="0"/>
        </a:xfrm>
      </p:grpSpPr>
      <p:sp>
        <p:nvSpPr>
          <p:cNvPr id="972683930" name="Title 1"/>
          <p:cNvSpPr>
            <a:spLocks noGrp="1"/>
          </p:cNvSpPr>
          <p:nvPr>
            <p:ph type="title" hasCustomPrompt="1"/>
          </p:nvPr>
        </p:nvSpPr>
        <p:spPr bwMode="auto"/>
        <p:txBody>
          <a:bodyPr/>
          <a:lstStyle>
            <a:lvl1pPr>
              <a:defRPr/>
            </a:lvl1pPr>
          </a:lstStyle>
          <a:p>
            <a:pPr>
              <a:defRPr/>
            </a:pPr>
            <a:r>
              <a:rPr lang="en-US"/>
              <a:t>Click to add text</a:t>
            </a:r>
            <a:endParaRPr/>
          </a:p>
        </p:txBody>
      </p:sp>
      <p:sp>
        <p:nvSpPr>
          <p:cNvPr id="1394286151"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p:txBody>
      </p:sp>
      <p:cxnSp>
        <p:nvCxnSpPr>
          <p:cNvPr id="847119349" name="Straight Connector 2"/>
          <p:cNvCxnSpPr/>
          <p:nvPr userDrawn="1"/>
        </p:nvCxnSpPr>
        <p:spPr bwMode="auto">
          <a:xfrm>
            <a:off x="457200" y="1050761"/>
            <a:ext cx="11222038"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Learning objectives">
    <p:bg>
      <p:bgPr>
        <a:solidFill>
          <a:srgbClr val="F4F3F5"/>
        </a:solidFill>
        <a:effectLst/>
      </p:bgPr>
    </p:bg>
    <p:spTree>
      <p:nvGrpSpPr>
        <p:cNvPr id="1" name=""/>
        <p:cNvGrpSpPr/>
        <p:nvPr/>
      </p:nvGrpSpPr>
      <p:grpSpPr>
        <a:xfrm>
          <a:off x="0" y="0"/>
          <a:ext cx="0" cy="0"/>
          <a:chOff x="0" y="0"/>
          <a:chExt cx="0" cy="0"/>
        </a:xfrm>
      </p:grpSpPr>
      <p:sp>
        <p:nvSpPr>
          <p:cNvPr id="1257375379" name="Title 6"/>
          <p:cNvSpPr>
            <a:spLocks noGrp="1"/>
          </p:cNvSpPr>
          <p:nvPr>
            <p:ph type="title"/>
          </p:nvPr>
        </p:nvSpPr>
        <p:spPr bwMode="auto"/>
        <p:txBody>
          <a:bodyPr/>
          <a:lstStyle/>
          <a:p>
            <a:pPr>
              <a:defRPr/>
            </a:pPr>
            <a:r>
              <a:rPr lang="en-US"/>
              <a:t>Click to edit Master title style</a:t>
            </a:r>
            <a:endParaRPr/>
          </a:p>
        </p:txBody>
      </p:sp>
      <p:pic>
        <p:nvPicPr>
          <p:cNvPr id="550627458" name="Graphic 2"/>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auto">
          <a:xfrm>
            <a:off x="-1" y="3207262"/>
            <a:ext cx="12192001" cy="3095623"/>
          </a:xfrm>
          <a:prstGeom prst="rect">
            <a:avLst/>
          </a:prstGeom>
        </p:spPr>
      </p:pic>
      <p:sp>
        <p:nvSpPr>
          <p:cNvPr id="79393489"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p:spTree>
      <p:nvGrpSpPr>
        <p:cNvPr id="1" name=""/>
        <p:cNvGrpSpPr/>
        <p:nvPr/>
      </p:nvGrpSpPr>
      <p:grpSpPr>
        <a:xfrm>
          <a:off x="0" y="0"/>
          <a:ext cx="0" cy="0"/>
          <a:chOff x="0" y="0"/>
          <a:chExt cx="0" cy="0"/>
        </a:xfrm>
      </p:grpSpPr>
      <p:sp>
        <p:nvSpPr>
          <p:cNvPr id="1515159955" name="Title 1"/>
          <p:cNvSpPr>
            <a:spLocks noGrp="1"/>
          </p:cNvSpPr>
          <p:nvPr>
            <p:ph type="title"/>
          </p:nvPr>
        </p:nvSpPr>
        <p:spPr bwMode="auto"/>
        <p:txBody>
          <a:bodyPr/>
          <a:lstStyle/>
          <a:p>
            <a:pPr>
              <a:defRPr/>
            </a:pPr>
            <a:r>
              <a:rPr lang="en-US"/>
              <a:t>Click to edit Master title style</a:t>
            </a:r>
            <a:endParaRPr/>
          </a:p>
        </p:txBody>
      </p:sp>
      <p:sp>
        <p:nvSpPr>
          <p:cNvPr id="1871273904" name="Content Placeholder 3"/>
          <p:cNvSpPr>
            <a:spLocks noGrp="1"/>
          </p:cNvSpPr>
          <p:nvPr>
            <p:ph sz="quarter" idx="10"/>
          </p:nvPr>
        </p:nvSpPr>
        <p:spPr bwMode="auto">
          <a:xfrm>
            <a:off x="457200" y="1235075"/>
            <a:ext cx="11222038" cy="48164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Title | Subtitle">
    <p:spTree>
      <p:nvGrpSpPr>
        <p:cNvPr id="1" name=""/>
        <p:cNvGrpSpPr/>
        <p:nvPr/>
      </p:nvGrpSpPr>
      <p:grpSpPr>
        <a:xfrm>
          <a:off x="0" y="0"/>
          <a:ext cx="0" cy="0"/>
          <a:chOff x="0" y="0"/>
          <a:chExt cx="0" cy="0"/>
        </a:xfrm>
      </p:grpSpPr>
      <p:sp>
        <p:nvSpPr>
          <p:cNvPr id="536508801" name="Title 1"/>
          <p:cNvSpPr>
            <a:spLocks noGrp="1"/>
          </p:cNvSpPr>
          <p:nvPr>
            <p:ph type="title"/>
          </p:nvPr>
        </p:nvSpPr>
        <p:spPr bwMode="auto"/>
        <p:txBody>
          <a:bodyPr/>
          <a:lstStyle/>
          <a:p>
            <a:pPr>
              <a:defRPr/>
            </a:pPr>
            <a:r>
              <a:rPr lang="en-US"/>
              <a:t>Click to edit Master title style</a:t>
            </a:r>
            <a:endParaRPr/>
          </a:p>
        </p:txBody>
      </p:sp>
      <p:sp>
        <p:nvSpPr>
          <p:cNvPr id="1751147875" name="Content Placeholder 5"/>
          <p:cNvSpPr>
            <a:spLocks noGrp="1"/>
          </p:cNvSpPr>
          <p:nvPr>
            <p:ph sz="quarter" idx="10"/>
          </p:nvPr>
        </p:nvSpPr>
        <p:spPr bwMode="auto">
          <a:xfrm>
            <a:off x="457200" y="1506084"/>
            <a:ext cx="11222038" cy="4524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77886115" name="Text Placeholder 7"/>
          <p:cNvSpPr>
            <a:spLocks noGrp="1"/>
          </p:cNvSpPr>
          <p:nvPr>
            <p:ph type="body" sz="quarter" idx="11"/>
          </p:nvPr>
        </p:nvSpPr>
        <p:spPr bwMode="auto">
          <a:xfrm>
            <a:off x="457200" y="998538"/>
            <a:ext cx="11222038" cy="425450"/>
          </a:xfrm>
        </p:spPr>
        <p:txBody>
          <a:bodyPr/>
          <a:lstStyle>
            <a:lvl1pPr marL="0" indent="0">
              <a:buNone/>
              <a:defRPr lang="en-US" sz="2250" spc="0">
                <a:solidFill>
                  <a:srgbClr val="003C6A"/>
                </a:solidFill>
                <a:latin typeface="Segoe UI Semibold"/>
                <a:ea typeface="+mn-ea"/>
                <a:cs typeface="Segoe UI Semibold"/>
              </a:defRPr>
            </a:lvl1pPr>
          </a:lstStyle>
          <a:p>
            <a:pPr lvl="0">
              <a:defRPr/>
            </a:pPr>
            <a:r>
              <a:rPr lang="en-US"/>
              <a:t>Click to edit Master text styles</a:t>
            </a:r>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Lab | Exercise">
    <p:spTree>
      <p:nvGrpSpPr>
        <p:cNvPr id="1" name=""/>
        <p:cNvGrpSpPr/>
        <p:nvPr/>
      </p:nvGrpSpPr>
      <p:grpSpPr>
        <a:xfrm>
          <a:off x="0" y="0"/>
          <a:ext cx="0" cy="0"/>
          <a:chOff x="0" y="0"/>
          <a:chExt cx="0" cy="0"/>
        </a:xfrm>
      </p:grpSpPr>
      <p:sp>
        <p:nvSpPr>
          <p:cNvPr id="23571441" name="Title 1"/>
          <p:cNvSpPr>
            <a:spLocks noGrp="1"/>
          </p:cNvSpPr>
          <p:nvPr>
            <p:ph type="title" hasCustomPrompt="1"/>
          </p:nvPr>
        </p:nvSpPr>
        <p:spPr bwMode="auto"/>
        <p:txBody>
          <a:bodyPr/>
          <a:lstStyle>
            <a:lvl1pPr>
              <a:defRPr/>
            </a:lvl1pPr>
          </a:lstStyle>
          <a:p>
            <a:pPr>
              <a:defRPr/>
            </a:pPr>
            <a:r>
              <a:rPr lang="en-US"/>
              <a:t>Click to lab/exercise title</a:t>
            </a:r>
            <a:endParaRPr/>
          </a:p>
        </p:txBody>
      </p:sp>
      <p:sp>
        <p:nvSpPr>
          <p:cNvPr id="665408603" name="Rectangle: Rounded Corners 3"/>
          <p:cNvSpPr/>
          <p:nvPr userDrawn="1"/>
        </p:nvSpPr>
        <p:spPr bwMode="auto">
          <a:xfrm>
            <a:off x="395187"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82962873" name="Content Placeholder 4"/>
          <p:cNvSpPr>
            <a:spLocks noGrp="1"/>
          </p:cNvSpPr>
          <p:nvPr>
            <p:ph sz="quarter" idx="12"/>
          </p:nvPr>
        </p:nvSpPr>
        <p:spPr bwMode="auto">
          <a:xfrm>
            <a:off x="702393"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6590328" name="Content Placeholder 4"/>
          <p:cNvSpPr>
            <a:spLocks noGrp="1"/>
          </p:cNvSpPr>
          <p:nvPr>
            <p:ph sz="quarter" idx="13"/>
          </p:nvPr>
        </p:nvSpPr>
        <p:spPr bwMode="auto">
          <a:xfrm>
            <a:off x="6469932"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Summary | KC">
    <p:spTree>
      <p:nvGrpSpPr>
        <p:cNvPr id="1" name=""/>
        <p:cNvGrpSpPr/>
        <p:nvPr/>
      </p:nvGrpSpPr>
      <p:grpSpPr>
        <a:xfrm>
          <a:off x="0" y="0"/>
          <a:ext cx="0" cy="0"/>
          <a:chOff x="0" y="0"/>
          <a:chExt cx="0" cy="0"/>
        </a:xfrm>
      </p:grpSpPr>
      <p:sp>
        <p:nvSpPr>
          <p:cNvPr id="1884391992"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711502613" name="Rectangle: Rounded Corners 3"/>
          <p:cNvSpPr/>
          <p:nvPr userDrawn="1"/>
        </p:nvSpPr>
        <p:spPr bwMode="auto">
          <a:xfrm>
            <a:off x="5863473" y="1555423"/>
            <a:ext cx="5816337"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66471295" name="Content Placeholder 4"/>
          <p:cNvSpPr>
            <a:spLocks noGrp="1"/>
          </p:cNvSpPr>
          <p:nvPr>
            <p:ph sz="quarter" idx="12"/>
          </p:nvPr>
        </p:nvSpPr>
        <p:spPr bwMode="auto">
          <a:xfrm>
            <a:off x="426610" y="1763920"/>
            <a:ext cx="5019675" cy="3762375"/>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1_Summary | KC">
    <p:spTree>
      <p:nvGrpSpPr>
        <p:cNvPr id="1" name=""/>
        <p:cNvGrpSpPr/>
        <p:nvPr/>
      </p:nvGrpSpPr>
      <p:grpSpPr>
        <a:xfrm>
          <a:off x="0" y="0"/>
          <a:ext cx="0" cy="0"/>
          <a:chOff x="0" y="0"/>
          <a:chExt cx="0" cy="0"/>
        </a:xfrm>
      </p:grpSpPr>
      <p:sp>
        <p:nvSpPr>
          <p:cNvPr id="1085323114" name="Title 1"/>
          <p:cNvSpPr>
            <a:spLocks noGrp="1"/>
          </p:cNvSpPr>
          <p:nvPr>
            <p:ph type="title" hasCustomPrompt="1"/>
          </p:nvPr>
        </p:nvSpPr>
        <p:spPr bwMode="auto"/>
        <p:txBody>
          <a:bodyPr/>
          <a:lstStyle>
            <a:lvl1pPr>
              <a:defRPr/>
            </a:lvl1pPr>
          </a:lstStyle>
          <a:p>
            <a:pPr>
              <a:defRPr/>
            </a:pPr>
            <a:r>
              <a:rPr lang="en-US"/>
              <a:t>Click to add summary</a:t>
            </a:r>
            <a:endParaRPr/>
          </a:p>
        </p:txBody>
      </p:sp>
      <p:sp>
        <p:nvSpPr>
          <p:cNvPr id="1581205984" name="Rectangle: Rounded Corners 3"/>
          <p:cNvSpPr/>
          <p:nvPr userDrawn="1"/>
        </p:nvSpPr>
        <p:spPr bwMode="auto">
          <a:xfrm>
            <a:off x="457201" y="1555423"/>
            <a:ext cx="11222610" cy="4383464"/>
          </a:xfrm>
          <a:prstGeom prst="roundRect">
            <a:avLst>
              <a:gd name="adj" fmla="val 5914"/>
            </a:avLst>
          </a:prstGeom>
          <a:solidFill>
            <a:srgbClr val="F4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userDrawn="1">
  <p:cSld name="Summary">
    <p:spTree>
      <p:nvGrpSpPr>
        <p:cNvPr id="1" name=""/>
        <p:cNvGrpSpPr/>
        <p:nvPr/>
      </p:nvGrpSpPr>
      <p:grpSpPr>
        <a:xfrm>
          <a:off x="0" y="0"/>
          <a:ext cx="0" cy="0"/>
          <a:chOff x="0" y="0"/>
          <a:chExt cx="0" cy="0"/>
        </a:xfrm>
      </p:grpSpPr>
      <p:sp>
        <p:nvSpPr>
          <p:cNvPr id="1628537571"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805655515"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38169835"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878071478"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303781356"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442377124" name="Title 1"/>
          <p:cNvSpPr>
            <a:spLocks noGrp="1"/>
          </p:cNvSpPr>
          <p:nvPr>
            <p:ph type="title"/>
          </p:nvPr>
        </p:nvSpPr>
        <p:spPr bwMode="auto">
          <a:xfrm>
            <a:off x="588262" y="585216"/>
            <a:ext cx="8193024" cy="492443"/>
          </a:xfrm>
        </p:spPr>
        <p:txBody>
          <a:bodyPr/>
          <a:lstStyle>
            <a:lvl1pPr>
              <a:defRPr sz="3200" b="0" i="0">
                <a:solidFill>
                  <a:schemeClr val="tx1"/>
                </a:solidFill>
                <a:latin typeface="+mj-lt"/>
                <a:cs typeface="Segoe UI Semibold"/>
              </a:defRPr>
            </a:lvl1pPr>
          </a:lstStyle>
          <a:p>
            <a:pPr>
              <a:defRPr/>
            </a:pPr>
            <a:r>
              <a:rPr lang="en-US"/>
              <a:t>Click to edit Master title style</a:t>
            </a:r>
            <a:endParaRPr/>
          </a:p>
        </p:txBody>
      </p:sp>
      <p:sp>
        <p:nvSpPr>
          <p:cNvPr id="353510636"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683373586"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1183214520" name="MS logo white - EMF" descr="Microsoft logo white text version"/>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4200" y="585788"/>
            <a:ext cx="1366245" cy="292608"/>
          </a:xfrm>
          <a:prstGeom prst="rect">
            <a:avLst/>
          </a:prstGeom>
        </p:spPr>
      </p:pic>
      <p:pic>
        <p:nvPicPr>
          <p:cNvPr id="1942999157" name="Picture 3" descr="Microsoft Learn&#10;Spark possibility"/>
          <p:cNvPicPr>
            <a:picLocks noGrp="1" noRot="1" noMove="1" noResize="1" noEditPoints="1" noAdjustHandles="1" noChangeArrowheads="1" noChangeShapeType="1" noCrop="1"/>
          </p:cNvPicPr>
          <p:nvPr userDrawn="1"/>
        </p:nvPicPr>
        <p:blipFill>
          <a:blip r:embed="rId3"/>
          <a:stretch>
            <a:fillRect/>
          </a:stretch>
        </p:blipFill>
        <p:spPr bwMode="auto">
          <a:xfrm>
            <a:off x="223228" y="2573202"/>
            <a:ext cx="5344642" cy="1681958"/>
          </a:xfrm>
          <a:prstGeom prst="rect">
            <a:avLst/>
          </a:prstGeom>
        </p:spPr>
      </p:pic>
      <p:sp>
        <p:nvSpPr>
          <p:cNvPr id="67201370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bg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770813359" name="Picture 9"/>
          <p:cNvPicPr>
            <a:picLocks noChangeAspect="1"/>
          </p:cNvPicPr>
          <p:nvPr userDrawn="1"/>
        </p:nvPicPr>
        <p:blipFill>
          <a:blip r:embed="rId2"/>
          <a:stretch>
            <a:fillRect/>
          </a:stretch>
        </p:blipFill>
        <p:spPr bwMode="auto">
          <a:xfrm>
            <a:off x="0" y="0"/>
            <a:ext cx="12192000" cy="6858000"/>
          </a:xfrm>
          <a:prstGeom prst="rect">
            <a:avLst/>
          </a:prstGeom>
        </p:spPr>
      </p:pic>
      <p:pic>
        <p:nvPicPr>
          <p:cNvPr id="1754935253" name="MS logo gray - EMF" descr="Microsoft logo, gray text version"/>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915015192" name="Title 1"/>
          <p:cNvSpPr>
            <a:spLocks noGrp="1"/>
          </p:cNvSpPr>
          <p:nvPr>
            <p:ph type="title" hasCustomPrompt="1"/>
          </p:nvPr>
        </p:nvSpPr>
        <p:spPr bwMode="auto">
          <a:xfrm>
            <a:off x="569912" y="3429000"/>
            <a:ext cx="5686955" cy="1231106"/>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Event name or </a:t>
            </a:r>
            <a:br>
              <a:rPr lang="en-US"/>
            </a:br>
            <a:r>
              <a:rPr lang="en-US"/>
              <a:t>presentation title </a:t>
            </a:r>
            <a:endParaRPr/>
          </a:p>
        </p:txBody>
      </p:sp>
      <p:sp>
        <p:nvSpPr>
          <p:cNvPr id="1435101611" name="Text Placeholder 4"/>
          <p:cNvSpPr>
            <a:spLocks noGrp="1"/>
          </p:cNvSpPr>
          <p:nvPr>
            <p:ph type="body" sz="quarter" idx="13" hasCustomPrompt="1"/>
          </p:nvPr>
        </p:nvSpPr>
        <p:spPr bwMode="auto">
          <a:xfrm>
            <a:off x="4756150" y="6446520"/>
            <a:ext cx="1645920" cy="153888"/>
          </a:xfrm>
          <a:prstGeom prst="rect">
            <a:avLst/>
          </a:prstGeom>
          <a:noFill/>
        </p:spPr>
        <p:txBody>
          <a:bodyPr wrap="square" lIns="0" tIns="0" rIns="0" bIns="0">
            <a:spAutoFit/>
          </a:bodyPr>
          <a:lstStyle>
            <a:lvl1pPr marL="0" indent="0">
              <a:spcBef>
                <a:spcPct val="0"/>
              </a:spcBef>
              <a:buNone/>
              <a:defRPr sz="1000" spc="0">
                <a:solidFill>
                  <a:schemeClr val="tx1"/>
                </a:solidFill>
                <a:latin typeface="+mn-lt"/>
                <a:cs typeface="Segoe UI"/>
              </a:defRPr>
            </a:lvl1pPr>
          </a:lstStyle>
          <a:p>
            <a:pPr lvl="0">
              <a:defRPr/>
            </a:pPr>
            <a:r>
              <a:rPr lang="en-US"/>
              <a:t>Date</a:t>
            </a:r>
            <a:endParaRPr/>
          </a:p>
        </p:txBody>
      </p:sp>
      <p:sp>
        <p:nvSpPr>
          <p:cNvPr id="13670439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13866606" name="Picture 1"/>
          <p:cNvPicPr>
            <a:picLocks noChangeAspect="1"/>
          </p:cNvPicPr>
          <p:nvPr userDrawn="1"/>
        </p:nvPicPr>
        <p:blipFill>
          <a:blip r:embed="rId2"/>
          <a:srcRect r="19823"/>
          <a:stretch>
            <a:fillRect/>
          </a:stretch>
        </p:blipFill>
        <p:spPr bwMode="auto">
          <a:xfrm>
            <a:off x="2417010" y="0"/>
            <a:ext cx="9774990" cy="6858000"/>
          </a:xfrm>
          <a:prstGeom prst="rect">
            <a:avLst/>
          </a:prstGeom>
        </p:spPr>
      </p:pic>
      <p:sp>
        <p:nvSpPr>
          <p:cNvPr id="127702102" name="Title 1"/>
          <p:cNvSpPr>
            <a:spLocks noGrp="1"/>
          </p:cNvSpPr>
          <p:nvPr>
            <p:ph type="title" hasCustomPrompt="1"/>
          </p:nvPr>
        </p:nvSpPr>
        <p:spPr bwMode="auto">
          <a:xfrm>
            <a:off x="569911" y="3384610"/>
            <a:ext cx="6345239" cy="615553"/>
          </a:xfrm>
          <a:prstGeom prst="rect">
            <a:avLst/>
          </a:prstGeom>
          <a:noFill/>
        </p:spPr>
        <p:txBody>
          <a:bodyPr wrap="square" lIns="0" tIns="0" rIns="0" bIns="0" anchor="b" anchorCtr="0">
            <a:spAutoFit/>
          </a:bodyPr>
          <a:lstStyle>
            <a:lvl1pPr>
              <a:defRPr sz="4000" b="0" i="0" spc="-50">
                <a:solidFill>
                  <a:schemeClr val="tx1"/>
                </a:solidFill>
                <a:latin typeface="+mn-lt"/>
                <a:cs typeface="Segoe UI"/>
              </a:defRPr>
            </a:lvl1pPr>
          </a:lstStyle>
          <a:p>
            <a:pPr>
              <a:defRPr/>
            </a:pPr>
            <a:r>
              <a:rPr lang="en-US"/>
              <a:t>Section divider title</a:t>
            </a:r>
            <a:endParaRPr/>
          </a:p>
        </p:txBody>
      </p:sp>
      <p:sp>
        <p:nvSpPr>
          <p:cNvPr id="59057565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68664440"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790098796"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7473001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003062516" name="Text Placeholder 3"/>
          <p:cNvSpPr>
            <a:spLocks noGrp="1"/>
          </p:cNvSpPr>
          <p:nvPr>
            <p:ph type="body" sz="quarter" idx="15"/>
          </p:nvPr>
        </p:nvSpPr>
        <p:spPr bwMode="auto">
          <a:xfrm>
            <a:off x="586388"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a:buChar char="•"/>
              <a:defRPr sz="1800">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1076430179" name="Title 1"/>
          <p:cNvSpPr>
            <a:spLocks noGrp="1"/>
          </p:cNvSpPr>
          <p:nvPr>
            <p:ph type="title" hasCustomPrompt="1"/>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Agenda</a:t>
            </a:r>
            <a:endParaRPr/>
          </a:p>
        </p:txBody>
      </p:sp>
      <p:cxnSp>
        <p:nvCxnSpPr>
          <p:cNvPr id="305243113" name="Straight Connector 3"/>
          <p:cNvCxnSpPr/>
          <p:nvPr userDrawn="1"/>
        </p:nvCxnSpPr>
        <p:spPr bwMode="auto">
          <a:xfrm>
            <a:off x="585216" y="1289050"/>
            <a:ext cx="3182112" cy="0"/>
          </a:xfrm>
          <a:prstGeom prst="line">
            <a:avLst/>
          </a:prstGeom>
          <a:ln w="76200" cap="rnd">
            <a:gradFill>
              <a:gsLst>
                <a:gs pos="0">
                  <a:schemeClr val="accent3"/>
                </a:gs>
                <a:gs pos="22000">
                  <a:srgbClr val="F4364C"/>
                </a:gs>
                <a:gs pos="48000">
                  <a:schemeClr val="accent2"/>
                </a:gs>
                <a:gs pos="97531">
                  <a:srgbClr val="8DC8E8"/>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3527016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433402969" name="Text Placeholder 3"/>
          <p:cNvSpPr>
            <a:spLocks noGrp="1"/>
          </p:cNvSpPr>
          <p:nvPr>
            <p:ph type="body" sz="quarter" idx="17"/>
          </p:nvPr>
        </p:nvSpPr>
        <p:spPr bwMode="auto">
          <a:xfrm>
            <a:off x="58638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78960458" name="Text Placeholder 3"/>
          <p:cNvSpPr>
            <a:spLocks noGrp="1"/>
          </p:cNvSpPr>
          <p:nvPr>
            <p:ph type="body" sz="quarter" idx="18"/>
          </p:nvPr>
        </p:nvSpPr>
        <p:spPr bwMode="auto">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474744028" name="Rectangle 18"/>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a:ln>
                <a:noFill/>
              </a:ln>
              <a:solidFill>
                <a:srgbClr val="FFFFFF"/>
              </a:solidFill>
              <a:latin typeface="Segoe UI"/>
              <a:ea typeface="Segoe UI"/>
              <a:cs typeface="Segoe UI"/>
            </a:endParaRPr>
          </a:p>
        </p:txBody>
      </p:sp>
      <p:sp>
        <p:nvSpPr>
          <p:cNvPr id="31994663" name="Title 1"/>
          <p:cNvSpPr>
            <a:spLocks noGrp="1"/>
          </p:cNvSpPr>
          <p:nvPr>
            <p:ph type="title"/>
          </p:nvPr>
        </p:nvSpPr>
        <p:spPr bwMode="auto">
          <a:xfrm>
            <a:off x="588262" y="585216"/>
            <a:ext cx="5749038"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66795851" name="Picture Placeholder" descr="This photo is a 'placeholder' only. Drag or drop your photo here, or click and tap the center to insert a photo."/>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626815431" name="Picture Placeholder" descr="This photo is a 'placeholder' only. Drag or drop your photo here, or click and tap the center to insert a photo."/>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479943309" name="Picture Placeholder" descr="This photo is a 'placeholder' only. Drag or drop your photo here, or click and tap the center to insert a photo."/>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489595204" name="Picture Placeholder" descr="This photo is a 'placeholder' only. Drag or drop your photo here, or click and tap the center to insert a photo."/>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1092409644" name="Picture Placeholder" descr="This photo is a 'placeholder' only. Drag or drop your photo here, or click and tap the center to insert a photo."/>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624359689" name="Picture Placeholder" descr="This photo is a 'placeholder' only. Drag or drop your photo here, or click and tap the center to insert a photo."/>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a:defRPr>
            </a:lvl1pPr>
          </a:lstStyle>
          <a:p>
            <a:pPr>
              <a:defRPr/>
            </a:pPr>
            <a:r>
              <a:rPr lang="en-US"/>
              <a:t>Click icon to add picture</a:t>
            </a:r>
            <a:endParaRPr/>
          </a:p>
        </p:txBody>
      </p:sp>
      <p:sp>
        <p:nvSpPr>
          <p:cNvPr id="605282564" name="Picture Placeholder" descr="This photo is a 'placeholder' only. Drag or drop your photo here, or click and tap the center to insert a photo."/>
          <p:cNvSpPr>
            <a:spLocks noGrp="1"/>
          </p:cNvSpPr>
          <p:nvPr>
            <p:ph type="pic" sz="quarter" idx="14" hasCustomPrompt="1"/>
          </p:nvPr>
        </p:nvSpPr>
        <p:spPr bwMode="ltGray">
          <a:xfrm>
            <a:off x="8165231" y="457200"/>
            <a:ext cx="2849035" cy="2874212"/>
          </a:xfrm>
          <a:prstGeom prst="roundRect">
            <a:avLst>
              <a:gd name="adj" fmla="val 21738"/>
            </a:avLst>
          </a:prstGeom>
          <a:blipFill rotWithShape="1">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0" b="1">
                <a:solidFill>
                  <a:srgbClr val="000000"/>
                </a:solidFill>
                <a:latin typeface="+mn-lt"/>
                <a:cs typeface="Segoe UI"/>
              </a:defRPr>
            </a:lvl1pPr>
          </a:lstStyle>
          <a:p>
            <a:pPr>
              <a:defRPr/>
            </a:pPr>
            <a:r>
              <a:rPr lang="en-US"/>
              <a:t>Click icon to </a:t>
            </a:r>
            <a:br>
              <a:rPr lang="en-US"/>
            </a:br>
            <a:r>
              <a:rPr lang="en-US"/>
              <a:t>add your picture here</a:t>
            </a:r>
            <a:endParaRPr/>
          </a:p>
        </p:txBody>
      </p:sp>
      <p:sp>
        <p:nvSpPr>
          <p:cNvPr id="12692509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80965715" name="Picture 2"/>
          <p:cNvPicPr>
            <a:picLocks noChangeAspect="1"/>
          </p:cNvPicPr>
          <p:nvPr userDrawn="1"/>
        </p:nvPicPr>
        <p:blipFill>
          <a:blip r:embed="rId2"/>
          <a:stretch>
            <a:fillRect/>
          </a:stretch>
        </p:blipFill>
        <p:spPr bwMode="auto">
          <a:xfrm>
            <a:off x="0" y="0"/>
            <a:ext cx="12192000" cy="6858000"/>
          </a:xfrm>
          <a:prstGeom prst="rect">
            <a:avLst/>
          </a:prstGeom>
        </p:spPr>
      </p:pic>
      <p:sp>
        <p:nvSpPr>
          <p:cNvPr id="2081654999" name="Title 4"/>
          <p:cNvSpPr>
            <a:spLocks noGrp="1"/>
          </p:cNvSpPr>
          <p:nvPr>
            <p:ph type="title" hasCustomPrompt="1"/>
          </p:nvPr>
        </p:nvSpPr>
        <p:spPr bwMode="auto">
          <a:xfrm>
            <a:off x="525081" y="2448062"/>
            <a:ext cx="10430257" cy="1015663"/>
          </a:xfrm>
        </p:spPr>
        <p:txBody>
          <a:bodyPr anchor="b" anchorCtr="0"/>
          <a:lstStyle>
            <a:lvl1pPr>
              <a:defRPr sz="6600" spc="-100">
                <a:latin typeface="+mn-lt"/>
              </a:defRPr>
            </a:lvl1pPr>
          </a:lstStyle>
          <a:p>
            <a:pPr>
              <a:defRPr/>
            </a:pPr>
            <a:r>
              <a:rPr lang="en-US"/>
              <a:t>Big headline</a:t>
            </a:r>
            <a:endParaRPr/>
          </a:p>
        </p:txBody>
      </p:sp>
      <p:sp>
        <p:nvSpPr>
          <p:cNvPr id="748849467" name="Text Placeholder 3"/>
          <p:cNvSpPr>
            <a:spLocks noGrp="1"/>
          </p:cNvSpPr>
          <p:nvPr>
            <p:ph type="body" sz="quarter" idx="15"/>
          </p:nvPr>
        </p:nvSpPr>
        <p:spPr bwMode="auto">
          <a:xfrm>
            <a:off x="586390" y="4278313"/>
            <a:ext cx="471268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65602693" name="Text Placeholder 3"/>
          <p:cNvSpPr>
            <a:spLocks noGrp="1"/>
          </p:cNvSpPr>
          <p:nvPr>
            <p:ph type="body" sz="quarter" idx="16"/>
          </p:nvPr>
        </p:nvSpPr>
        <p:spPr bwMode="auto">
          <a:xfrm>
            <a:off x="6246410" y="4278313"/>
            <a:ext cx="3765954"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737910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1-column_Text">
    <p:bg>
      <p:bgRef idx="1001">
        <a:schemeClr val="bg1"/>
      </p:bgRef>
    </p:bg>
    <p:spTree>
      <p:nvGrpSpPr>
        <p:cNvPr id="1" name=""/>
        <p:cNvGrpSpPr/>
        <p:nvPr/>
      </p:nvGrpSpPr>
      <p:grpSpPr>
        <a:xfrm>
          <a:off x="0" y="0"/>
          <a:ext cx="0" cy="0"/>
          <a:chOff x="0" y="0"/>
          <a:chExt cx="0" cy="0"/>
        </a:xfrm>
      </p:grpSpPr>
      <p:sp>
        <p:nvSpPr>
          <p:cNvPr id="575540549" name="Title 1"/>
          <p:cNvSpPr>
            <a:spLocks noGrp="1"/>
          </p:cNvSpPr>
          <p:nvPr>
            <p:ph type="title"/>
          </p:nvPr>
        </p:nvSpPr>
        <p:spPr bwMode="auto">
          <a:xfrm>
            <a:off x="588262" y="585216"/>
            <a:ext cx="11013473"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33077221" name="Text Placeholder 3"/>
          <p:cNvSpPr>
            <a:spLocks noGrp="1"/>
          </p:cNvSpPr>
          <p:nvPr>
            <p:ph type="body" sz="quarter" idx="15"/>
          </p:nvPr>
        </p:nvSpPr>
        <p:spPr bwMode="auto">
          <a:xfrm>
            <a:off x="586388" y="1591056"/>
            <a:ext cx="110134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68326466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Title and subheading">
    <p:spTree>
      <p:nvGrpSpPr>
        <p:cNvPr id="1" name=""/>
        <p:cNvGrpSpPr/>
        <p:nvPr/>
      </p:nvGrpSpPr>
      <p:grpSpPr>
        <a:xfrm>
          <a:off x="0" y="0"/>
          <a:ext cx="0" cy="0"/>
          <a:chOff x="0" y="0"/>
          <a:chExt cx="0" cy="0"/>
        </a:xfrm>
      </p:grpSpPr>
      <p:sp>
        <p:nvSpPr>
          <p:cNvPr id="257044589" name="Title 1"/>
          <p:cNvSpPr>
            <a:spLocks noGrp="1"/>
          </p:cNvSpPr>
          <p:nvPr>
            <p:ph type="title"/>
          </p:nvPr>
        </p:nvSpPr>
        <p:spPr bwMode="auto">
          <a:xfrm>
            <a:off x="588261" y="585216"/>
            <a:ext cx="11011601" cy="707281"/>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136262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46494218" name="Text Placeholder 11"/>
          <p:cNvSpPr>
            <a:spLocks noGrp="1"/>
          </p:cNvSpPr>
          <p:nvPr>
            <p:ph type="body" sz="quarter" idx="17"/>
          </p:nvPr>
        </p:nvSpPr>
        <p:spPr bwMode="auto">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1_1-column_Text">
    <p:bg>
      <p:bgRef idx="1001">
        <a:schemeClr val="bg1"/>
      </p:bgRef>
    </p:bg>
    <p:spTree>
      <p:nvGrpSpPr>
        <p:cNvPr id="1" name=""/>
        <p:cNvGrpSpPr/>
        <p:nvPr/>
      </p:nvGrpSpPr>
      <p:grpSpPr>
        <a:xfrm>
          <a:off x="0" y="0"/>
          <a:ext cx="0" cy="0"/>
          <a:chOff x="0" y="0"/>
          <a:chExt cx="0" cy="0"/>
        </a:xfrm>
      </p:grpSpPr>
      <p:sp>
        <p:nvSpPr>
          <p:cNvPr id="418649434" name="Title 1"/>
          <p:cNvSpPr>
            <a:spLocks noGrp="1"/>
          </p:cNvSpPr>
          <p:nvPr>
            <p:ph type="title"/>
          </p:nvPr>
        </p:nvSpPr>
        <p:spPr bwMode="auto">
          <a:xfrm>
            <a:off x="588261" y="585216"/>
            <a:ext cx="8189027"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99763894" name="Text Placeholder 11"/>
          <p:cNvSpPr>
            <a:spLocks noGrp="1"/>
          </p:cNvSpPr>
          <p:nvPr>
            <p:ph type="body" sz="quarter" idx="17"/>
          </p:nvPr>
        </p:nvSpPr>
        <p:spPr bwMode="auto">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018063167" name="Text Placeholder 3"/>
          <p:cNvSpPr>
            <a:spLocks noGrp="1"/>
          </p:cNvSpPr>
          <p:nvPr>
            <p:ph type="body" sz="quarter" idx="15"/>
          </p:nvPr>
        </p:nvSpPr>
        <p:spPr bwMode="auto">
          <a:xfrm>
            <a:off x="586390" y="2085764"/>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3397873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2-column_Text">
    <p:bg>
      <p:bgRef idx="1001">
        <a:schemeClr val="bg1"/>
      </p:bgRef>
    </p:bg>
    <p:spTree>
      <p:nvGrpSpPr>
        <p:cNvPr id="1" name=""/>
        <p:cNvGrpSpPr/>
        <p:nvPr/>
      </p:nvGrpSpPr>
      <p:grpSpPr>
        <a:xfrm>
          <a:off x="0" y="0"/>
          <a:ext cx="0" cy="0"/>
          <a:chOff x="0" y="0"/>
          <a:chExt cx="0" cy="0"/>
        </a:xfrm>
      </p:grpSpPr>
      <p:sp>
        <p:nvSpPr>
          <p:cNvPr id="153794464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90618433" name="Text Placeholder 3"/>
          <p:cNvSpPr>
            <a:spLocks noGrp="1"/>
          </p:cNvSpPr>
          <p:nvPr>
            <p:ph type="body" sz="quarter" idx="15"/>
          </p:nvPr>
        </p:nvSpPr>
        <p:spPr bwMode="auto">
          <a:xfrm>
            <a:off x="586390" y="1591056"/>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35570873" name="Text Placeholder 3"/>
          <p:cNvSpPr>
            <a:spLocks noGrp="1"/>
          </p:cNvSpPr>
          <p:nvPr>
            <p:ph type="body" sz="quarter" idx="20"/>
          </p:nvPr>
        </p:nvSpPr>
        <p:spPr bwMode="auto">
          <a:xfrm>
            <a:off x="6253664" y="1591056"/>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8354366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Subheads">
    <p:bg>
      <p:bgRef idx="1001">
        <a:schemeClr val="bg1"/>
      </p:bgRef>
    </p:bg>
    <p:spTree>
      <p:nvGrpSpPr>
        <p:cNvPr id="1" name=""/>
        <p:cNvGrpSpPr/>
        <p:nvPr/>
      </p:nvGrpSpPr>
      <p:grpSpPr>
        <a:xfrm>
          <a:off x="0" y="0"/>
          <a:ext cx="0" cy="0"/>
          <a:chOff x="0" y="0"/>
          <a:chExt cx="0" cy="0"/>
        </a:xfrm>
      </p:grpSpPr>
      <p:sp>
        <p:nvSpPr>
          <p:cNvPr id="106892810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18414304" name="Text Placeholder 11"/>
          <p:cNvSpPr>
            <a:spLocks noGrp="1"/>
          </p:cNvSpPr>
          <p:nvPr>
            <p:ph type="body" sz="quarter" idx="16"/>
          </p:nvPr>
        </p:nvSpPr>
        <p:spPr bwMode="auto">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728061374" name="Text Placeholder 3"/>
          <p:cNvSpPr>
            <a:spLocks noGrp="1"/>
          </p:cNvSpPr>
          <p:nvPr>
            <p:ph type="body" sz="quarter" idx="15"/>
          </p:nvPr>
        </p:nvSpPr>
        <p:spPr bwMode="auto">
          <a:xfrm>
            <a:off x="586390" y="2085764"/>
            <a:ext cx="5217510"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551131562" name="Text Placeholder 11"/>
          <p:cNvSpPr>
            <a:spLocks noGrp="1"/>
          </p:cNvSpPr>
          <p:nvPr>
            <p:ph type="body" sz="quarter" idx="19"/>
          </p:nvPr>
        </p:nvSpPr>
        <p:spPr bwMode="auto">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549179851" name="Text Placeholder 3"/>
          <p:cNvSpPr>
            <a:spLocks noGrp="1"/>
          </p:cNvSpPr>
          <p:nvPr>
            <p:ph type="body" sz="quarter" idx="20"/>
          </p:nvPr>
        </p:nvSpPr>
        <p:spPr bwMode="auto">
          <a:xfrm>
            <a:off x="6253664" y="2085764"/>
            <a:ext cx="5187106"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4566564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preserve="1" userDrawn="1">
  <p:cSld name="3-column_Text">
    <p:bg>
      <p:bgRef idx="1001">
        <a:schemeClr val="bg1"/>
      </p:bgRef>
    </p:bg>
    <p:spTree>
      <p:nvGrpSpPr>
        <p:cNvPr id="1" name=""/>
        <p:cNvGrpSpPr/>
        <p:nvPr/>
      </p:nvGrpSpPr>
      <p:grpSpPr>
        <a:xfrm>
          <a:off x="0" y="0"/>
          <a:ext cx="0" cy="0"/>
          <a:chOff x="0" y="0"/>
          <a:chExt cx="0" cy="0"/>
        </a:xfrm>
      </p:grpSpPr>
      <p:sp>
        <p:nvSpPr>
          <p:cNvPr id="23388788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13221954" name="Text Placeholder 3"/>
          <p:cNvSpPr>
            <a:spLocks noGrp="1"/>
          </p:cNvSpPr>
          <p:nvPr>
            <p:ph type="body" sz="quarter" idx="15"/>
          </p:nvPr>
        </p:nvSpPr>
        <p:spPr bwMode="auto">
          <a:xfrm>
            <a:off x="5863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012945445" name="Text Placeholder 3"/>
          <p:cNvSpPr>
            <a:spLocks noGrp="1"/>
          </p:cNvSpPr>
          <p:nvPr>
            <p:ph type="body" sz="quarter" idx="16"/>
          </p:nvPr>
        </p:nvSpPr>
        <p:spPr bwMode="auto">
          <a:xfrm>
            <a:off x="4362862"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58774660" name="Text Placeholder 3"/>
          <p:cNvSpPr>
            <a:spLocks noGrp="1"/>
          </p:cNvSpPr>
          <p:nvPr>
            <p:ph type="body" sz="quarter" idx="17"/>
          </p:nvPr>
        </p:nvSpPr>
        <p:spPr bwMode="auto">
          <a:xfrm>
            <a:off x="8130190" y="1591310"/>
            <a:ext cx="34791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23891241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
    <p:bg>
      <p:bgRef idx="1001">
        <a:schemeClr val="bg1"/>
      </p:bgRef>
    </p:bg>
    <p:spTree>
      <p:nvGrpSpPr>
        <p:cNvPr id="1" name=""/>
        <p:cNvGrpSpPr/>
        <p:nvPr/>
      </p:nvGrpSpPr>
      <p:grpSpPr>
        <a:xfrm>
          <a:off x="0" y="0"/>
          <a:ext cx="0" cy="0"/>
          <a:chOff x="0" y="0"/>
          <a:chExt cx="0" cy="0"/>
        </a:xfrm>
      </p:grpSpPr>
      <p:sp>
        <p:nvSpPr>
          <p:cNvPr id="165048346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05342333"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651974470" name="Text Placeholder 3"/>
          <p:cNvSpPr>
            <a:spLocks noGrp="1"/>
          </p:cNvSpPr>
          <p:nvPr>
            <p:ph type="body" sz="quarter" idx="15"/>
          </p:nvPr>
        </p:nvSpPr>
        <p:spPr bwMode="auto">
          <a:xfrm>
            <a:off x="586390"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94292332"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951595465" name="Text Placeholder 3"/>
          <p:cNvSpPr>
            <a:spLocks noGrp="1"/>
          </p:cNvSpPr>
          <p:nvPr>
            <p:ph type="body" sz="quarter" idx="23"/>
          </p:nvPr>
        </p:nvSpPr>
        <p:spPr bwMode="auto">
          <a:xfrm>
            <a:off x="4359737"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577903761" name="Text Placeholder 11"/>
          <p:cNvSpPr>
            <a:spLocks noGrp="1"/>
          </p:cNvSpPr>
          <p:nvPr>
            <p:ph type="body" sz="quarter" idx="24"/>
          </p:nvPr>
        </p:nvSpPr>
        <p:spPr bwMode="auto">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538710833" name="Text Placeholder 3"/>
          <p:cNvSpPr>
            <a:spLocks noGrp="1"/>
          </p:cNvSpPr>
          <p:nvPr>
            <p:ph type="body" sz="quarter" idx="25"/>
          </p:nvPr>
        </p:nvSpPr>
        <p:spPr bwMode="auto">
          <a:xfrm>
            <a:off x="8133084" y="2286000"/>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8973115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00468613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48157948" name="Text Placeholder 11"/>
          <p:cNvSpPr>
            <a:spLocks noGrp="1"/>
          </p:cNvSpPr>
          <p:nvPr>
            <p:ph type="body" sz="quarter" idx="16"/>
          </p:nvPr>
        </p:nvSpPr>
        <p:spPr bwMode="auto">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191346814" name="Text Placeholder 3"/>
          <p:cNvSpPr>
            <a:spLocks noGrp="1"/>
          </p:cNvSpPr>
          <p:nvPr>
            <p:ph type="body" sz="quarter" idx="15"/>
          </p:nvPr>
        </p:nvSpPr>
        <p:spPr bwMode="auto">
          <a:xfrm>
            <a:off x="586390"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120367971" name="Text Placeholder 11"/>
          <p:cNvSpPr>
            <a:spLocks noGrp="1"/>
          </p:cNvSpPr>
          <p:nvPr>
            <p:ph type="body" sz="quarter" idx="22"/>
          </p:nvPr>
        </p:nvSpPr>
        <p:spPr bwMode="auto">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584897315" name="Text Placeholder 3"/>
          <p:cNvSpPr>
            <a:spLocks noGrp="1"/>
          </p:cNvSpPr>
          <p:nvPr>
            <p:ph type="body" sz="quarter" idx="23"/>
          </p:nvPr>
        </p:nvSpPr>
        <p:spPr bwMode="auto">
          <a:xfrm>
            <a:off x="4359737"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17447611" name="Text Placeholder 11"/>
          <p:cNvSpPr>
            <a:spLocks noGrp="1"/>
          </p:cNvSpPr>
          <p:nvPr>
            <p:ph type="body" sz="quarter" idx="24"/>
          </p:nvPr>
        </p:nvSpPr>
        <p:spPr bwMode="auto">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782791452" name="Text Placeholder 3"/>
          <p:cNvSpPr>
            <a:spLocks noGrp="1"/>
          </p:cNvSpPr>
          <p:nvPr>
            <p:ph type="body" sz="quarter" idx="25"/>
          </p:nvPr>
        </p:nvSpPr>
        <p:spPr bwMode="auto">
          <a:xfrm>
            <a:off x="8133084" y="3099691"/>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4202774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1515999467"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72580012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270810754"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2009180775"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88939238"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498084228"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26745305"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717471386"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8167371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572047587"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76453631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08976117"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954574019"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495966614"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458803161"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4000772"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180521839"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7594045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1899606392" name="Straight Connector 4" descr="Microsoft Certification renewal process flow"/>
          <p:cNvCxnSpPr/>
          <p:nvPr userDrawn="1"/>
        </p:nvCxnSpPr>
        <p:spPr bwMode="auto">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81201633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56467960" name="Text Placeholder 11"/>
          <p:cNvSpPr>
            <a:spLocks noGrp="1"/>
          </p:cNvSpPr>
          <p:nvPr>
            <p:ph type="body" sz="quarter" idx="16"/>
          </p:nvPr>
        </p:nvSpPr>
        <p:spPr bwMode="auto">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976377671" name="Text Placeholder 11"/>
          <p:cNvSpPr>
            <a:spLocks noGrp="1"/>
          </p:cNvSpPr>
          <p:nvPr>
            <p:ph type="body" sz="quarter" idx="22"/>
          </p:nvPr>
        </p:nvSpPr>
        <p:spPr bwMode="auto">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529191397" name="Text Placeholder 11"/>
          <p:cNvSpPr>
            <a:spLocks noGrp="1"/>
          </p:cNvSpPr>
          <p:nvPr>
            <p:ph type="body" sz="quarter" idx="24"/>
          </p:nvPr>
        </p:nvSpPr>
        <p:spPr bwMode="auto">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defRPr/>
            </a:pPr>
            <a:r>
              <a:rPr lang="en-US"/>
              <a:t>Click to edit Master text styles</a:t>
            </a:r>
            <a:endParaRPr/>
          </a:p>
        </p:txBody>
      </p:sp>
      <p:sp>
        <p:nvSpPr>
          <p:cNvPr id="901599287"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547814720" name="Text Placeholder 3"/>
          <p:cNvSpPr>
            <a:spLocks noGrp="1"/>
          </p:cNvSpPr>
          <p:nvPr>
            <p:ph type="body" sz="quarter" idx="15"/>
          </p:nvPr>
        </p:nvSpPr>
        <p:spPr bwMode="auto">
          <a:xfrm>
            <a:off x="586390"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40193421" name="Text Placeholder 3"/>
          <p:cNvSpPr>
            <a:spLocks noGrp="1"/>
          </p:cNvSpPr>
          <p:nvPr>
            <p:ph type="body" sz="quarter" idx="23"/>
          </p:nvPr>
        </p:nvSpPr>
        <p:spPr bwMode="auto">
          <a:xfrm>
            <a:off x="4359737"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9973823" name="Text Placeholder 3"/>
          <p:cNvSpPr>
            <a:spLocks noGrp="1"/>
          </p:cNvSpPr>
          <p:nvPr>
            <p:ph type="body" sz="quarter" idx="25"/>
          </p:nvPr>
        </p:nvSpPr>
        <p:spPr bwMode="auto">
          <a:xfrm>
            <a:off x="8133084" y="3616497"/>
            <a:ext cx="3477611" cy="246221"/>
          </a:xfrm>
          <a:prstGeom prst="rect">
            <a:avLst/>
          </a:prstGeom>
        </p:spPr>
        <p:txBody>
          <a:bodyPr wrap="square">
            <a:spAutoFit/>
          </a:bodyPr>
          <a:lstStyle>
            <a:lvl1pPr marL="0" indent="0" algn="ctr">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title">
    <p:spTree>
      <p:nvGrpSpPr>
        <p:cNvPr id="1" name=""/>
        <p:cNvGrpSpPr/>
        <p:nvPr/>
      </p:nvGrpSpPr>
      <p:grpSpPr>
        <a:xfrm>
          <a:off x="0" y="0"/>
          <a:ext cx="0" cy="0"/>
          <a:chOff x="0" y="0"/>
          <a:chExt cx="0" cy="0"/>
        </a:xfrm>
      </p:grpSpPr>
      <p:sp>
        <p:nvSpPr>
          <p:cNvPr id="633912161"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438844933"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840875187"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51236196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9013789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p:spTree>
      <p:nvGrpSpPr>
        <p:cNvPr id="1" name=""/>
        <p:cNvGrpSpPr/>
        <p:nvPr/>
      </p:nvGrpSpPr>
      <p:grpSpPr>
        <a:xfrm>
          <a:off x="0" y="0"/>
          <a:ext cx="0" cy="0"/>
          <a:chOff x="0" y="0"/>
          <a:chExt cx="0" cy="0"/>
        </a:xfrm>
      </p:grpSpPr>
      <p:sp>
        <p:nvSpPr>
          <p:cNvPr id="1190059087" name="Text Placeholder 3"/>
          <p:cNvSpPr>
            <a:spLocks noGrp="1"/>
          </p:cNvSpPr>
          <p:nvPr>
            <p:ph type="body" sz="quarter" idx="15"/>
          </p:nvPr>
        </p:nvSpPr>
        <p:spPr bwMode="auto">
          <a:xfrm>
            <a:off x="586390" y="4978880"/>
            <a:ext cx="52175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50680850" name="Text Placeholder 3"/>
          <p:cNvSpPr>
            <a:spLocks noGrp="1"/>
          </p:cNvSpPr>
          <p:nvPr>
            <p:ph type="body" sz="quarter" idx="20"/>
          </p:nvPr>
        </p:nvSpPr>
        <p:spPr bwMode="auto">
          <a:xfrm>
            <a:off x="6253664" y="4978880"/>
            <a:ext cx="5187106"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74320" indent="-137160">
              <a:spcAft>
                <a:spcPct val="0"/>
              </a:spcAft>
              <a:buFont typeface="Arial"/>
              <a:buChar char="•"/>
              <a:defRPr>
                <a:solidFill>
                  <a:schemeClr val="tx1"/>
                </a:solidFill>
              </a:defRPr>
            </a:lvl2pPr>
            <a:lvl3pPr marL="411480" indent="-137160">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47613999"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86826669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subheads, and title">
    <p:spTree>
      <p:nvGrpSpPr>
        <p:cNvPr id="1" name=""/>
        <p:cNvGrpSpPr/>
        <p:nvPr/>
      </p:nvGrpSpPr>
      <p:grpSpPr>
        <a:xfrm>
          <a:off x="0" y="0"/>
          <a:ext cx="0" cy="0"/>
          <a:chOff x="0" y="0"/>
          <a:chExt cx="0" cy="0"/>
        </a:xfrm>
      </p:grpSpPr>
      <p:sp>
        <p:nvSpPr>
          <p:cNvPr id="2078975525"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04860869"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673273179"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396396518"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89348736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07935818" name="Picture Placeholder" descr="This photo is a 'placeholder' only. Drag or drop your photo here, or click and tap the center to insert a photo."/>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2632737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preserve="1" userDrawn="1">
  <p:cSld name="Top horizontal photo and subheads">
    <p:spTree>
      <p:nvGrpSpPr>
        <p:cNvPr id="1" name=""/>
        <p:cNvGrpSpPr/>
        <p:nvPr/>
      </p:nvGrpSpPr>
      <p:grpSpPr>
        <a:xfrm>
          <a:off x="0" y="0"/>
          <a:ext cx="0" cy="0"/>
          <a:chOff x="0" y="0"/>
          <a:chExt cx="0" cy="0"/>
        </a:xfrm>
      </p:grpSpPr>
      <p:sp>
        <p:nvSpPr>
          <p:cNvPr id="982457565" name="Rectangle 10"/>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773173242" name="Text Placeholder 11"/>
          <p:cNvSpPr>
            <a:spLocks noGrp="1"/>
          </p:cNvSpPr>
          <p:nvPr>
            <p:ph type="body" sz="quarter" idx="16"/>
          </p:nvPr>
        </p:nvSpPr>
        <p:spPr bwMode="auto">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406635381" name="Text Placeholder 3"/>
          <p:cNvSpPr>
            <a:spLocks noGrp="1"/>
          </p:cNvSpPr>
          <p:nvPr>
            <p:ph type="body" sz="quarter" idx="15"/>
          </p:nvPr>
        </p:nvSpPr>
        <p:spPr bwMode="auto">
          <a:xfrm>
            <a:off x="586390" y="5357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84165439" name="Text Placeholder 11"/>
          <p:cNvSpPr>
            <a:spLocks noGrp="1"/>
          </p:cNvSpPr>
          <p:nvPr>
            <p:ph type="body" sz="quarter" idx="22"/>
          </p:nvPr>
        </p:nvSpPr>
        <p:spPr bwMode="auto">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634268653" name="Text Placeholder 3"/>
          <p:cNvSpPr>
            <a:spLocks noGrp="1"/>
          </p:cNvSpPr>
          <p:nvPr>
            <p:ph type="body" sz="quarter" idx="33"/>
          </p:nvPr>
        </p:nvSpPr>
        <p:spPr bwMode="auto">
          <a:xfrm>
            <a:off x="6252435" y="5357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76457818" name="Picture Placeholder" descr="This photo is a 'placeholder' only. Drag or drop your photo here, or click and tap the center to insert a photo."/>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7412484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userDrawn="1">
  <p:cSld name="1-column_Callout_with Image">
    <p:bg>
      <p:bgRef idx="1001">
        <a:schemeClr val="bg1"/>
      </p:bgRef>
    </p:bg>
    <p:spTree>
      <p:nvGrpSpPr>
        <p:cNvPr id="1" name=""/>
        <p:cNvGrpSpPr/>
        <p:nvPr/>
      </p:nvGrpSpPr>
      <p:grpSpPr>
        <a:xfrm>
          <a:off x="0" y="0"/>
          <a:ext cx="0" cy="0"/>
          <a:chOff x="0" y="0"/>
          <a:chExt cx="0" cy="0"/>
        </a:xfrm>
      </p:grpSpPr>
      <p:sp>
        <p:nvSpPr>
          <p:cNvPr id="2052866419"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70998160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35846186" name="Picture Placeholder" descr="This photo is a 'placeholder' only. Drag or drop your photo here, or click and tap the center to insert a photo."/>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460574305" name="Text Placeholder 11"/>
          <p:cNvSpPr>
            <a:spLocks noGrp="1"/>
          </p:cNvSpPr>
          <p:nvPr>
            <p:ph type="body" sz="quarter" idx="16"/>
          </p:nvPr>
        </p:nvSpPr>
        <p:spPr bwMode="auto">
          <a:xfrm>
            <a:off x="584200" y="1594155"/>
            <a:ext cx="317414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509359115" name="Text Placeholder 3"/>
          <p:cNvSpPr>
            <a:spLocks noGrp="1"/>
          </p:cNvSpPr>
          <p:nvPr>
            <p:ph type="body" sz="quarter" idx="15"/>
          </p:nvPr>
        </p:nvSpPr>
        <p:spPr bwMode="auto">
          <a:xfrm>
            <a:off x="586388" y="2085764"/>
            <a:ext cx="3172810"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preserve="1" userDrawn="1">
  <p:cSld name="1-column_Text_with Image">
    <p:bg>
      <p:bgRef idx="1001">
        <a:schemeClr val="bg1"/>
      </p:bgRef>
    </p:bg>
    <p:spTree>
      <p:nvGrpSpPr>
        <p:cNvPr id="1" name=""/>
        <p:cNvGrpSpPr/>
        <p:nvPr/>
      </p:nvGrpSpPr>
      <p:grpSpPr>
        <a:xfrm>
          <a:off x="0" y="0"/>
          <a:ext cx="0" cy="0"/>
          <a:chOff x="0" y="0"/>
          <a:chExt cx="0" cy="0"/>
        </a:xfrm>
      </p:grpSpPr>
      <p:sp>
        <p:nvSpPr>
          <p:cNvPr id="539372963" name="Title 1"/>
          <p:cNvSpPr>
            <a:spLocks noGrp="1"/>
          </p:cNvSpPr>
          <p:nvPr>
            <p:ph type="title"/>
          </p:nvPr>
        </p:nvSpPr>
        <p:spPr bwMode="auto">
          <a:xfrm>
            <a:off x="588261" y="585216"/>
            <a:ext cx="4710689"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71641403" name="Text Placeholder 11"/>
          <p:cNvSpPr>
            <a:spLocks noGrp="1"/>
          </p:cNvSpPr>
          <p:nvPr>
            <p:ph type="body" sz="quarter" idx="16"/>
          </p:nvPr>
        </p:nvSpPr>
        <p:spPr bwMode="auto">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137184264" name="Text Placeholder 3"/>
          <p:cNvSpPr>
            <a:spLocks noGrp="1"/>
          </p:cNvSpPr>
          <p:nvPr>
            <p:ph type="body" sz="quarter" idx="15"/>
          </p:nvPr>
        </p:nvSpPr>
        <p:spPr bwMode="auto">
          <a:xfrm>
            <a:off x="586388" y="2085764"/>
            <a:ext cx="4712685" cy="726353"/>
          </a:xfrm>
          <a:prstGeom prst="rect">
            <a:avLst/>
          </a:prstGeom>
        </p:spPr>
        <p:txBody>
          <a:bodyPr wrap="square">
            <a:spAutoFit/>
          </a:bodyPr>
          <a:lstStyle>
            <a:lvl1pPr marL="137160" indent="-137160">
              <a:spcAft>
                <a:spcPct val="0"/>
              </a:spcAft>
              <a:buFont typeface="Arial"/>
              <a:buChar char="•"/>
              <a:defRPr>
                <a:solidFill>
                  <a:schemeClr val="tx1"/>
                </a:solidFill>
              </a:defRPr>
            </a:lvl1pPr>
            <a:lvl2pPr marL="265176" indent="-128016">
              <a:spcAft>
                <a:spcPct val="0"/>
              </a:spcAft>
              <a:buFont typeface="Arial"/>
              <a:buChar char="•"/>
              <a:defRPr>
                <a:solidFill>
                  <a:schemeClr val="tx1"/>
                </a:solidFill>
              </a:defRPr>
            </a:lvl2pPr>
            <a:lvl3pPr marL="384048" indent="-118872">
              <a:spcAft>
                <a:spcPct val="0"/>
              </a:spcAft>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766841912" name="Picture Placeholder" descr="This photo is a 'placeholder' only. Drag or drop your photo here, or click and tap the center to insert a photo."/>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472789089"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preserve="1" userDrawn="1">
  <p:cSld name="2-column_Text_with Image">
    <p:bg>
      <p:bgRef idx="1001">
        <a:schemeClr val="bg1"/>
      </p:bgRef>
    </p:bg>
    <p:spTree>
      <p:nvGrpSpPr>
        <p:cNvPr id="1" name=""/>
        <p:cNvGrpSpPr/>
        <p:nvPr/>
      </p:nvGrpSpPr>
      <p:grpSpPr>
        <a:xfrm>
          <a:off x="0" y="0"/>
          <a:ext cx="0" cy="0"/>
          <a:chOff x="0" y="0"/>
          <a:chExt cx="0" cy="0"/>
        </a:xfrm>
      </p:grpSpPr>
      <p:sp>
        <p:nvSpPr>
          <p:cNvPr id="1365155461" name="Title 1"/>
          <p:cNvSpPr>
            <a:spLocks noGrp="1"/>
          </p:cNvSpPr>
          <p:nvPr>
            <p:ph type="title"/>
          </p:nvPr>
        </p:nvSpPr>
        <p:spPr bwMode="auto">
          <a:xfrm>
            <a:off x="588262" y="585216"/>
            <a:ext cx="7248356" cy="307777"/>
          </a:xfrm>
        </p:spPr>
        <p:txBody>
          <a:bodyPr/>
          <a:lstStyle>
            <a:lvl1pPr>
              <a:defRPr sz="2000" b="0" i="0">
                <a:solidFill>
                  <a:srgbClr val="001F2D"/>
                </a:solidFill>
                <a:latin typeface="+mj-lt"/>
                <a:cs typeface="Segoe UI Semibold"/>
              </a:defRPr>
            </a:lvl1pPr>
          </a:lstStyle>
          <a:p>
            <a:pPr>
              <a:defRPr/>
            </a:pPr>
            <a:r>
              <a:rPr lang="en-US"/>
              <a:t>Click to edit Master title style</a:t>
            </a:r>
            <a:endParaRPr/>
          </a:p>
        </p:txBody>
      </p:sp>
      <p:sp>
        <p:nvSpPr>
          <p:cNvPr id="517190752" name="Text Placeholder 11"/>
          <p:cNvSpPr>
            <a:spLocks noGrp="1"/>
          </p:cNvSpPr>
          <p:nvPr>
            <p:ph type="body" sz="quarter" idx="16"/>
          </p:nvPr>
        </p:nvSpPr>
        <p:spPr bwMode="auto">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402711791" name="Text Placeholder 3"/>
          <p:cNvSpPr>
            <a:spLocks noGrp="1"/>
          </p:cNvSpPr>
          <p:nvPr>
            <p:ph type="body" sz="quarter" idx="15"/>
          </p:nvPr>
        </p:nvSpPr>
        <p:spPr bwMode="auto">
          <a:xfrm>
            <a:off x="586390"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401635786" name="Text Placeholder 11"/>
          <p:cNvSpPr>
            <a:spLocks noGrp="1"/>
          </p:cNvSpPr>
          <p:nvPr>
            <p:ph type="body" sz="quarter" idx="22"/>
          </p:nvPr>
        </p:nvSpPr>
        <p:spPr bwMode="auto">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321157316" name="Text Placeholder 3"/>
          <p:cNvSpPr>
            <a:spLocks noGrp="1"/>
          </p:cNvSpPr>
          <p:nvPr>
            <p:ph type="body" sz="quarter" idx="23"/>
          </p:nvPr>
        </p:nvSpPr>
        <p:spPr bwMode="auto">
          <a:xfrm>
            <a:off x="4359737" y="2085764"/>
            <a:ext cx="347761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611699786" name="Picture Placeholder" descr="This photo is a 'placeholder' only. Drag or drop your photo here, or click and tap the center to insert a photo."/>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a:defRPr>
            </a:lvl1pPr>
          </a:lstStyle>
          <a:p>
            <a:pPr>
              <a:defRPr/>
            </a:pPr>
            <a:r>
              <a:rPr lang="en-US"/>
              <a:t>Drag &amp; drop your photo here </a:t>
            </a:r>
            <a:br>
              <a:rPr lang="en-US"/>
            </a:br>
            <a:r>
              <a:rPr lang="en-US"/>
              <a:t>or click or tap icon below </a:t>
            </a:r>
            <a:br>
              <a:rPr lang="en-US"/>
            </a:br>
            <a:r>
              <a:rPr lang="en-US"/>
              <a:t>to insert</a:t>
            </a:r>
            <a:endParaRPr/>
          </a:p>
          <a:p>
            <a:pPr>
              <a:defRPr/>
            </a:pPr>
            <a:endParaRPr lang="en-US"/>
          </a:p>
          <a:p>
            <a:pPr>
              <a:defRPr/>
            </a:pPr>
            <a:endParaRPr lang="en-US"/>
          </a:p>
        </p:txBody>
      </p:sp>
      <p:sp>
        <p:nvSpPr>
          <p:cNvPr id="167602766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userDrawn="1">
  <p:cSld name="1_Two photos_with Captions">
    <p:bg>
      <p:bgRef idx="1001">
        <a:schemeClr val="bg1"/>
      </p:bgRef>
    </p:bg>
    <p:spTree>
      <p:nvGrpSpPr>
        <p:cNvPr id="1" name=""/>
        <p:cNvGrpSpPr/>
        <p:nvPr/>
      </p:nvGrpSpPr>
      <p:grpSpPr>
        <a:xfrm>
          <a:off x="0" y="0"/>
          <a:ext cx="0" cy="0"/>
          <a:chOff x="0" y="0"/>
          <a:chExt cx="0" cy="0"/>
        </a:xfrm>
      </p:grpSpPr>
      <p:sp>
        <p:nvSpPr>
          <p:cNvPr id="77576740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964482197"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401558448" name="Text Placeholder 11"/>
          <p:cNvSpPr>
            <a:spLocks noGrp="1"/>
          </p:cNvSpPr>
          <p:nvPr>
            <p:ph type="body" sz="quarter" idx="16"/>
          </p:nvPr>
        </p:nvSpPr>
        <p:spPr bwMode="auto">
          <a:xfrm>
            <a:off x="584199" y="4575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42275804" name="Text Placeholder 3"/>
          <p:cNvSpPr>
            <a:spLocks noGrp="1"/>
          </p:cNvSpPr>
          <p:nvPr>
            <p:ph type="body" sz="quarter" idx="15"/>
          </p:nvPr>
        </p:nvSpPr>
        <p:spPr bwMode="auto">
          <a:xfrm>
            <a:off x="586390" y="4976443"/>
            <a:ext cx="536217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31309831" name="Picture Placeholder" descr="This photo is a 'placeholder' only. Drag or drop your photo here, or click and tap the center to insert a photo."/>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2077499277" name="Text Placeholder 11"/>
          <p:cNvSpPr>
            <a:spLocks noGrp="1"/>
          </p:cNvSpPr>
          <p:nvPr>
            <p:ph type="body" sz="quarter" idx="22"/>
          </p:nvPr>
        </p:nvSpPr>
        <p:spPr bwMode="auto">
          <a:xfrm>
            <a:off x="6243372" y="4575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32372658" name="Text Placeholder 3"/>
          <p:cNvSpPr>
            <a:spLocks noGrp="1"/>
          </p:cNvSpPr>
          <p:nvPr>
            <p:ph type="body" sz="quarter" idx="33"/>
          </p:nvPr>
        </p:nvSpPr>
        <p:spPr bwMode="auto">
          <a:xfrm>
            <a:off x="6252435" y="4976442"/>
            <a:ext cx="5357598"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208228529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userDrawn="1">
  <p:cSld name="1_Three photos_with Captions">
    <p:bg>
      <p:bgRef idx="1001">
        <a:schemeClr val="bg1"/>
      </p:bgRef>
    </p:bg>
    <p:spTree>
      <p:nvGrpSpPr>
        <p:cNvPr id="1" name=""/>
        <p:cNvGrpSpPr/>
        <p:nvPr/>
      </p:nvGrpSpPr>
      <p:grpSpPr>
        <a:xfrm>
          <a:off x="0" y="0"/>
          <a:ext cx="0" cy="0"/>
          <a:chOff x="0" y="0"/>
          <a:chExt cx="0" cy="0"/>
        </a:xfrm>
      </p:grpSpPr>
      <p:sp>
        <p:nvSpPr>
          <p:cNvPr id="165913185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84254215" name="Picture Placeholder" descr="This photo is a 'placeholder' only. Drag or drop your photo here, or click and tap the center to insert a photo."/>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631760908" name="Text Placeholder 11"/>
          <p:cNvSpPr>
            <a:spLocks noGrp="1"/>
          </p:cNvSpPr>
          <p:nvPr>
            <p:ph type="body" sz="quarter" idx="16"/>
          </p:nvPr>
        </p:nvSpPr>
        <p:spPr bwMode="auto">
          <a:xfrm>
            <a:off x="584200" y="4575104"/>
            <a:ext cx="3479070"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329482733" name="Text Placeholder 3"/>
          <p:cNvSpPr>
            <a:spLocks noGrp="1"/>
          </p:cNvSpPr>
          <p:nvPr>
            <p:ph type="body" sz="quarter" idx="15"/>
          </p:nvPr>
        </p:nvSpPr>
        <p:spPr bwMode="auto">
          <a:xfrm>
            <a:off x="586390" y="4976443"/>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545088194" name="Picture Placeholder" descr="This photo is a 'placeholder' only. Drag or drop your photo here, or click and tap the center to insert a photo."/>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749784272" name="Text Placeholder 11"/>
          <p:cNvSpPr>
            <a:spLocks noGrp="1"/>
          </p:cNvSpPr>
          <p:nvPr>
            <p:ph type="body" sz="quarter" idx="22"/>
          </p:nvPr>
        </p:nvSpPr>
        <p:spPr bwMode="auto">
          <a:xfrm>
            <a:off x="4374792" y="4575104"/>
            <a:ext cx="347689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502254863" name="Text Placeholder 3"/>
          <p:cNvSpPr>
            <a:spLocks noGrp="1"/>
          </p:cNvSpPr>
          <p:nvPr>
            <p:ph type="body" sz="quarter" idx="33"/>
          </p:nvPr>
        </p:nvSpPr>
        <p:spPr bwMode="auto">
          <a:xfrm>
            <a:off x="4383855" y="4976442"/>
            <a:ext cx="347761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03113527" name="Picture Placeholder" descr="This photo is a 'placeholder' only. Drag or drop your photo here, or click and tap the center to insert a photo."/>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745886500" name="Text Placeholder 11"/>
          <p:cNvSpPr>
            <a:spLocks noGrp="1"/>
          </p:cNvSpPr>
          <p:nvPr>
            <p:ph type="body" sz="quarter" idx="24"/>
          </p:nvPr>
        </p:nvSpPr>
        <p:spPr bwMode="auto">
          <a:xfrm>
            <a:off x="8133626" y="4571913"/>
            <a:ext cx="3485370" cy="187857"/>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768342719" name="Text Placeholder 3"/>
          <p:cNvSpPr>
            <a:spLocks noGrp="1"/>
          </p:cNvSpPr>
          <p:nvPr>
            <p:ph type="body" sz="quarter" idx="34"/>
          </p:nvPr>
        </p:nvSpPr>
        <p:spPr bwMode="auto">
          <a:xfrm>
            <a:off x="8128000" y="4973784"/>
            <a:ext cx="3486092" cy="156547"/>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85326420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userDrawn="1">
  <p:cSld name="1_Four photos_with Captions">
    <p:bg>
      <p:bgRef idx="1001">
        <a:schemeClr val="bg1"/>
      </p:bgRef>
    </p:bg>
    <p:spTree>
      <p:nvGrpSpPr>
        <p:cNvPr id="1" name=""/>
        <p:cNvGrpSpPr/>
        <p:nvPr/>
      </p:nvGrpSpPr>
      <p:grpSpPr>
        <a:xfrm>
          <a:off x="0" y="0"/>
          <a:ext cx="0" cy="0"/>
          <a:chOff x="0" y="0"/>
          <a:chExt cx="0" cy="0"/>
        </a:xfrm>
      </p:grpSpPr>
      <p:sp>
        <p:nvSpPr>
          <p:cNvPr id="107459820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744410902" name="Picture Placeholder" descr="This photo is a 'placeholder' only. Drag or drop your photo here, or click and tap the center to insert a photo."/>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615559384" name="Text Placeholder 11"/>
          <p:cNvSpPr>
            <a:spLocks noGrp="1"/>
          </p:cNvSpPr>
          <p:nvPr>
            <p:ph type="body" sz="quarter" idx="16"/>
          </p:nvPr>
        </p:nvSpPr>
        <p:spPr bwMode="auto">
          <a:xfrm>
            <a:off x="584200" y="4575104"/>
            <a:ext cx="2535699"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787204840" name="Text Placeholder 3"/>
          <p:cNvSpPr>
            <a:spLocks noGrp="1"/>
          </p:cNvSpPr>
          <p:nvPr>
            <p:ph type="body" sz="quarter" idx="15"/>
          </p:nvPr>
        </p:nvSpPr>
        <p:spPr bwMode="auto">
          <a:xfrm>
            <a:off x="586390"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797767252" name="Picture Placeholder" descr="This photo is a 'placeholder' only. Drag or drop your photo here, or click and tap the center to insert a photo."/>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1161840769" name="Text Placeholder 11"/>
          <p:cNvSpPr>
            <a:spLocks noGrp="1"/>
          </p:cNvSpPr>
          <p:nvPr>
            <p:ph type="body" sz="quarter" idx="22"/>
          </p:nvPr>
        </p:nvSpPr>
        <p:spPr bwMode="auto">
          <a:xfrm>
            <a:off x="3413125"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185332992" name="Text Placeholder 3"/>
          <p:cNvSpPr>
            <a:spLocks noGrp="1"/>
          </p:cNvSpPr>
          <p:nvPr>
            <p:ph type="body" sz="quarter" idx="33"/>
          </p:nvPr>
        </p:nvSpPr>
        <p:spPr bwMode="auto">
          <a:xfrm>
            <a:off x="342218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383519717" name="Picture Placeholder" descr="This photo is a 'placeholder' only. Drag or drop your photo here, or click and tap the center to insert a photo."/>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494295839" name="Text Placeholder 11"/>
          <p:cNvSpPr>
            <a:spLocks noGrp="1"/>
          </p:cNvSpPr>
          <p:nvPr>
            <p:ph type="body" sz="quarter" idx="24"/>
          </p:nvPr>
        </p:nvSpPr>
        <p:spPr bwMode="auto">
          <a:xfrm>
            <a:off x="6240462"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898453867" name="Text Placeholder 3"/>
          <p:cNvSpPr>
            <a:spLocks noGrp="1"/>
          </p:cNvSpPr>
          <p:nvPr>
            <p:ph type="body" sz="quarter" idx="34"/>
          </p:nvPr>
        </p:nvSpPr>
        <p:spPr bwMode="auto">
          <a:xfrm>
            <a:off x="6234836"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984285498" name="Picture Placeholder" descr="This photo is a 'placeholder' only. Drag or drop your photo here, or click and tap the center to insert a photo."/>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a:defRPr>
            </a:lvl1pPr>
          </a:lstStyle>
          <a:p>
            <a:pPr>
              <a:defRPr/>
            </a:pPr>
            <a:r>
              <a:rPr lang="en-US"/>
              <a:t>Click icon to add picture</a:t>
            </a:r>
            <a:endParaRPr/>
          </a:p>
        </p:txBody>
      </p:sp>
      <p:sp>
        <p:nvSpPr>
          <p:cNvPr id="888922763" name="Text Placeholder 11"/>
          <p:cNvSpPr>
            <a:spLocks noGrp="1"/>
          </p:cNvSpPr>
          <p:nvPr>
            <p:ph type="body" sz="quarter" idx="26"/>
          </p:nvPr>
        </p:nvSpPr>
        <p:spPr bwMode="auto">
          <a:xfrm>
            <a:off x="9076259"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1873562828" name="Text Placeholder 3"/>
          <p:cNvSpPr>
            <a:spLocks noGrp="1"/>
          </p:cNvSpPr>
          <p:nvPr>
            <p:ph type="body" sz="quarter" idx="35"/>
          </p:nvPr>
        </p:nvSpPr>
        <p:spPr bwMode="auto">
          <a:xfrm>
            <a:off x="9082208" y="4976443"/>
            <a:ext cx="2534635"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2007458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preserve="1" userDrawn="1">
  <p:cSld name="Summary">
    <p:spTree>
      <p:nvGrpSpPr>
        <p:cNvPr id="1" name=""/>
        <p:cNvGrpSpPr/>
        <p:nvPr/>
      </p:nvGrpSpPr>
      <p:grpSpPr>
        <a:xfrm>
          <a:off x="0" y="0"/>
          <a:ext cx="0" cy="0"/>
          <a:chOff x="0" y="0"/>
          <a:chExt cx="0" cy="0"/>
        </a:xfrm>
      </p:grpSpPr>
      <p:sp>
        <p:nvSpPr>
          <p:cNvPr id="1336141884"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98494927" name="Footer Placeholder 10"/>
          <p:cNvSpPr>
            <a:spLocks noGrp="1"/>
          </p:cNvSpPr>
          <p:nvPr>
            <p:ph type="ftr" sz="quarter" idx="3"/>
          </p:nvPr>
        </p:nvSpPr>
        <p:spPr bwMode="auto">
          <a:xfrm>
            <a:off x="43561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663141296" name="Rectangle: Single Corner Rounded 5"/>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238431541" name="Text Placeholder 11"/>
          <p:cNvSpPr>
            <a:spLocks noGrp="1"/>
          </p:cNvSpPr>
          <p:nvPr>
            <p:ph type="body" sz="quarter" idx="17"/>
          </p:nvPr>
        </p:nvSpPr>
        <p:spPr bwMode="auto">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292731619" name="Text Placeholder 3"/>
          <p:cNvSpPr>
            <a:spLocks noGrp="1"/>
          </p:cNvSpPr>
          <p:nvPr>
            <p:ph type="body" sz="quarter" idx="35"/>
          </p:nvPr>
        </p:nvSpPr>
        <p:spPr bwMode="auto">
          <a:xfrm>
            <a:off x="4358229" y="2578100"/>
            <a:ext cx="5361973"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916939398" name="Text Placeholder 11"/>
          <p:cNvSpPr>
            <a:spLocks noGrp="1"/>
          </p:cNvSpPr>
          <p:nvPr>
            <p:ph type="body" sz="quarter" idx="34"/>
          </p:nvPr>
        </p:nvSpPr>
        <p:spPr bwMode="auto">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preserve="1" userDrawn="1">
  <p:cSld name="2-column_Callout_with Image">
    <p:bg>
      <p:bgRef idx="1001">
        <a:schemeClr val="bg1"/>
      </p:bgRef>
    </p:bg>
    <p:spTree>
      <p:nvGrpSpPr>
        <p:cNvPr id="1" name=""/>
        <p:cNvGrpSpPr/>
        <p:nvPr/>
      </p:nvGrpSpPr>
      <p:grpSpPr>
        <a:xfrm>
          <a:off x="0" y="0"/>
          <a:ext cx="0" cy="0"/>
          <a:chOff x="0" y="0"/>
          <a:chExt cx="0" cy="0"/>
        </a:xfrm>
      </p:grpSpPr>
      <p:sp>
        <p:nvSpPr>
          <p:cNvPr id="705721508" name="Footer Placeholder 10"/>
          <p:cNvSpPr>
            <a:spLocks noGrp="1"/>
          </p:cNvSpPr>
          <p:nvPr>
            <p:ph type="ftr" sz="quarter" idx="3"/>
          </p:nvPr>
        </p:nvSpPr>
        <p:spPr bwMode="auto">
          <a:xfrm>
            <a:off x="4064000"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382293112"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61189639" name="Picture Placeholder" descr="This photo is a 'placeholder' only. Drag or drop your photo here, or click and tap the center to insert a photo."/>
          <p:cNvSpPr>
            <a:spLocks noGrp="1"/>
          </p:cNvSpPr>
          <p:nvPr>
            <p:ph type="pic" sz="quarter" idx="20" hasCustomPrompt="1"/>
          </p:nvPr>
        </p:nvSpPr>
        <p:spPr bwMode="ltGray">
          <a:xfrm>
            <a:off x="4064000" y="1292233"/>
            <a:ext cx="7535862" cy="327976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photo</a:t>
            </a:r>
            <a:endParaRPr/>
          </a:p>
          <a:p>
            <a:pPr>
              <a:defRPr/>
            </a:pPr>
            <a:r>
              <a:rPr lang="en-US"/>
              <a:t>here or click or tap </a:t>
            </a:r>
            <a:endParaRPr/>
          </a:p>
          <a:p>
            <a:pPr>
              <a:defRPr/>
            </a:pPr>
            <a:r>
              <a:rPr lang="en-US"/>
              <a:t>icon below to insert</a:t>
            </a:r>
            <a:endParaRPr/>
          </a:p>
          <a:p>
            <a:pPr>
              <a:defRPr/>
            </a:pPr>
            <a:endParaRPr lang="en-US"/>
          </a:p>
          <a:p>
            <a:pPr>
              <a:defRPr/>
            </a:pPr>
            <a:endParaRPr lang="en-US"/>
          </a:p>
        </p:txBody>
      </p:sp>
      <p:sp>
        <p:nvSpPr>
          <p:cNvPr id="1427664389" name="Text Placeholder 11"/>
          <p:cNvSpPr>
            <a:spLocks noGrp="1"/>
          </p:cNvSpPr>
          <p:nvPr>
            <p:ph type="body" sz="quarter" idx="22"/>
          </p:nvPr>
        </p:nvSpPr>
        <p:spPr bwMode="auto">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defRPr/>
            </a:pPr>
            <a:r>
              <a:rPr lang="en-US"/>
              <a:t>Click to edit Master text styles</a:t>
            </a:r>
            <a:endParaRPr/>
          </a:p>
        </p:txBody>
      </p:sp>
      <p:sp>
        <p:nvSpPr>
          <p:cNvPr id="417815238" name="Text Placeholder 3"/>
          <p:cNvSpPr>
            <a:spLocks noGrp="1"/>
          </p:cNvSpPr>
          <p:nvPr>
            <p:ph type="body" sz="quarter" idx="33"/>
          </p:nvPr>
        </p:nvSpPr>
        <p:spPr bwMode="auto">
          <a:xfrm>
            <a:off x="4073063" y="5231647"/>
            <a:ext cx="7526800" cy="153888"/>
          </a:xfrm>
          <a:prstGeom prst="rect">
            <a:avLst/>
          </a:prstGeom>
        </p:spPr>
        <p:txBody>
          <a:bodyPr wrap="square">
            <a:spAutoFit/>
          </a:bodyPr>
          <a:lstStyle>
            <a:lvl1pPr marL="0" indent="0">
              <a:buFont typeface="Arial"/>
              <a:buNone/>
              <a:defRPr sz="1000">
                <a:solidFill>
                  <a:schemeClr val="tx1"/>
                </a:solidFill>
              </a:defRPr>
            </a:lvl1pPr>
            <a:lvl2pPr marL="137160" indent="0">
              <a:buFont typeface="Arial"/>
              <a:buNone/>
              <a:defRPr>
                <a:solidFill>
                  <a:schemeClr val="tx1"/>
                </a:solidFill>
              </a:defRPr>
            </a:lvl2pPr>
            <a:lvl3pPr marL="411480" indent="-137160">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690495132" name="Rectangle: Single Corner Rounded 4"/>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434193959" name="Text Placeholder 11"/>
          <p:cNvSpPr>
            <a:spLocks noGrp="1"/>
          </p:cNvSpPr>
          <p:nvPr>
            <p:ph type="body" sz="quarter" idx="34"/>
          </p:nvPr>
        </p:nvSpPr>
        <p:spPr bwMode="auto">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1560373460" name="Rectangle 5"/>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400">
              <a:gradFill>
                <a:gsLst>
                  <a:gs pos="0">
                    <a:srgbClr val="FFFFFF"/>
                  </a:gs>
                  <a:gs pos="100000">
                    <a:srgbClr val="FFFFFF"/>
                  </a:gs>
                </a:gsLst>
                <a:lin ang="5400000" scaled="0"/>
              </a:gradFill>
              <a:ea typeface="Segoe UI"/>
              <a:cs typeface="Segoe UI"/>
            </a:endParaRPr>
          </a:p>
        </p:txBody>
      </p:sp>
      <p:sp>
        <p:nvSpPr>
          <p:cNvPr id="1317477869" name="Rectangle: Top Corners Rounded 1"/>
          <p:cNvSpPr/>
          <p:nvPr userDrawn="1"/>
        </p:nvSpPr>
        <p:spPr bwMode="auto">
          <a:xfrm rot="16199998"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a:lnSpc>
                <a:spcPct val="100000"/>
              </a:lnSpc>
              <a:spcBef>
                <a:spcPct val="0"/>
              </a:spcBef>
              <a:spcAft>
                <a:spcPct val="0"/>
              </a:spcAft>
              <a:buClrTx/>
              <a:buSzTx/>
              <a:buFontTx/>
              <a:buNone/>
              <a:defRPr/>
            </a:pPr>
            <a:endParaRPr lang="en-US" sz="2000" b="0" i="0" u="none" strike="noStrike" cap="none" spc="0" baseline="30000">
              <a:ln>
                <a:noFill/>
              </a:ln>
              <a:solidFill>
                <a:srgbClr val="FFFFFF"/>
              </a:solidFill>
              <a:latin typeface="Segoe UI"/>
              <a:ea typeface="+mn-ea"/>
              <a:cs typeface="+mn-cs"/>
            </a:endParaRPr>
          </a:p>
        </p:txBody>
      </p:sp>
      <p:pic>
        <p:nvPicPr>
          <p:cNvPr id="721728254" name="Picture 2"/>
          <p:cNvPicPr>
            <a:picLocks noChangeAspect="1"/>
          </p:cNvPicPr>
          <p:nvPr userDrawn="1"/>
        </p:nvPicPr>
        <p:blipFill>
          <a:blip r:embed="rId2"/>
          <a:srcRect l="15" r="15210"/>
          <a:stretch>
            <a:fillRect/>
          </a:stretch>
        </p:blipFill>
        <p:spPr bwMode="auto">
          <a:xfrm>
            <a:off x="7458887" y="1759165"/>
            <a:ext cx="4737876" cy="3870680"/>
          </a:xfrm>
          <a:prstGeom prst="rect">
            <a:avLst/>
          </a:prstGeom>
          <a:noFill/>
          <a:ln w="38100">
            <a:noFill/>
          </a:ln>
          <a:effectLst/>
        </p:spPr>
      </p:pic>
      <p:sp>
        <p:nvSpPr>
          <p:cNvPr id="1073600757" name="Picture Placeholder" descr="This photo is a 'placeholder' only. Drag or drop your photo here, or click and tap the center to insert a photo."/>
          <p:cNvSpPr>
            <a:spLocks noGrp="1"/>
          </p:cNvSpPr>
          <p:nvPr>
            <p:ph type="pic" sz="quarter" idx="20" hasCustomPrompt="1"/>
          </p:nvPr>
        </p:nvSpPr>
        <p:spPr bwMode="ltGray">
          <a:xfrm>
            <a:off x="7724774"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a:defRPr>
            </a:lvl1pPr>
          </a:lstStyle>
          <a:p>
            <a:pPr>
              <a:defRPr/>
            </a:pPr>
            <a:r>
              <a:rPr lang="en-US"/>
              <a:t>Drag &amp; drop your website screenshot here or click or tap icon below to insert</a:t>
            </a:r>
            <a:endParaRPr/>
          </a:p>
          <a:p>
            <a:pPr>
              <a:defRPr/>
            </a:pPr>
            <a:endParaRPr lang="en-US"/>
          </a:p>
          <a:p>
            <a:pPr>
              <a:defRPr/>
            </a:pPr>
            <a:endParaRPr lang="en-US"/>
          </a:p>
        </p:txBody>
      </p:sp>
      <p:sp>
        <p:nvSpPr>
          <p:cNvPr id="785067330" name="Title 1"/>
          <p:cNvSpPr>
            <a:spLocks noGrp="1"/>
          </p:cNvSpPr>
          <p:nvPr>
            <p:ph type="title"/>
          </p:nvPr>
        </p:nvSpPr>
        <p:spPr bwMode="auto">
          <a:xfrm>
            <a:off x="588262" y="585216"/>
            <a:ext cx="565220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12982222" name="Text Placeholder 11"/>
          <p:cNvSpPr>
            <a:spLocks noGrp="1"/>
          </p:cNvSpPr>
          <p:nvPr>
            <p:ph type="body" sz="quarter" idx="16"/>
          </p:nvPr>
        </p:nvSpPr>
        <p:spPr bwMode="auto">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727217154" name="Text Placeholder 3"/>
          <p:cNvSpPr>
            <a:spLocks noGrp="1"/>
          </p:cNvSpPr>
          <p:nvPr>
            <p:ph type="body" sz="quarter" idx="15"/>
          </p:nvPr>
        </p:nvSpPr>
        <p:spPr bwMode="auto">
          <a:xfrm>
            <a:off x="586388" y="2085764"/>
            <a:ext cx="5652201"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08191875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
    <p:spTree>
      <p:nvGrpSpPr>
        <p:cNvPr id="1" name=""/>
        <p:cNvGrpSpPr/>
        <p:nvPr/>
      </p:nvGrpSpPr>
      <p:grpSpPr>
        <a:xfrm>
          <a:off x="0" y="0"/>
          <a:ext cx="0" cy="0"/>
          <a:chOff x="0" y="0"/>
          <a:chExt cx="0" cy="0"/>
        </a:xfrm>
      </p:grpSpPr>
      <p:sp>
        <p:nvSpPr>
          <p:cNvPr id="181360089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96603676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38845879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44133266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1388647111"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2740820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preserve="1" userDrawn="1">
  <p:cSld name="1-column container">
    <p:spTree>
      <p:nvGrpSpPr>
        <p:cNvPr id="1" name=""/>
        <p:cNvGrpSpPr/>
        <p:nvPr/>
      </p:nvGrpSpPr>
      <p:grpSpPr>
        <a:xfrm>
          <a:off x="0" y="0"/>
          <a:ext cx="0" cy="0"/>
          <a:chOff x="0" y="0"/>
          <a:chExt cx="0" cy="0"/>
        </a:xfrm>
      </p:grpSpPr>
      <p:sp>
        <p:nvSpPr>
          <p:cNvPr id="163525238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84259280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218494742"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553469796" name="Text Placeholder 11"/>
          <p:cNvSpPr>
            <a:spLocks noGrp="1"/>
          </p:cNvSpPr>
          <p:nvPr>
            <p:ph type="body" sz="quarter" idx="17"/>
          </p:nvPr>
        </p:nvSpPr>
        <p:spPr bwMode="auto">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defRPr/>
            </a:pPr>
            <a:r>
              <a:rPr lang="en-US"/>
              <a:t>Click to edit Master text styles</a:t>
            </a:r>
            <a:endParaRPr/>
          </a:p>
        </p:txBody>
      </p:sp>
      <p:sp>
        <p:nvSpPr>
          <p:cNvPr id="1209807072" name="Text Placeholder 3"/>
          <p:cNvSpPr>
            <a:spLocks noGrp="1"/>
          </p:cNvSpPr>
          <p:nvPr>
            <p:ph type="body" sz="quarter" idx="15"/>
          </p:nvPr>
        </p:nvSpPr>
        <p:spPr bwMode="auto">
          <a:xfrm>
            <a:off x="1237265" y="2263564"/>
            <a:ext cx="8775098" cy="726353"/>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preserve="1" userDrawn="1">
  <p:cSld name="Knowledge Check">
    <p:spTree>
      <p:nvGrpSpPr>
        <p:cNvPr id="1" name=""/>
        <p:cNvGrpSpPr/>
        <p:nvPr/>
      </p:nvGrpSpPr>
      <p:grpSpPr>
        <a:xfrm>
          <a:off x="0" y="0"/>
          <a:ext cx="0" cy="0"/>
          <a:chOff x="0" y="0"/>
          <a:chExt cx="0" cy="0"/>
        </a:xfrm>
      </p:grpSpPr>
      <p:sp>
        <p:nvSpPr>
          <p:cNvPr id="1703134268"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1721229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940357319" name="Rounded Rectangle 3_1"/>
          <p:cNvSpPr/>
          <p:nvPr userDrawn="1"/>
        </p:nvSpPr>
        <p:spPr bwMode="auto">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954397189"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22970800"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17897854"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119853238"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342213169"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024463204"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580290543"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576846853"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141410029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236388151" name="Graphic 5"/>
          <p:cNvPicPr>
            <a:picLocks noChangeAspect="1"/>
          </p:cNvPicPr>
          <p:nvPr userDrawn="1"/>
        </p:nvPicPr>
        <p:blipFill>
          <a:blip r:embed="rId2"/>
          <a:stretch>
            <a:fillRect/>
          </a:stretch>
        </p:blipFill>
        <p:spPr bwMode="auto">
          <a:xfrm>
            <a:off x="-1" y="2827846"/>
            <a:ext cx="12192001" cy="3035200"/>
          </a:xfrm>
          <a:prstGeom prst="rect">
            <a:avLst/>
          </a:prstGeom>
        </p:spPr>
      </p:pic>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69467500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51695317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1186503471" name="Graphic 4"/>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209352650" name="Text Placeholder 14"/>
          <p:cNvSpPr>
            <a:spLocks noGrp="1"/>
          </p:cNvSpPr>
          <p:nvPr>
            <p:ph type="body" sz="quarter" idx="13" hasCustomPrompt="1"/>
          </p:nvPr>
        </p:nvSpPr>
        <p:spPr bwMode="auto">
          <a:xfrm>
            <a:off x="0" y="0"/>
            <a:ext cx="3788358" cy="446148"/>
          </a:xfrm>
          <a:prstGeom prst="rect">
            <a:avLst/>
          </a:prstGeom>
          <a:gradFill>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lang="en-US" sz="2000" b="0" i="0" u="none" strike="noStrike" cap="none">
                <a:ln>
                  <a:noFill/>
                </a:ln>
                <a:solidFill>
                  <a:srgbClr val="FFFFFF"/>
                </a:solidFill>
                <a:latin typeface="Segoe UI Semibold"/>
              </a:defRPr>
            </a:lvl1pPr>
          </a:lstStyle>
          <a:p>
            <a:pPr marL="228600" lvl="0" indent="-228600">
              <a:defRPr/>
            </a:pPr>
            <a:r>
              <a:rPr lang="en-US"/>
              <a:t>Click to enter title</a:t>
            </a:r>
            <a:endParaRPr/>
          </a:p>
        </p:txBody>
      </p:sp>
      <p:sp>
        <p:nvSpPr>
          <p:cNvPr id="41168984" name="Footer Placeholder 10"/>
          <p:cNvSpPr>
            <a:spLocks noGrp="1"/>
          </p:cNvSpPr>
          <p:nvPr>
            <p:ph type="ftr" sz="quarter" idx="3"/>
          </p:nvPr>
        </p:nvSpPr>
        <p:spPr bwMode="auto">
          <a:xfrm>
            <a:off x="7448551" y="6421083"/>
            <a:ext cx="4151312" cy="197976"/>
          </a:xfrm>
          <a:prstGeom prst="rect">
            <a:avLst/>
          </a:prstGeom>
        </p:spPr>
        <p:txBody>
          <a:bodyPr vert="horz" lIns="0" tIns="0" rIns="0" bIns="0" rtlCol="0" anchor="ctr"/>
          <a:lstStyle>
            <a:lvl1pPr marL="0" algn="r"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09045148" name="Text Placeholder 3"/>
          <p:cNvSpPr txBox="1"/>
          <p:nvPr userDrawn="1"/>
        </p:nvSpPr>
        <p:spPr bwMode="auto">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a:lnSpc>
                <a:spcPct val="150000"/>
              </a:lnSpc>
              <a:spcBef>
                <a:spcPct val="0"/>
              </a:spcBef>
              <a:spcAft>
                <a:spcPts val="600"/>
              </a:spcAft>
              <a:buClr>
                <a:schemeClr val="bg1"/>
              </a:buClr>
              <a:buSzPct val="120000"/>
              <a:buFontTx/>
              <a:buNone/>
              <a:defRPr lang="en-US" sz="1400" b="0" i="0">
                <a:solidFill>
                  <a:schemeClr val="tx1"/>
                </a:solidFill>
                <a:latin typeface="Consolas"/>
                <a:ea typeface="Segoe UI Semibold"/>
                <a:cs typeface="Segoe UI Semibold"/>
              </a:defRPr>
            </a:lvl1pPr>
            <a:lvl2pPr marL="0" indent="0" algn="l" defTabSz="914132" rtl="0">
              <a:lnSpc>
                <a:spcPct val="110000"/>
              </a:lnSpc>
              <a:spcBef>
                <a:spcPct val="0"/>
              </a:spcBef>
              <a:spcAft>
                <a:spcPts val="600"/>
              </a:spcAft>
              <a:buClrTx/>
              <a:buSzPct val="110000"/>
              <a:buFont typeface="Arial"/>
              <a:buNone/>
              <a:defRPr lang="en-US" sz="2000" b="0" i="0">
                <a:solidFill>
                  <a:schemeClr val="tx1"/>
                </a:solidFill>
                <a:latin typeface="Segoe UI"/>
                <a:ea typeface="Segoe UI"/>
                <a:cs typeface="Segoe UI"/>
              </a:defRPr>
            </a:lvl2pPr>
            <a:lvl3pPr marL="288924" indent="-222250" algn="l" defTabSz="914132" rtl="0">
              <a:lnSpc>
                <a:spcPct val="110000"/>
              </a:lnSpc>
              <a:spcBef>
                <a:spcPct val="0"/>
              </a:spcBef>
              <a:spcAft>
                <a:spcPts val="600"/>
              </a:spcAft>
              <a:buClrTx/>
              <a:buSzPct val="120000"/>
              <a:buFont typeface="Arial"/>
              <a:buChar char="•"/>
              <a:defRPr lang="en-US" sz="2000" b="0" i="0">
                <a:solidFill>
                  <a:schemeClr val="tx1"/>
                </a:solidFill>
                <a:latin typeface="Segoe UI"/>
                <a:ea typeface="Segoe UI"/>
                <a:cs typeface="Segoe UI"/>
              </a:defRPr>
            </a:lvl3pPr>
            <a:lvl4pPr marL="631825" indent="-182880" algn="l" defTabSz="914132" rtl="0">
              <a:lnSpc>
                <a:spcPct val="110000"/>
              </a:lnSpc>
              <a:spcBef>
                <a:spcPct val="0"/>
              </a:spcBef>
              <a:spcAft>
                <a:spcPts val="600"/>
              </a:spcAft>
              <a:buClrTx/>
              <a:buFont typeface="Arial"/>
              <a:buChar char="•"/>
              <a:defRPr lang="en-US" sz="1800" b="0" i="0">
                <a:solidFill>
                  <a:schemeClr val="tx1"/>
                </a:solidFill>
                <a:latin typeface="Segoe UI"/>
                <a:ea typeface="Segoe UI"/>
                <a:cs typeface="Segoe UI"/>
              </a:defRPr>
            </a:lvl4pPr>
            <a:lvl5pPr marL="1162685" indent="-194310" algn="l" defTabSz="914132" rtl="0">
              <a:lnSpc>
                <a:spcPct val="110000"/>
              </a:lnSpc>
              <a:spcBef>
                <a:spcPts val="500"/>
              </a:spcBef>
              <a:buClr>
                <a:schemeClr val="tx1"/>
              </a:buClr>
              <a:buFont typeface="Arial"/>
              <a:buChar char="•"/>
              <a:defRPr lang="en-US" sz="1600" b="0" i="0">
                <a:solidFill>
                  <a:schemeClr val="tx1"/>
                </a:solidFill>
                <a:latin typeface="Segoe UI"/>
                <a:ea typeface="Segoe UI"/>
                <a:cs typeface="Segoe UI"/>
              </a:defRPr>
            </a:lvl5pPr>
            <a:lvl6pPr marL="1873781" indent="-228533" algn="l" defTabSz="914132" rtl="0">
              <a:lnSpc>
                <a:spcPct val="110000"/>
              </a:lnSpc>
              <a:spcBef>
                <a:spcPts val="500"/>
              </a:spcBef>
              <a:buFont typeface="Arial"/>
              <a:buChar char="•"/>
              <a:defRPr sz="1400">
                <a:solidFill>
                  <a:schemeClr val="tx1"/>
                </a:solidFill>
                <a:latin typeface="+mn-lt"/>
                <a:ea typeface="+mn-ea"/>
                <a:cs typeface="+mn-cs"/>
              </a:defRPr>
            </a:lvl6pPr>
            <a:lvl7pPr marL="2970926" indent="-228533" algn="l" defTabSz="914132" rtl="0">
              <a:lnSpc>
                <a:spcPct val="90000"/>
              </a:lnSpc>
              <a:spcBef>
                <a:spcPts val="500"/>
              </a:spcBef>
              <a:buFont typeface="Arial"/>
              <a:buChar char="•"/>
              <a:defRPr sz="1900">
                <a:solidFill>
                  <a:schemeClr val="tx1"/>
                </a:solidFill>
                <a:latin typeface="+mn-lt"/>
                <a:ea typeface="+mn-ea"/>
                <a:cs typeface="+mn-cs"/>
              </a:defRPr>
            </a:lvl7pPr>
            <a:lvl8pPr marL="3427992" indent="-228533" algn="l" defTabSz="914132" rtl="0">
              <a:lnSpc>
                <a:spcPct val="90000"/>
              </a:lnSpc>
              <a:spcBef>
                <a:spcPts val="500"/>
              </a:spcBef>
              <a:buFont typeface="Arial"/>
              <a:buChar char="•"/>
              <a:defRPr sz="1900">
                <a:solidFill>
                  <a:schemeClr val="tx1"/>
                </a:solidFill>
                <a:latin typeface="+mn-lt"/>
                <a:ea typeface="+mn-ea"/>
                <a:cs typeface="+mn-cs"/>
              </a:defRPr>
            </a:lvl8pPr>
            <a:lvl9pPr marL="3885057" indent="-228533" algn="l" defTabSz="914132" rtl="0">
              <a:lnSpc>
                <a:spcPct val="90000"/>
              </a:lnSpc>
              <a:spcBef>
                <a:spcPts val="500"/>
              </a:spcBef>
              <a:buFont typeface="Arial"/>
              <a:buChar char="•"/>
              <a:defRPr sz="1900">
                <a:solidFill>
                  <a:schemeClr val="tx1"/>
                </a:solidFill>
                <a:latin typeface="+mn-lt"/>
                <a:ea typeface="+mn-ea"/>
                <a:cs typeface="+mn-cs"/>
              </a:defRPr>
            </a:lvl9pPr>
          </a:lstStyle>
          <a:p>
            <a:pPr marL="0" marR="0" lvl="0" indent="0" algn="l" defTabSz="914132" rtl="0">
              <a:lnSpc>
                <a:spcPct val="150000"/>
              </a:lnSpc>
              <a:spcBef>
                <a:spcPct val="0"/>
              </a:spcBef>
              <a:spcAft>
                <a:spcPts val="600"/>
              </a:spcAft>
              <a:buClr>
                <a:srgbClr val="E9E9E9"/>
              </a:buClr>
              <a:buSzPct val="120000"/>
              <a:buFontTx/>
              <a:buNone/>
              <a:defRPr/>
            </a:pPr>
            <a:endParaRPr lang="en-US" sz="1400" b="0" i="0" u="none" strike="noStrike" cap="none" spc="0">
              <a:ln>
                <a:noFill/>
              </a:ln>
              <a:solidFill>
                <a:srgbClr val="000000"/>
              </a:solidFill>
              <a:latin typeface="Consolas"/>
              <a:cs typeface="Segoe UI Semibold"/>
            </a:endParaRPr>
          </a:p>
        </p:txBody>
      </p:sp>
      <p:sp>
        <p:nvSpPr>
          <p:cNvPr id="1677580243" name="Text Placeholder 4" descr="This layout should only be used for developer code. The font used is a monospace font which is ideal for showing code."/>
          <p:cNvSpPr>
            <a:spLocks noGrp="1"/>
          </p:cNvSpPr>
          <p:nvPr>
            <p:ph type="body" sz="quarter" idx="11" hasCustomPrompt="1"/>
          </p:nvPr>
        </p:nvSpPr>
        <p:spPr bwMode="auto">
          <a:xfrm>
            <a:off x="579438" y="1083733"/>
            <a:ext cx="11020424" cy="4885267"/>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PhAnim="0"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770174584" name="Rectangle 2"/>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a:spcBef>
                <a:spcPct val="0"/>
              </a:spcBef>
              <a:spcAft>
                <a:spcPct val="0"/>
              </a:spcAft>
              <a:defRPr/>
            </a:pPr>
            <a:endParaRPr lang="en-US" sz="2000">
              <a:solidFill>
                <a:srgbClr val="FFFFFF"/>
              </a:solidFill>
              <a:ea typeface="Segoe UI"/>
              <a:cs typeface="Segoe UI"/>
            </a:endParaRPr>
          </a:p>
        </p:txBody>
      </p:sp>
      <p:sp>
        <p:nvSpPr>
          <p:cNvPr id="298087729" name="Title 1"/>
          <p:cNvSpPr>
            <a:spLocks noGrp="1"/>
          </p:cNvSpPr>
          <p:nvPr>
            <p:ph type="title"/>
          </p:nvPr>
        </p:nvSpPr>
        <p:spPr bwMode="auto">
          <a:xfrm>
            <a:off x="588262" y="585216"/>
            <a:ext cx="4042761"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802626894" name="Text Placeholder 3"/>
          <p:cNvSpPr>
            <a:spLocks noGrp="1"/>
          </p:cNvSpPr>
          <p:nvPr>
            <p:ph type="body" sz="quarter" idx="15"/>
          </p:nvPr>
        </p:nvSpPr>
        <p:spPr bwMode="auto">
          <a:xfrm>
            <a:off x="586388" y="1594155"/>
            <a:ext cx="4042761" cy="726353"/>
          </a:xfrm>
          <a:prstGeom prst="rect">
            <a:avLst/>
          </a:prstGeom>
        </p:spPr>
        <p:txBody>
          <a:bodyPr wrap="square">
            <a:spAutoFit/>
          </a:bodyPr>
          <a:lstStyle>
            <a:lvl1pPr marL="0" indent="0">
              <a:buFont typeface="Arial"/>
              <a:buNone/>
              <a:defRPr>
                <a:solidFill>
                  <a:schemeClr val="tx1"/>
                </a:solidFill>
              </a:defRPr>
            </a:lvl1pPr>
            <a:lvl2pPr marL="137160" indent="0">
              <a:buFont typeface="Arial"/>
              <a:buNone/>
              <a:defRPr>
                <a:solidFill>
                  <a:schemeClr val="tx1"/>
                </a:solidFill>
              </a:defRPr>
            </a:lvl2pPr>
            <a:lvl3pPr marL="265176" indent="0">
              <a:buFont typeface="Arial"/>
              <a:buNone/>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1303688009" name="Text Placeholder 4" descr="This layout should only be used for developer code. The font used is a monospace font which is ideal for showing code."/>
          <p:cNvSpPr>
            <a:spLocks noGrp="1"/>
          </p:cNvSpPr>
          <p:nvPr>
            <p:ph type="body" sz="quarter" idx="11" hasCustomPrompt="1"/>
          </p:nvPr>
        </p:nvSpPr>
        <p:spPr bwMode="auto">
          <a:xfrm>
            <a:off x="5800725" y="582613"/>
            <a:ext cx="5799138" cy="5692775"/>
          </a:xfrm>
        </p:spPr>
        <p:txBody>
          <a:bodyPr/>
          <a:lstStyle>
            <a:lvl1pPr marL="0" indent="0">
              <a:buNone/>
              <a:defRPr sz="1400">
                <a:solidFill>
                  <a:srgbClr val="2F2F2F"/>
                </a:solidFill>
                <a:latin typeface="Consolas"/>
                <a:cs typeface="Consolas"/>
              </a:defRPr>
            </a:lvl1pPr>
            <a:lvl2pPr marL="346448" indent="0">
              <a:buNone/>
              <a:defRPr sz="2400">
                <a:gradFill>
                  <a:gsLst>
                    <a:gs pos="43000">
                      <a:schemeClr val="tx1"/>
                    </a:gs>
                    <a:gs pos="61049">
                      <a:schemeClr val="tx1"/>
                    </a:gs>
                  </a:gsLst>
                  <a:lin ang="5400000" scaled="0"/>
                </a:gradFill>
                <a:latin typeface="Consolas"/>
                <a:cs typeface="Consolas"/>
              </a:defRPr>
            </a:lvl2pPr>
            <a:lvl3pPr marL="584432" indent="0">
              <a:buNone/>
              <a:defRPr sz="2000">
                <a:gradFill>
                  <a:gsLst>
                    <a:gs pos="43000">
                      <a:schemeClr val="tx1"/>
                    </a:gs>
                    <a:gs pos="61049">
                      <a:schemeClr val="tx1"/>
                    </a:gs>
                  </a:gsLst>
                  <a:lin ang="5400000" scaled="0"/>
                </a:gradFill>
                <a:latin typeface="Consolas"/>
                <a:cs typeface="Consolas"/>
              </a:defRPr>
            </a:lvl3pPr>
            <a:lvl4pPr marL="814319" indent="0">
              <a:buNone/>
              <a:defRPr sz="1800">
                <a:gradFill>
                  <a:gsLst>
                    <a:gs pos="43000">
                      <a:schemeClr val="tx1"/>
                    </a:gs>
                    <a:gs pos="61049">
                      <a:schemeClr val="tx1"/>
                    </a:gs>
                  </a:gsLst>
                  <a:lin ang="5400000" scaled="0"/>
                </a:gradFill>
                <a:latin typeface="Consolas"/>
                <a:cs typeface="Consolas"/>
              </a:defRPr>
            </a:lvl4pPr>
            <a:lvl5pPr marL="1050682" indent="0">
              <a:buNone/>
              <a:defRPr sz="1800">
                <a:gradFill>
                  <a:gsLst>
                    <a:gs pos="43000">
                      <a:schemeClr val="tx1"/>
                    </a:gs>
                    <a:gs pos="61049">
                      <a:schemeClr val="tx1"/>
                    </a:gs>
                  </a:gsLst>
                  <a:lin ang="5400000" scaled="0"/>
                </a:gradFill>
                <a:latin typeface="Consolas"/>
                <a:cs typeface="Consolas"/>
              </a:defRPr>
            </a:lvl5pPr>
          </a:lstStyle>
          <a:p>
            <a:pPr lvl="0">
              <a:defRPr/>
            </a:pPr>
            <a:r>
              <a:rPr lang="en-US"/>
              <a:t>Click to edit or paste code</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PhAnim="0"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328835570"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386652970" name="Text Placeholder 3"/>
          <p:cNvSpPr>
            <a:spLocks noGrp="1"/>
          </p:cNvSpPr>
          <p:nvPr>
            <p:ph type="body" sz="quarter" idx="15"/>
          </p:nvPr>
        </p:nvSpPr>
        <p:spPr bwMode="auto">
          <a:xfrm>
            <a:off x="586388" y="1591056"/>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1006011175" name="Text Placeholder 3"/>
          <p:cNvSpPr>
            <a:spLocks noGrp="1"/>
          </p:cNvSpPr>
          <p:nvPr>
            <p:ph type="body" sz="quarter" idx="19"/>
          </p:nvPr>
        </p:nvSpPr>
        <p:spPr bwMode="auto">
          <a:xfrm>
            <a:off x="586388" y="2081710"/>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867576042" name="Text Placeholder 3"/>
          <p:cNvSpPr>
            <a:spLocks noGrp="1"/>
          </p:cNvSpPr>
          <p:nvPr>
            <p:ph type="body" sz="quarter" idx="20"/>
          </p:nvPr>
        </p:nvSpPr>
        <p:spPr bwMode="auto">
          <a:xfrm>
            <a:off x="586388" y="3587124"/>
            <a:ext cx="8193024" cy="541687"/>
          </a:xfrm>
          <a:prstGeom prst="rect">
            <a:avLst/>
          </a:prstGeom>
        </p:spPr>
        <p:txBody>
          <a:bodyPr wrap="square">
            <a:spAutoFit/>
          </a:bodyPr>
          <a:lstStyle>
            <a:lvl1pPr marL="0" indent="0">
              <a:buFont typeface="Arial"/>
              <a:buNone/>
              <a:defRPr>
                <a:solidFill>
                  <a:schemeClr val="tx1"/>
                </a:solidFill>
                <a:latin typeface="+mj-lt"/>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p:txBody>
      </p:sp>
      <p:sp>
        <p:nvSpPr>
          <p:cNvPr id="330837637" name="Text Placeholder 3"/>
          <p:cNvSpPr>
            <a:spLocks noGrp="1"/>
          </p:cNvSpPr>
          <p:nvPr>
            <p:ph type="body" sz="quarter" idx="21"/>
          </p:nvPr>
        </p:nvSpPr>
        <p:spPr bwMode="auto">
          <a:xfrm>
            <a:off x="586388" y="4077778"/>
            <a:ext cx="8193024" cy="1132618"/>
          </a:xfrm>
          <a:prstGeom prst="rect">
            <a:avLst/>
          </a:prstGeom>
        </p:spPr>
        <p:txBody>
          <a:bodyPr wrap="square">
            <a:spAutoFit/>
          </a:bodyPr>
          <a:lstStyle>
            <a:lvl1pPr marL="137160" indent="-137160">
              <a:buFont typeface="Arial"/>
              <a:buChar char="•"/>
              <a:defRPr>
                <a:solidFill>
                  <a:schemeClr val="tx1"/>
                </a:solidFill>
              </a:defRPr>
            </a:lvl1pPr>
            <a:lvl2pPr marL="265176" indent="-128016">
              <a:buFont typeface="Arial"/>
              <a:buChar char="•"/>
              <a:defRPr>
                <a:solidFill>
                  <a:schemeClr val="tx1"/>
                </a:solidFill>
              </a:defRPr>
            </a:lvl2pPr>
            <a:lvl3pPr marL="384048" indent="-118872">
              <a:buFont typeface="Arial"/>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p:txBody>
      </p:sp>
      <p:sp>
        <p:nvSpPr>
          <p:cNvPr id="1513077455"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PhAnim="0"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1381460359"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129374179" name="Title 1"/>
          <p:cNvSpPr>
            <a:spLocks noGrp="1"/>
          </p:cNvSpPr>
          <p:nvPr>
            <p:ph type="title" hasCustomPrompt="1"/>
          </p:nvPr>
        </p:nvSpPr>
        <p:spPr bwMode="auto">
          <a:xfrm>
            <a:off x="588262" y="-612577"/>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325598762"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PhAnim="0"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1787110236" name="MS logo gray - EMF"/>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58187346" name="Title 1"/>
          <p:cNvSpPr>
            <a:spLocks noGrp="1"/>
          </p:cNvSpPr>
          <p:nvPr>
            <p:ph type="title" hasCustomPrompt="1"/>
          </p:nvPr>
        </p:nvSpPr>
        <p:spPr bwMode="auto">
          <a:xfrm>
            <a:off x="588262" y="-616043"/>
            <a:ext cx="8193024" cy="307777"/>
          </a:xfrm>
        </p:spPr>
        <p:txBody>
          <a:bodyPr/>
          <a:lstStyle>
            <a:lvl1pPr>
              <a:defRPr sz="2000" b="0" i="0">
                <a:solidFill>
                  <a:srgbClr val="001F2D"/>
                </a:solidFill>
                <a:latin typeface="+mj-lt"/>
                <a:cs typeface="Segoe UI Semibold"/>
              </a:defRPr>
            </a:lvl1pPr>
          </a:lstStyle>
          <a:p>
            <a:pPr>
              <a:defRPr/>
            </a:pPr>
            <a:r>
              <a:rPr lang="en-US"/>
              <a:t>Final slide with logo</a:t>
            </a:r>
            <a:endParaRPr/>
          </a:p>
        </p:txBody>
      </p:sp>
      <p:sp>
        <p:nvSpPr>
          <p:cNvPr id="1378075301" name="Text Placeholder 4"/>
          <p:cNvSpPr>
            <a:spLocks noGrp="1"/>
          </p:cNvSpPr>
          <p:nvPr>
            <p:ph type="body" sz="quarter" idx="12" hasCustomPrompt="1"/>
          </p:nvPr>
        </p:nvSpPr>
        <p:spPr bwMode="auto">
          <a:xfrm>
            <a:off x="585216" y="2080227"/>
            <a:ext cx="3361943" cy="553998"/>
          </a:xfrm>
          <a:prstGeom prst="rect">
            <a:avLst/>
          </a:prstGeom>
          <a:noFill/>
        </p:spPr>
        <p:txBody>
          <a:bodyPr wrap="square" lIns="0" tIns="0" rIns="0" bIns="0">
            <a:spAutoFit/>
          </a:bodyPr>
          <a:lstStyle>
            <a:lvl1pPr marL="0" indent="0" algn="l" defTabSz="457200" rtl="0">
              <a:lnSpc>
                <a:spcPct val="100000"/>
              </a:lnSpc>
              <a:spcBef>
                <a:spcPct val="0"/>
              </a:spcBef>
              <a:spcAft>
                <a:spcPct val="0"/>
              </a:spcAft>
              <a:buFont typeface="Arial"/>
              <a:buNone/>
              <a:defRPr lang="en-US" sz="3600" b="0" cap="none" spc="-50">
                <a:ln w="3175">
                  <a:noFill/>
                </a:ln>
                <a:solidFill>
                  <a:schemeClr val="accent3"/>
                </a:solidFill>
                <a:latin typeface="+mj-lt"/>
                <a:ea typeface="+mn-ea"/>
                <a:cs typeface="Segoe UI"/>
              </a:defRPr>
            </a:lvl1pPr>
          </a:lstStyle>
          <a:p>
            <a:pPr lvl="0">
              <a:defRPr/>
            </a:pPr>
            <a:r>
              <a:rPr lang="en-US"/>
              <a:t>Thank you.</a:t>
            </a:r>
            <a:endParaRPr/>
          </a:p>
        </p:txBody>
      </p:sp>
      <p:sp>
        <p:nvSpPr>
          <p:cNvPr id="488768196" name="Text Placeholder 8"/>
          <p:cNvSpPr>
            <a:spLocks noGrp="1"/>
          </p:cNvSpPr>
          <p:nvPr>
            <p:ph type="body" sz="quarter" idx="13"/>
          </p:nvPr>
        </p:nvSpPr>
        <p:spPr bwMode="auto">
          <a:xfrm>
            <a:off x="4485640" y="2276475"/>
            <a:ext cx="7114222" cy="1689098"/>
          </a:xfrm>
        </p:spPr>
        <p:txBody>
          <a:bodyPr/>
          <a:lstStyle>
            <a:lvl1pPr marL="0" indent="0" algn="l" defTabSz="457200" rtl="0">
              <a:lnSpc>
                <a:spcPct val="100000"/>
              </a:lnSpc>
              <a:spcBef>
                <a:spcPct val="0"/>
              </a:spcBef>
              <a:buNone/>
              <a:defRPr lang="en-US" sz="2000" b="0" cap="none" spc="-50">
                <a:ln w="3175">
                  <a:noFill/>
                </a:ln>
                <a:solidFill>
                  <a:schemeClr val="tx1"/>
                </a:solidFill>
                <a:latin typeface="+mn-lt"/>
                <a:ea typeface="+mn-ea"/>
                <a:cs typeface="Segoe UI"/>
              </a:defRPr>
            </a:lvl1pPr>
            <a:lvl2pPr marL="155448" indent="0">
              <a:buNone/>
              <a:defRPr lang="en-US" sz="2000" b="0" cap="none" spc="-50">
                <a:ln w="3175">
                  <a:noFill/>
                </a:ln>
                <a:solidFill>
                  <a:schemeClr val="bg1"/>
                </a:solidFill>
                <a:latin typeface="+mn-lt"/>
                <a:ea typeface="+mn-ea"/>
                <a:cs typeface="Segoe UI"/>
              </a:defRPr>
            </a:lvl2pPr>
            <a:lvl3pPr marL="265176" indent="0">
              <a:buNone/>
              <a:defRPr/>
            </a:lvl3pPr>
            <a:lvl4pPr marL="661988" indent="0">
              <a:buNone/>
              <a:defRPr/>
            </a:lvl4pPr>
            <a:lvl5pPr marL="855663" indent="0">
              <a:buNone/>
              <a:defRPr/>
            </a:lvl5pPr>
          </a:lstStyle>
          <a:p>
            <a:pPr lvl="0">
              <a:defRPr/>
            </a:pPr>
            <a:r>
              <a:rPr lang="en-US"/>
              <a:t>Click to edit Master text styles</a:t>
            </a:r>
            <a:endParaRPr/>
          </a:p>
        </p:txBody>
      </p:sp>
      <p:sp>
        <p:nvSpPr>
          <p:cNvPr id="686980788"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PhAnim="0"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176761915" name="Picture 6" descr="Background pattern&#10;&#10;Description automatically generated"/>
          <p:cNvPicPr>
            <a:picLocks noChangeAspect="1"/>
          </p:cNvPicPr>
          <p:nvPr userDrawn="1"/>
        </p:nvPicPr>
        <p:blipFill>
          <a:blip r:embed="rId2"/>
          <a:stretch>
            <a:fillRect/>
          </a:stretch>
        </p:blipFill>
        <p:spPr bwMode="auto">
          <a:xfrm>
            <a:off x="0" y="0"/>
            <a:ext cx="12188952" cy="6856285"/>
          </a:xfrm>
          <a:prstGeom prst="rect">
            <a:avLst/>
          </a:prstGeom>
        </p:spPr>
      </p:pic>
      <p:pic>
        <p:nvPicPr>
          <p:cNvPr id="1624386371" name="MS logo white - EMF"/>
          <p:cNvPicPr>
            <a:picLocks noChangeAspect="1"/>
          </p:cNvPicPr>
          <p:nvPr userDrawn="1"/>
        </p:nvPicPr>
        <p:blipFill>
          <a:blip r:embed="rId3"/>
          <a:stretch>
            <a:fillRect/>
          </a:stretch>
        </p:blipFill>
        <p:spPr bwMode="white">
          <a:xfrm>
            <a:off x="584200" y="585788"/>
            <a:ext cx="1366245" cy="292608"/>
          </a:xfrm>
          <a:prstGeom prst="rect">
            <a:avLst/>
          </a:prstGeom>
        </p:spPr>
      </p:pic>
      <p:sp>
        <p:nvSpPr>
          <p:cNvPr id="97492416" name="Title 1"/>
          <p:cNvSpPr>
            <a:spLocks noGrp="1"/>
          </p:cNvSpPr>
          <p:nvPr>
            <p:ph type="title" hasCustomPrompt="1"/>
          </p:nvPr>
        </p:nvSpPr>
        <p:spPr bwMode="white">
          <a:xfrm>
            <a:off x="569911" y="2769057"/>
            <a:ext cx="8193024" cy="1231106"/>
          </a:xfrm>
          <a:prstGeom prst="rect">
            <a:avLst/>
          </a:prstGeom>
          <a:noFill/>
        </p:spPr>
        <p:txBody>
          <a:bodyPr wrap="square" lIns="0" tIns="0" rIns="0" bIns="0" anchor="b" anchorCtr="0">
            <a:spAutoFit/>
          </a:bodyPr>
          <a:lstStyle>
            <a:lvl1pPr>
              <a:defRPr sz="4000" b="0" i="0" spc="-50">
                <a:solidFill>
                  <a:schemeClr val="bg1"/>
                </a:solidFill>
                <a:latin typeface="+mn-lt"/>
                <a:cs typeface="Segoe UI"/>
              </a:defRPr>
            </a:lvl1pPr>
          </a:lstStyle>
          <a:p>
            <a:pPr>
              <a:defRPr/>
            </a:pPr>
            <a:r>
              <a:rPr lang="en-US"/>
              <a:t>Event name or </a:t>
            </a:r>
            <a:br>
              <a:rPr lang="en-US"/>
            </a:br>
            <a:r>
              <a:rPr lang="en-US"/>
              <a:t>presentation title</a:t>
            </a:r>
            <a:endParaRPr/>
          </a:p>
        </p:txBody>
      </p:sp>
      <p:sp>
        <p:nvSpPr>
          <p:cNvPr id="808011982" name="Text Placeholder 4"/>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ct val="0"/>
              </a:spcBef>
              <a:buNone/>
              <a:defRPr sz="1600" spc="0">
                <a:solidFill>
                  <a:schemeClr val="bg1"/>
                </a:solidFill>
                <a:latin typeface="+mn-lt"/>
                <a:cs typeface="Segoe UI"/>
              </a:defRPr>
            </a:lvl1pPr>
          </a:lstStyle>
          <a:p>
            <a:pPr lvl="0">
              <a:defRPr/>
            </a:pPr>
            <a:r>
              <a:rPr lang="en-US"/>
              <a:t>Speaker name or subtitle</a:t>
            </a:r>
            <a:endParaRPr/>
          </a:p>
        </p:txBody>
      </p:sp>
      <p:sp>
        <p:nvSpPr>
          <p:cNvPr id="452116817" name="Text Placeholder 4"/>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Date</a:t>
            </a:r>
            <a:endParaRPr/>
          </a:p>
        </p:txBody>
      </p:sp>
      <p:sp>
        <p:nvSpPr>
          <p:cNvPr id="122402752" name="Text Placeholder 4"/>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ct val="0"/>
              </a:spcBef>
              <a:buNone/>
              <a:defRPr sz="1000" spc="0">
                <a:solidFill>
                  <a:schemeClr val="bg1"/>
                </a:solidFill>
                <a:latin typeface="+mn-lt"/>
                <a:cs typeface="Segoe UI"/>
              </a:defRPr>
            </a:lvl1pPr>
          </a:lstStyle>
          <a:p>
            <a:pPr lvl="0">
              <a:defRPr/>
            </a:pPr>
            <a:r>
              <a:rPr lang="en-US"/>
              <a:t>Microsoft confidential</a:t>
            </a:r>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userDrawn="1">
  <p:cSld name="Small title - half page">
    <p:spTree>
      <p:nvGrpSpPr>
        <p:cNvPr id="1" name=""/>
        <p:cNvGrpSpPr/>
        <p:nvPr/>
      </p:nvGrpSpPr>
      <p:grpSpPr>
        <a:xfrm>
          <a:off x="0" y="0"/>
          <a:ext cx="0" cy="0"/>
          <a:chOff x="0" y="0"/>
          <a:chExt cx="0" cy="0"/>
        </a:xfrm>
      </p:grpSpPr>
      <p:sp>
        <p:nvSpPr>
          <p:cNvPr id="950464208" name="Title 2"/>
          <p:cNvSpPr>
            <a:spLocks noGrp="1"/>
          </p:cNvSpPr>
          <p:nvPr>
            <p:ph type="title" hasCustomPrompt="1"/>
          </p:nvPr>
        </p:nvSpPr>
        <p:spPr bwMode="auto">
          <a:xfrm>
            <a:off x="584200" y="457200"/>
            <a:ext cx="5508419" cy="372410"/>
          </a:xfrm>
        </p:spPr>
        <p:txBody>
          <a:bodyPr tIns="64008"/>
          <a:lstStyle>
            <a:lvl1pPr>
              <a:defRPr sz="2000" spc="0">
                <a:latin typeface="+mj-lt"/>
                <a:cs typeface="Segoe UI"/>
              </a:defRPr>
            </a:lvl1pPr>
          </a:lstStyle>
          <a:p>
            <a:pPr>
              <a:defRPr/>
            </a:pPr>
            <a:r>
              <a:rPr lang="en-US"/>
              <a:t>Click to edit title style</a:t>
            </a:r>
            <a:endParaRPr/>
          </a:p>
        </p:txBody>
      </p:sp>
      <p:sp>
        <p:nvSpPr>
          <p:cNvPr id="142487131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PhAnim="0" userDrawn="1">
  <p:cSld name="Blank">
    <p:spTree>
      <p:nvGrpSpPr>
        <p:cNvPr id="1" name=""/>
        <p:cNvGrpSpPr/>
        <p:nvPr/>
      </p:nvGrpSpPr>
      <p:grpSpPr>
        <a:xfrm>
          <a:off x="0" y="0"/>
          <a:ext cx="0" cy="0"/>
          <a:chOff x="0" y="0"/>
          <a:chExt cx="0" cy="0"/>
        </a:xfrm>
      </p:grpSpPr>
      <p:sp>
        <p:nvSpPr>
          <p:cNvPr id="148064709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PhAnim="0" userDrawn="1">
  <p:cSld name="LearningPath2_WmGray">
    <p:bg>
      <p:bgPr>
        <a:solidFill>
          <a:srgbClr val="E8E6DF"/>
        </a:solidFill>
        <a:effectLst/>
      </p:bgPr>
    </p:bg>
    <p:spTree>
      <p:nvGrpSpPr>
        <p:cNvPr id="1" name=""/>
        <p:cNvGrpSpPr/>
        <p:nvPr/>
      </p:nvGrpSpPr>
      <p:grpSpPr>
        <a:xfrm>
          <a:off x="0" y="0"/>
          <a:ext cx="0" cy="0"/>
          <a:chOff x="0" y="0"/>
          <a:chExt cx="0" cy="0"/>
        </a:xfrm>
      </p:grpSpPr>
      <p:sp>
        <p:nvSpPr>
          <p:cNvPr id="25180981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
        <p:nvSpPr>
          <p:cNvPr id="65317087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pic>
        <p:nvPicPr>
          <p:cNvPr id="2047043024" name="Graphic 3"/>
          <p:cNvPicPr>
            <a:picLocks noChangeAspect="1"/>
          </p:cNvPicPr>
          <p:nvPr userDrawn="1"/>
        </p:nvPicPr>
        <p:blipFill>
          <a:blip r:embed="rId2"/>
          <a:stretch>
            <a:fillRect/>
          </a:stretch>
        </p:blipFill>
        <p:spPr bwMode="auto">
          <a:xfrm>
            <a:off x="-1" y="3144660"/>
            <a:ext cx="12192001" cy="3035200"/>
          </a:xfrm>
          <a:prstGeom prst="rect">
            <a:avLst/>
          </a:prstGeom>
        </p:spPr>
      </p:pic>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PhAnim="0" userDrawn="1">
  <p:cSld name="Text option_3 rows">
    <p:spTree>
      <p:nvGrpSpPr>
        <p:cNvPr id="1" name=""/>
        <p:cNvGrpSpPr/>
        <p:nvPr/>
      </p:nvGrpSpPr>
      <p:grpSpPr>
        <a:xfrm>
          <a:off x="0" y="0"/>
          <a:ext cx="0" cy="0"/>
          <a:chOff x="0" y="0"/>
          <a:chExt cx="0" cy="0"/>
        </a:xfrm>
      </p:grpSpPr>
      <p:sp>
        <p:nvSpPr>
          <p:cNvPr id="514051513"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753550187"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716513079"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154301493"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933887396"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cxnSp>
        <p:nvCxnSpPr>
          <p:cNvPr id="1968577392" name="Straight Connector 6"/>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21042442" name="Straight Connector 7"/>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PhAnim="0" userDrawn="1">
  <p:cSld name="Text option_4 rows">
    <p:spTree>
      <p:nvGrpSpPr>
        <p:cNvPr id="1" name=""/>
        <p:cNvGrpSpPr/>
        <p:nvPr/>
      </p:nvGrpSpPr>
      <p:grpSpPr>
        <a:xfrm>
          <a:off x="0" y="0"/>
          <a:ext cx="0" cy="0"/>
          <a:chOff x="0" y="0"/>
          <a:chExt cx="0" cy="0"/>
        </a:xfrm>
      </p:grpSpPr>
      <p:sp>
        <p:nvSpPr>
          <p:cNvPr id="1369721427" name="Text Placeholder 4"/>
          <p:cNvSpPr>
            <a:spLocks noGrp="1"/>
          </p:cNvSpPr>
          <p:nvPr>
            <p:ph type="body" sz="quarter" idx="11" hasCustomPrompt="1"/>
          </p:nvPr>
        </p:nvSpPr>
        <p:spPr bwMode="auto">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373792258" name="Straight Connector 19"/>
          <p:cNvCxnSpPr/>
          <p:nvPr userDrawn="1"/>
        </p:nvCxnSpPr>
        <p:spPr bwMode="auto">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6136228" name="Text Placeholder 4"/>
          <p:cNvSpPr>
            <a:spLocks noGrp="1"/>
          </p:cNvSpPr>
          <p:nvPr>
            <p:ph type="body" sz="quarter" idx="15" hasCustomPrompt="1"/>
          </p:nvPr>
        </p:nvSpPr>
        <p:spPr bwMode="auto">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1059191992" name="Straight Connector 20"/>
          <p:cNvCxnSpPr/>
          <p:nvPr userDrawn="1"/>
        </p:nvCxnSpPr>
        <p:spPr bwMode="auto">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559945637" name="Text Placeholder 4"/>
          <p:cNvSpPr>
            <a:spLocks noGrp="1"/>
          </p:cNvSpPr>
          <p:nvPr>
            <p:ph type="body" sz="quarter" idx="17" hasCustomPrompt="1"/>
          </p:nvPr>
        </p:nvSpPr>
        <p:spPr bwMode="auto">
          <a:xfrm>
            <a:off x="1389460" y="3545276"/>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cxnSp>
        <p:nvCxnSpPr>
          <p:cNvPr id="7499647" name="Straight Connector 21"/>
          <p:cNvCxnSpPr/>
          <p:nvPr userDrawn="1"/>
        </p:nvCxnSpPr>
        <p:spPr bwMode="auto">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9372878" name="Text Placeholder 4"/>
          <p:cNvSpPr>
            <a:spLocks noGrp="1"/>
          </p:cNvSpPr>
          <p:nvPr>
            <p:ph type="body" sz="quarter" idx="19" hasCustomPrompt="1"/>
          </p:nvPr>
        </p:nvSpPr>
        <p:spPr bwMode="auto">
          <a:xfrm>
            <a:off x="1389460" y="4591438"/>
            <a:ext cx="10210404" cy="781184"/>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Body copy Segoe UI Regular 14/18. The quick brown fox jumps over the lazy dog. The quick brown fox jumps over the lazy dog. The quick brown fox jumps over the lazy dog.</a:t>
            </a:r>
            <a:endParaRPr/>
          </a:p>
        </p:txBody>
      </p:sp>
      <p:sp>
        <p:nvSpPr>
          <p:cNvPr id="92574848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1827415109"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PhAnim="0" userDrawn="1">
  <p:cSld name="Text option_5 rows">
    <p:spTree>
      <p:nvGrpSpPr>
        <p:cNvPr id="1" name=""/>
        <p:cNvGrpSpPr/>
        <p:nvPr/>
      </p:nvGrpSpPr>
      <p:grpSpPr>
        <a:xfrm>
          <a:off x="0" y="0"/>
          <a:ext cx="0" cy="0"/>
          <a:chOff x="0" y="0"/>
          <a:chExt cx="0" cy="0"/>
        </a:xfrm>
      </p:grpSpPr>
      <p:sp>
        <p:nvSpPr>
          <p:cNvPr id="557428932" name="Text Placeholder 4"/>
          <p:cNvSpPr>
            <a:spLocks noGrp="1"/>
          </p:cNvSpPr>
          <p:nvPr>
            <p:ph type="body" sz="quarter" idx="11" hasCustomPrompt="1"/>
          </p:nvPr>
        </p:nvSpPr>
        <p:spPr bwMode="auto">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906598059" name="Straight Connector 14"/>
          <p:cNvCxnSpPr/>
          <p:nvPr userDrawn="1"/>
        </p:nvCxnSpPr>
        <p:spPr bwMode="auto">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71730752" name="Text Placeholder 4"/>
          <p:cNvSpPr>
            <a:spLocks noGrp="1"/>
          </p:cNvSpPr>
          <p:nvPr>
            <p:ph type="body" sz="quarter" idx="15" hasCustomPrompt="1"/>
          </p:nvPr>
        </p:nvSpPr>
        <p:spPr bwMode="auto">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96617859" name="Straight Connector 16"/>
          <p:cNvCxnSpPr/>
          <p:nvPr userDrawn="1"/>
        </p:nvCxnSpPr>
        <p:spPr bwMode="auto">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830691732" name="Text Placeholder 4"/>
          <p:cNvSpPr>
            <a:spLocks noGrp="1"/>
          </p:cNvSpPr>
          <p:nvPr>
            <p:ph type="body" sz="quarter" idx="17" hasCustomPrompt="1"/>
          </p:nvPr>
        </p:nvSpPr>
        <p:spPr bwMode="auto">
          <a:xfrm>
            <a:off x="1389460" y="3165232"/>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698375702" name="Straight Connector 18"/>
          <p:cNvCxnSpPr/>
          <p:nvPr userDrawn="1"/>
        </p:nvCxnSpPr>
        <p:spPr bwMode="auto">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44934600" name="Text Placeholder 4"/>
          <p:cNvSpPr>
            <a:spLocks noGrp="1"/>
          </p:cNvSpPr>
          <p:nvPr>
            <p:ph type="body" sz="quarter" idx="19" hasCustomPrompt="1"/>
          </p:nvPr>
        </p:nvSpPr>
        <p:spPr bwMode="auto">
          <a:xfrm>
            <a:off x="1389460" y="4021038"/>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cxnSp>
        <p:nvCxnSpPr>
          <p:cNvPr id="1699572009" name="Straight Connector 10"/>
          <p:cNvCxnSpPr/>
          <p:nvPr userDrawn="1"/>
        </p:nvCxnSpPr>
        <p:spPr bwMode="auto">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599126813" name="Text Placeholder 4"/>
          <p:cNvSpPr>
            <a:spLocks noGrp="1"/>
          </p:cNvSpPr>
          <p:nvPr>
            <p:ph type="body" sz="quarter" idx="21" hasCustomPrompt="1"/>
          </p:nvPr>
        </p:nvSpPr>
        <p:spPr bwMode="auto">
          <a:xfrm>
            <a:off x="1389460" y="4876845"/>
            <a:ext cx="10210404" cy="648900"/>
          </a:xfrm>
          <a:prstGeom prst="rect">
            <a:avLst/>
          </a:prstGeom>
        </p:spPr>
        <p:txBody>
          <a:bodyPr wrap="square" lIns="0" tIns="0" rIns="0" bIns="0" anchor="ctr">
            <a:noAutofit/>
          </a:bodyPr>
          <a:lstStyle>
            <a:lvl1pPr marL="0" marR="0" indent="0" algn="l" defTabSz="914367" rtl="0">
              <a:lnSpc>
                <a:spcPts val="1765"/>
              </a:lnSpc>
              <a:spcBef>
                <a:spcPts val="882"/>
              </a:spcBef>
              <a:spcAft>
                <a:spcPct val="0"/>
              </a:spcAft>
              <a:buClrTx/>
              <a:buSzPct val="90000"/>
              <a:buFont typeface="Wingdings"/>
              <a:buNone/>
              <a:defRPr lang="en-US" sz="1550" b="0" spc="0">
                <a:solidFill>
                  <a:schemeClr val="tx1"/>
                </a:solidFill>
                <a:latin typeface="+mn-lt"/>
                <a:ea typeface="+mn-ea"/>
                <a:cs typeface="+mn-cs"/>
              </a:defRPr>
            </a:lvl1pPr>
            <a:lvl2pPr marL="0" marR="0" indent="0" algn="l" defTabSz="914367" rtl="0">
              <a:lnSpc>
                <a:spcPct val="100000"/>
              </a:lnSpc>
              <a:spcBef>
                <a:spcPts val="600"/>
              </a:spcBef>
              <a:spcAft>
                <a:spcPct val="0"/>
              </a:spcAft>
              <a:buClrTx/>
              <a:buSzPct val="90000"/>
              <a:buFont typeface="Arial"/>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a:lnSpc>
                <a:spcPct val="100000"/>
              </a:lnSpc>
              <a:spcBef>
                <a:spcPts val="392"/>
              </a:spcBef>
              <a:spcAft>
                <a:spcPts val="588"/>
              </a:spcAft>
              <a:buClrTx/>
              <a:buSzPct val="90000"/>
              <a:buFont typeface="Arial"/>
              <a:buNone/>
              <a:defRPr/>
            </a:pPr>
            <a:r>
              <a:rPr lang="en-US"/>
              <a:t>The quick brown fox jumps over the lazy dog. The quick brown fox jumps over the lazy dog. The quick brown fox jumps over the lazy dog.</a:t>
            </a:r>
            <a:endParaRPr/>
          </a:p>
        </p:txBody>
      </p:sp>
      <p:sp>
        <p:nvSpPr>
          <p:cNvPr id="821357884"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429711847" name="Title 1"/>
          <p:cNvSpPr>
            <a:spLocks noGrp="1"/>
          </p:cNvSpPr>
          <p:nvPr>
            <p:ph type="title"/>
          </p:nvPr>
        </p:nvSpPr>
        <p:spPr bwMode="auto">
          <a:xfrm>
            <a:off x="588262" y="585216"/>
            <a:ext cx="8193024" cy="307777"/>
          </a:xfrm>
        </p:spPr>
        <p:txBody>
          <a:bodyPr/>
          <a:lstStyle>
            <a:lvl1pPr>
              <a:defRPr sz="2000" b="0" i="0">
                <a:solidFill>
                  <a:schemeClr val="tx1"/>
                </a:solidFill>
                <a:latin typeface="+mj-lt"/>
                <a:cs typeface="Segoe UI Semibold"/>
              </a:defRPr>
            </a:lvl1pPr>
          </a:lstStyle>
          <a:p>
            <a:pPr>
              <a:defRPr/>
            </a:pPr>
            <a:r>
              <a:rPr lang="en-US"/>
              <a:t>Click to edit Master title style</a:t>
            </a:r>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PhAnim="0" userDrawn="1">
  <p:cSld name="1_Knowledge Check">
    <p:spTree>
      <p:nvGrpSpPr>
        <p:cNvPr id="1" name=""/>
        <p:cNvGrpSpPr/>
        <p:nvPr/>
      </p:nvGrpSpPr>
      <p:grpSpPr>
        <a:xfrm>
          <a:off x="0" y="0"/>
          <a:ext cx="0" cy="0"/>
          <a:chOff x="0" y="0"/>
          <a:chExt cx="0" cy="0"/>
        </a:xfrm>
      </p:grpSpPr>
      <p:sp>
        <p:nvSpPr>
          <p:cNvPr id="1186918151" name="Rounded Rectangle 3_1"/>
          <p:cNvSpPr/>
          <p:nvPr userDrawn="1"/>
        </p:nvSpPr>
        <p:spPr bwMode="auto">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a:lnSpc>
                <a:spcPct val="100000"/>
              </a:lnSpc>
              <a:spcBef>
                <a:spcPct val="0"/>
              </a:spcBef>
              <a:spcAft>
                <a:spcPct val="0"/>
              </a:spcAft>
              <a:buClrTx/>
              <a:buSzPct val="90000"/>
              <a:buFontTx/>
              <a:buNone/>
              <a:defRPr/>
            </a:pPr>
            <a:endParaRPr lang="en-US" sz="1800" b="0" i="0" u="none" strike="noStrike" cap="none" spc="0">
              <a:ln>
                <a:noFill/>
              </a:ln>
              <a:solidFill>
                <a:srgbClr val="000000"/>
              </a:solidFill>
              <a:latin typeface="Segoe UI"/>
              <a:ea typeface="+mn-ea"/>
              <a:cs typeface="Segoe UI"/>
            </a:endParaRPr>
          </a:p>
        </p:txBody>
      </p:sp>
      <p:sp>
        <p:nvSpPr>
          <p:cNvPr id="1908531664" name="Title 1"/>
          <p:cNvSpPr>
            <a:spLocks noGrp="1"/>
          </p:cNvSpPr>
          <p:nvPr>
            <p:ph type="title"/>
          </p:nvPr>
        </p:nvSpPr>
        <p:spPr bwMode="auto">
          <a:xfrm>
            <a:off x="588262" y="585216"/>
            <a:ext cx="8193024" cy="369332"/>
          </a:xfrm>
        </p:spPr>
        <p:txBody>
          <a:bodyPr/>
          <a:lstStyle>
            <a:lvl1pPr>
              <a:defRPr sz="2400" b="0" i="0">
                <a:solidFill>
                  <a:schemeClr val="tx1"/>
                </a:solidFill>
                <a:latin typeface="+mj-lt"/>
                <a:cs typeface="Segoe UI Semibold"/>
              </a:defRPr>
            </a:lvl1pPr>
          </a:lstStyle>
          <a:p>
            <a:pPr>
              <a:defRPr/>
            </a:pPr>
            <a:r>
              <a:rPr lang="en-US"/>
              <a:t>Click to edit Master title style</a:t>
            </a:r>
            <a:endParaRPr/>
          </a:p>
        </p:txBody>
      </p:sp>
      <p:sp>
        <p:nvSpPr>
          <p:cNvPr id="420857480"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
        <p:nvSpPr>
          <p:cNvPr id="218504965" name="Text Placeholder 11"/>
          <p:cNvSpPr>
            <a:spLocks noGrp="1"/>
          </p:cNvSpPr>
          <p:nvPr>
            <p:ph type="body" sz="quarter" idx="17"/>
          </p:nvPr>
        </p:nvSpPr>
        <p:spPr bwMode="auto">
          <a:xfrm>
            <a:off x="1235075" y="1594151"/>
            <a:ext cx="8778782" cy="39997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509262913" name="Text Placeholder 3"/>
          <p:cNvSpPr>
            <a:spLocks noGrp="1"/>
          </p:cNvSpPr>
          <p:nvPr>
            <p:ph type="body" sz="quarter" idx="15"/>
          </p:nvPr>
        </p:nvSpPr>
        <p:spPr bwMode="auto">
          <a:xfrm>
            <a:off x="1237265" y="1994124"/>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grpSp>
        <p:nvGrpSpPr>
          <p:cNvPr id="885390915" name="Group 6"/>
          <p:cNvGrpSpPr/>
          <p:nvPr userDrawn="1"/>
        </p:nvGrpSpPr>
        <p:grpSpPr>
          <a:xfrm>
            <a:off x="10107938" y="893763"/>
            <a:ext cx="1110600" cy="1110600"/>
            <a:chOff x="5540700" y="2116300"/>
            <a:chExt cx="1110600" cy="1110600"/>
          </a:xfrm>
        </p:grpSpPr>
        <p:sp>
          <p:nvSpPr>
            <p:cNvPr id="8" name="Oval 7"/>
            <p:cNvSpPr/>
            <p:nvPr/>
          </p:nvSpPr>
          <p:spPr bwMode="auto">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a:lnSpc>
                  <a:spcPct val="100000"/>
                </a:lnSpc>
                <a:spcBef>
                  <a:spcPct val="0"/>
                </a:spcBef>
                <a:spcAft>
                  <a:spcPct val="0"/>
                </a:spcAft>
                <a:buClrTx/>
                <a:buSzTx/>
                <a:buFontTx/>
                <a:buNone/>
                <a:defRPr/>
              </a:pPr>
              <a:endParaRPr lang="en-US" sz="1800" b="0" i="0" u="none" strike="noStrike" cap="none" spc="0">
                <a:ln>
                  <a:noFill/>
                </a:ln>
                <a:solidFill>
                  <a:srgbClr val="FFFFFF"/>
                </a:solidFill>
                <a:latin typeface="Segoe UI"/>
                <a:ea typeface="+mn-ea"/>
                <a:cs typeface="+mn-cs"/>
              </a:endParaRPr>
            </a:p>
          </p:txBody>
        </p:sp>
        <p:pic>
          <p:nvPicPr>
            <p:cNvPr id="9" name="Picture 8"/>
            <p:cNvPicPr/>
            <p:nvPr/>
          </p:nvPicPr>
          <p:blipFill>
            <a:blip r:embed="rId2"/>
            <a:stretch>
              <a:fillRect/>
            </a:stretch>
          </p:blipFill>
          <p:spPr bwMode="auto">
            <a:xfrm>
              <a:off x="5749602" y="2325202"/>
              <a:ext cx="692796" cy="692796"/>
            </a:xfrm>
            <a:prstGeom prst="rect">
              <a:avLst/>
            </a:prstGeom>
            <a:noFill/>
          </p:spPr>
        </p:pic>
      </p:grpSp>
      <p:sp>
        <p:nvSpPr>
          <p:cNvPr id="1023289074" name="Text Placeholder 11"/>
          <p:cNvSpPr>
            <a:spLocks noGrp="1"/>
          </p:cNvSpPr>
          <p:nvPr>
            <p:ph type="body" sz="quarter" idx="20"/>
          </p:nvPr>
        </p:nvSpPr>
        <p:spPr bwMode="auto">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defRPr/>
            </a:pPr>
            <a:r>
              <a:rPr lang="en-US"/>
              <a:t>Click to edit Master text styles</a:t>
            </a:r>
            <a:endParaRPr/>
          </a:p>
        </p:txBody>
      </p:sp>
      <p:sp>
        <p:nvSpPr>
          <p:cNvPr id="1824014547" name="Text Placeholder 3"/>
          <p:cNvSpPr>
            <a:spLocks noGrp="1"/>
          </p:cNvSpPr>
          <p:nvPr>
            <p:ph type="body" sz="quarter" idx="21"/>
          </p:nvPr>
        </p:nvSpPr>
        <p:spPr bwMode="auto">
          <a:xfrm>
            <a:off x="1237265" y="4898755"/>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
        <p:nvSpPr>
          <p:cNvPr id="1170425100" name="Text Placeholder 11"/>
          <p:cNvSpPr>
            <a:spLocks noGrp="1"/>
          </p:cNvSpPr>
          <p:nvPr>
            <p:ph type="body" sz="quarter" idx="22"/>
          </p:nvPr>
        </p:nvSpPr>
        <p:spPr bwMode="auto">
          <a:xfrm>
            <a:off x="1235075" y="3042690"/>
            <a:ext cx="8778782" cy="406323"/>
          </a:xfrm>
          <a:prstGeom prst="rect">
            <a:avLst/>
          </a:prstGeom>
        </p:spPr>
        <p:txBody>
          <a:bodyPr anchor="t"/>
          <a:lstStyle>
            <a:lvl1pPr marL="0" indent="0">
              <a:spcBef>
                <a:spcPct val="0"/>
              </a:spcBef>
              <a:buNone/>
              <a:defRPr lang="en-US" sz="1400" spc="0">
                <a:solidFill>
                  <a:schemeClr val="tx1"/>
                </a:solidFill>
                <a:latin typeface="+mj-lt"/>
                <a:ea typeface="+mn-ea"/>
                <a:cs typeface="Segoe UI"/>
              </a:defRPr>
            </a:lvl1pPr>
          </a:lstStyle>
          <a:p>
            <a:pPr lvl="0">
              <a:defRPr/>
            </a:pPr>
            <a:r>
              <a:rPr lang="en-US"/>
              <a:t>Click to edit Master text styles</a:t>
            </a:r>
            <a:endParaRPr/>
          </a:p>
          <a:p>
            <a:pPr lvl="0">
              <a:defRPr/>
            </a:pPr>
            <a:endParaRPr lang="en-US"/>
          </a:p>
        </p:txBody>
      </p:sp>
      <p:sp>
        <p:nvSpPr>
          <p:cNvPr id="1711251680" name="Text Placeholder 3"/>
          <p:cNvSpPr>
            <a:spLocks noGrp="1"/>
          </p:cNvSpPr>
          <p:nvPr>
            <p:ph type="body" sz="quarter" idx="23"/>
          </p:nvPr>
        </p:nvSpPr>
        <p:spPr bwMode="auto">
          <a:xfrm>
            <a:off x="1237265" y="3449013"/>
            <a:ext cx="8775098" cy="215444"/>
          </a:xfrm>
          <a:prstGeom prst="rect">
            <a:avLst/>
          </a:prstGeom>
        </p:spPr>
        <p:txBody>
          <a:bodyPr wrap="square" lIns="91440">
            <a:spAutoFit/>
          </a:bodyPr>
          <a:lstStyle>
            <a:lvl1pPr marL="137160" indent="-137160">
              <a:buFont typeface="Segoe UI"/>
              <a:buChar char="⃣"/>
              <a:defRPr sz="1400">
                <a:solidFill>
                  <a:schemeClr val="tx1"/>
                </a:solidFill>
              </a:defRPr>
            </a:lvl1pPr>
            <a:lvl2pPr marL="265176" indent="-128016">
              <a:buFont typeface="Segoe UI"/>
              <a:buChar char="⃣"/>
              <a:defRPr>
                <a:solidFill>
                  <a:schemeClr val="tx1"/>
                </a:solidFill>
              </a:defRPr>
            </a:lvl2pPr>
            <a:lvl3pPr marL="384048" indent="-118872">
              <a:buFont typeface="Segoe UI"/>
              <a:buChar char="⃣"/>
              <a:defRPr>
                <a:solidFill>
                  <a:schemeClr val="tx1"/>
                </a:solidFill>
              </a:defRPr>
            </a:lvl3pPr>
            <a:lvl4pPr marL="685800" indent="0">
              <a:buNone/>
              <a:defRPr/>
            </a:lvl4pPr>
            <a:lvl5pPr marL="914400" indent="0">
              <a:buNone/>
              <a:defRPr/>
            </a:lvl5pPr>
          </a:lstStyle>
          <a:p>
            <a:pPr lvl="0">
              <a:defRPr/>
            </a:pPr>
            <a:r>
              <a:rPr lang="en-US"/>
              <a:t>Click to edit Master text styles</a:t>
            </a: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22835772" name="Title Placeholder 1"/>
          <p:cNvSpPr>
            <a:spLocks noGrp="1"/>
          </p:cNvSpPr>
          <p:nvPr>
            <p:ph type="title"/>
          </p:nvPr>
        </p:nvSpPr>
        <p:spPr bwMode="auto">
          <a:xfrm>
            <a:off x="457200" y="411480"/>
            <a:ext cx="11222610" cy="515442"/>
          </a:xfrm>
          <a:prstGeom prst="rect">
            <a:avLst/>
          </a:prstGeom>
        </p:spPr>
        <p:txBody>
          <a:bodyPr vert="horz" lIns="0" tIns="0" rIns="0" bIns="0" rtlCol="0" anchor="ctr">
            <a:noAutofit/>
          </a:bodyPr>
          <a:lstStyle/>
          <a:p>
            <a:pPr>
              <a:defRPr/>
            </a:pPr>
            <a:r>
              <a:rPr lang="en-US"/>
              <a:t>Click to edit Master title style</a:t>
            </a:r>
            <a:endParaRPr/>
          </a:p>
        </p:txBody>
      </p:sp>
      <p:sp>
        <p:nvSpPr>
          <p:cNvPr id="791444610" name="Text Placeholder 2"/>
          <p:cNvSpPr>
            <a:spLocks noGrp="1"/>
          </p:cNvSpPr>
          <p:nvPr>
            <p:ph type="body" idx="1"/>
          </p:nvPr>
        </p:nvSpPr>
        <p:spPr bwMode="auto">
          <a:xfrm>
            <a:off x="457200" y="1150403"/>
            <a:ext cx="11222610" cy="4351338"/>
          </a:xfrm>
          <a:prstGeom prst="rect">
            <a:avLst/>
          </a:prstGeom>
        </p:spPr>
        <p:txBody>
          <a:bodyPr vert="horz" lIns="0" tIns="0" rIns="0" bIns="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2205530" name="TextBox 6"/>
          <p:cNvSpPr txBox="1"/>
          <p:nvPr userDrawn="1"/>
        </p:nvSpPr>
        <p:spPr bwMode="auto">
          <a:xfrm>
            <a:off x="457200" y="6411853"/>
            <a:ext cx="6591300" cy="169277"/>
          </a:xfrm>
          <a:prstGeom prst="rect">
            <a:avLst/>
          </a:prstGeom>
          <a:noFill/>
        </p:spPr>
        <p:txBody>
          <a:bodyPr wrap="square" lIns="0" tIns="0" rIns="0" bIns="0">
            <a:spAutoFit/>
          </a:bodyPr>
          <a:lstStyle/>
          <a:p>
            <a:pPr defTabSz="932563">
              <a:defRPr/>
            </a:pPr>
            <a:r>
              <a:rPr lang="es-ES" sz="1100" b="0" i="0" strike="noStrike" cap="none" baseline="0" dirty="0">
                <a:solidFill>
                  <a:srgbClr val="000000"/>
                </a:solidFill>
                <a:effectLst/>
                <a:latin typeface="Segoe UI"/>
                <a:ea typeface="Segoe UI"/>
                <a:cs typeface="Segoe UI"/>
              </a:rPr>
              <a:t>© Copyright Microsoft </a:t>
            </a:r>
            <a:r>
              <a:rPr lang="es-ES" sz="1100" b="0" i="0" strike="noStrike" cap="none" baseline="0" dirty="0" err="1">
                <a:solidFill>
                  <a:srgbClr val="000000"/>
                </a:solidFill>
                <a:effectLst/>
                <a:latin typeface="Segoe UI"/>
                <a:ea typeface="Segoe UI"/>
                <a:cs typeface="Segoe UI"/>
              </a:rPr>
              <a:t>Corporation</a:t>
            </a:r>
            <a:r>
              <a:rPr lang="es-ES" sz="1100" b="0" i="0" strike="noStrike" cap="none" baseline="0" dirty="0">
                <a:solidFill>
                  <a:srgbClr val="000000"/>
                </a:solidFill>
                <a:effectLst/>
                <a:latin typeface="Segoe UI"/>
                <a:ea typeface="Segoe UI"/>
                <a:cs typeface="Segoe UI"/>
              </a:rPr>
              <a:t>. Todos los derechos reservados.</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a:lnSpc>
          <a:spcPct val="90000"/>
        </a:lnSpc>
        <a:spcBef>
          <a:spcPct val="0"/>
        </a:spcBef>
        <a:buNone/>
        <a:defRPr sz="3200">
          <a:solidFill>
            <a:schemeClr val="tx1"/>
          </a:solidFill>
          <a:latin typeface="Segoe UI Semibold"/>
          <a:ea typeface="+mj-ea"/>
          <a:cs typeface="Segoe UI Semibold"/>
        </a:defRPr>
      </a:lvl1pPr>
    </p:titleStyle>
    <p:body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146852067" name="GRID" hidden="1"/>
          <p:cNvGrpSpPr/>
          <p:nvPr userDrawn="1"/>
        </p:nvGrpSpPr>
        <p:grpSpPr>
          <a:xfrm>
            <a:off x="0" y="0"/>
            <a:ext cx="12192000" cy="6858000"/>
            <a:chOff x="0" y="0"/>
            <a:chExt cx="12192000" cy="6858000"/>
          </a:xfrm>
        </p:grpSpPr>
        <p:cxnSp>
          <p:nvCxnSpPr>
            <p:cNvPr id="7" name="Straight Connector 6"/>
            <p:cNvCxnSpPr/>
            <p:nvPr/>
          </p:nvCxnSpPr>
          <p:spPr bwMode="auto">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auto">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auto">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auto">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auto">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auto">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auto">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auto">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auto">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auto">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auto">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auto">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auto">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auto">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auto">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004635344" name="Title Placeholder 1"/>
          <p:cNvSpPr>
            <a:spLocks noGrp="1"/>
          </p:cNvSpPr>
          <p:nvPr userDrawn="1">
            <p:ph type="title"/>
          </p:nvPr>
        </p:nvSpPr>
        <p:spPr bwMode="auto">
          <a:xfrm>
            <a:off x="588263" y="585216"/>
            <a:ext cx="10430257" cy="307777"/>
          </a:xfrm>
          <a:prstGeom prst="rect">
            <a:avLst/>
          </a:prstGeom>
        </p:spPr>
        <p:txBody>
          <a:bodyPr vert="horz" wrap="square" lIns="0" tIns="0" rIns="0" bIns="0" rtlCol="0" anchor="t">
            <a:spAutoFit/>
          </a:bodyPr>
          <a:lstStyle/>
          <a:p>
            <a:pPr>
              <a:defRPr/>
            </a:pPr>
            <a:r>
              <a:rPr lang="en-US"/>
              <a:t>Click to edit Master title style</a:t>
            </a:r>
            <a:endParaRPr/>
          </a:p>
        </p:txBody>
      </p:sp>
      <p:sp>
        <p:nvSpPr>
          <p:cNvPr id="1833309376" name="Text Placeholder 3"/>
          <p:cNvSpPr>
            <a:spLocks noGrp="1"/>
          </p:cNvSpPr>
          <p:nvPr>
            <p:ph type="body" idx="1"/>
          </p:nvPr>
        </p:nvSpPr>
        <p:spPr bwMode="auto">
          <a:xfrm>
            <a:off x="584200" y="1591056"/>
            <a:ext cx="10426700" cy="726353"/>
          </a:xfrm>
          <a:prstGeom prst="rect">
            <a:avLst/>
          </a:prstGeom>
        </p:spPr>
        <p:txBody>
          <a:bodyPr vert="horz" wrap="square" lIns="0" tIns="0" rIns="0" bIns="0" rtlCol="0">
            <a:spAutoFit/>
          </a:bodyPr>
          <a:lstStyle/>
          <a:p>
            <a:pPr lvl="0">
              <a:defRPr/>
            </a:pPr>
            <a:r>
              <a:rPr lang="en-US"/>
              <a:t>Click to edit Master text styles</a:t>
            </a:r>
            <a:endParaRPr/>
          </a:p>
          <a:p>
            <a:pPr lvl="1">
              <a:defRPr/>
            </a:pPr>
            <a:r>
              <a:rPr lang="en-US"/>
              <a:t>Second level</a:t>
            </a:r>
            <a:endParaRPr/>
          </a:p>
          <a:p>
            <a:pPr lvl="2">
              <a:defRPr/>
            </a:pPr>
            <a:r>
              <a:rPr lang="en-US"/>
              <a:t>Third level</a:t>
            </a:r>
            <a:endParaRPr/>
          </a:p>
        </p:txBody>
      </p:sp>
      <p:sp>
        <p:nvSpPr>
          <p:cNvPr id="295726231" name="Footer Placeholder 10"/>
          <p:cNvSpPr>
            <a:spLocks noGrp="1"/>
          </p:cNvSpPr>
          <p:nvPr>
            <p:ph type="ftr" sz="quarter" idx="3"/>
          </p:nvPr>
        </p:nvSpPr>
        <p:spPr bwMode="auto">
          <a:xfrm>
            <a:off x="579438" y="6421083"/>
            <a:ext cx="4151312" cy="197976"/>
          </a:xfrm>
          <a:prstGeom prst="rect">
            <a:avLst/>
          </a:prstGeom>
        </p:spPr>
        <p:txBody>
          <a:bodyPr vert="horz" lIns="0" tIns="0" rIns="0" bIns="0" rtlCol="0" anchor="ctr"/>
          <a:lstStyle>
            <a:lvl1pPr marL="0" algn="l" defTabSz="914400" rtl="0">
              <a:defRPr lang="en-US" sz="1000">
                <a:solidFill>
                  <a:schemeClr val="tx1"/>
                </a:solidFill>
                <a:latin typeface="+mn-lt"/>
                <a:ea typeface="+mn-ea"/>
                <a:cs typeface="+mn-cs"/>
              </a:defRPr>
            </a:lvl1pPr>
            <a:lvl5pPr>
              <a:defRPr lang="en-US" sz="750" cap="all" spc="0">
                <a:solidFill>
                  <a:schemeClr val="tx1"/>
                </a:solidFill>
                <a:latin typeface="Arial"/>
                <a:ea typeface="+mn-ea"/>
                <a:cs typeface="Arial"/>
              </a:defRPr>
            </a:lvl5pPr>
          </a:lstStyle>
          <a:p>
            <a:pPr defTabSz="914367">
              <a:defRPr/>
            </a:pPr>
            <a:r>
              <a:rPr lang="en-US">
                <a:solidFill>
                  <a:srgbClr val="000000"/>
                </a:solidFill>
              </a:rPr>
              <a:t>© Copyright Microsoft Corporation. All rights reserved.</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ransition/>
  <p:hf sldNum="0" hdr="0" dt="0"/>
  <p:txStyles>
    <p:titleStyle>
      <a:lvl1pPr algn="l" defTabSz="932742" rtl="0">
        <a:lnSpc>
          <a:spcPct val="100000"/>
        </a:lnSpc>
        <a:spcBef>
          <a:spcPct val="0"/>
        </a:spcBef>
        <a:buNone/>
        <a:defRPr lang="en-US" sz="2000" b="0" cap="none" spc="0">
          <a:ln w="3175">
            <a:noFill/>
          </a:ln>
          <a:solidFill>
            <a:schemeClr val="tx1"/>
          </a:solidFill>
          <a:latin typeface="+mj-lt"/>
          <a:ea typeface="+mn-ea"/>
          <a:cs typeface="Segoe UI"/>
        </a:defRPr>
      </a:lvl1pPr>
    </p:titleStyle>
    <p:bodyStyle>
      <a:lvl1pPr marL="137160" marR="0" indent="-137160" algn="l" defTabSz="932742" rtl="0">
        <a:lnSpc>
          <a:spcPct val="100000"/>
        </a:lnSpc>
        <a:spcBef>
          <a:spcPct val="0"/>
        </a:spcBef>
        <a:spcAft>
          <a:spcPct val="0"/>
        </a:spcAft>
        <a:buClrTx/>
        <a:buSzPct val="90000"/>
        <a:buFont typeface="Arial"/>
        <a:buChar char="•"/>
        <a:defRPr sz="1600" spc="0">
          <a:solidFill>
            <a:schemeClr val="tx1"/>
          </a:solidFill>
          <a:latin typeface="+mn-lt"/>
          <a:ea typeface="+mn-ea"/>
          <a:cs typeface="Segoe UI"/>
        </a:defRPr>
      </a:lvl1pPr>
      <a:lvl2pPr marL="265176" marR="0" indent="-109728" algn="l" defTabSz="932742" rtl="0">
        <a:lnSpc>
          <a:spcPct val="100000"/>
        </a:lnSpc>
        <a:spcBef>
          <a:spcPct val="0"/>
        </a:spcBef>
        <a:spcAft>
          <a:spcPct val="0"/>
        </a:spcAft>
        <a:buClrTx/>
        <a:buSzPct val="90000"/>
        <a:buFont typeface="Arial"/>
        <a:buChar char="•"/>
        <a:defRPr sz="1400" spc="0">
          <a:solidFill>
            <a:schemeClr val="tx1"/>
          </a:solidFill>
          <a:latin typeface="+mn-lt"/>
          <a:ea typeface="+mn-ea"/>
          <a:cs typeface="+mn-cs"/>
        </a:defRPr>
      </a:lvl2pPr>
      <a:lvl3pPr marL="384048" marR="0" indent="-118872" algn="l" defTabSz="932742" rtl="0">
        <a:lnSpc>
          <a:spcPct val="100000"/>
        </a:lnSpc>
        <a:spcBef>
          <a:spcPct val="0"/>
        </a:spcBef>
        <a:spcAft>
          <a:spcPct val="0"/>
        </a:spcAft>
        <a:buClrTx/>
        <a:buSzPct val="90000"/>
        <a:buFont typeface="Arial"/>
        <a:buChar char="•"/>
        <a:defRPr sz="1200" spc="0">
          <a:solidFill>
            <a:schemeClr val="tx1"/>
          </a:solidFill>
          <a:latin typeface="+mn-lt"/>
          <a:ea typeface="+mn-ea"/>
          <a:cs typeface="+mn-cs"/>
        </a:defRPr>
      </a:lvl3pPr>
      <a:lvl4pPr marL="842963" marR="0" indent="-180975" algn="l" defTabSz="932742" rtl="0">
        <a:lnSpc>
          <a:spcPct val="100000"/>
        </a:lnSpc>
        <a:spcBef>
          <a:spcPct val="0"/>
        </a:spcBef>
        <a:spcAft>
          <a:spcPct val="0"/>
        </a:spcAft>
        <a:buClrTx/>
        <a:buSzPct val="90000"/>
        <a:buFont typeface="Wingdings"/>
        <a:buChar char=""/>
        <a:defRPr sz="1000" spc="0">
          <a:gradFill>
            <a:gsLst>
              <a:gs pos="1250">
                <a:schemeClr val="tx1"/>
              </a:gs>
              <a:gs pos="100000">
                <a:schemeClr val="tx1"/>
              </a:gs>
            </a:gsLst>
            <a:lin ang="5400000" scaled="0"/>
          </a:gradFill>
          <a:latin typeface="+mn-lt"/>
          <a:ea typeface="+mn-ea"/>
          <a:cs typeface="+mn-cs"/>
        </a:defRPr>
      </a:lvl4pPr>
      <a:lvl5pPr marL="1023938" marR="0" indent="-168275" algn="l" defTabSz="932742" rtl="0">
        <a:lnSpc>
          <a:spcPct val="100000"/>
        </a:lnSpc>
        <a:spcBef>
          <a:spcPct val="0"/>
        </a:spcBef>
        <a:spcAft>
          <a:spcPct val="0"/>
        </a:spcAft>
        <a:buClrTx/>
        <a:buSzPct val="90000"/>
        <a:buFont typeface="Wingdings"/>
        <a:buChar char=""/>
        <a:defRPr sz="800" spc="0">
          <a:gradFill>
            <a:gsLst>
              <a:gs pos="1250">
                <a:schemeClr val="tx1"/>
              </a:gs>
              <a:gs pos="100000">
                <a:schemeClr val="tx1"/>
              </a:gs>
            </a:gsLst>
            <a:lin ang="5400000" scaled="0"/>
          </a:gradFill>
          <a:latin typeface="+mn-lt"/>
          <a:ea typeface="+mn-ea"/>
          <a:cs typeface="+mn-cs"/>
        </a:defRPr>
      </a:lvl5pPr>
      <a:lvl6pPr marL="2565040" indent="-233186" algn="l" defTabSz="932742" rtl="0">
        <a:spcBef>
          <a:spcPct val="0"/>
        </a:spcBef>
        <a:buFont typeface="Arial"/>
        <a:buChar char="•"/>
        <a:defRPr sz="2000">
          <a:solidFill>
            <a:schemeClr val="tx1"/>
          </a:solidFill>
          <a:latin typeface="+mn-lt"/>
          <a:ea typeface="+mn-ea"/>
          <a:cs typeface="+mn-cs"/>
        </a:defRPr>
      </a:lvl6pPr>
      <a:lvl7pPr marL="3031412" indent="-233186" algn="l" defTabSz="932742" rtl="0">
        <a:spcBef>
          <a:spcPct val="0"/>
        </a:spcBef>
        <a:buFont typeface="Arial"/>
        <a:buChar char="•"/>
        <a:defRPr sz="2000">
          <a:solidFill>
            <a:schemeClr val="tx1"/>
          </a:solidFill>
          <a:latin typeface="+mn-lt"/>
          <a:ea typeface="+mn-ea"/>
          <a:cs typeface="+mn-cs"/>
        </a:defRPr>
      </a:lvl7pPr>
      <a:lvl8pPr marL="3497783" indent="-233186" algn="l" defTabSz="932742" rtl="0">
        <a:spcBef>
          <a:spcPct val="0"/>
        </a:spcBef>
        <a:buFont typeface="Arial"/>
        <a:buChar char="•"/>
        <a:defRPr sz="2000">
          <a:solidFill>
            <a:schemeClr val="tx1"/>
          </a:solidFill>
          <a:latin typeface="+mn-lt"/>
          <a:ea typeface="+mn-ea"/>
          <a:cs typeface="+mn-cs"/>
        </a:defRPr>
      </a:lvl8pPr>
      <a:lvl9pPr marL="3964155" indent="-233186" algn="l" defTabSz="932742" rtl="0">
        <a:spcBef>
          <a:spcPct val="0"/>
        </a:spcBef>
        <a:buFont typeface="Arial"/>
        <a:buChar char="•"/>
        <a:defRPr sz="2000">
          <a:solidFill>
            <a:schemeClr val="tx1"/>
          </a:solidFill>
          <a:latin typeface="+mn-lt"/>
          <a:ea typeface="+mn-ea"/>
          <a:cs typeface="+mn-cs"/>
        </a:defRPr>
      </a:lvl9pPr>
    </p:bodyStyle>
    <p:otherStyle>
      <a:defPPr>
        <a:defRPr lang="en-US"/>
      </a:defPPr>
      <a:lvl1pPr marL="0" algn="l" defTabSz="932742" rtl="0">
        <a:defRPr sz="1800">
          <a:solidFill>
            <a:schemeClr val="tx1"/>
          </a:solidFill>
          <a:latin typeface="+mn-lt"/>
          <a:ea typeface="+mn-ea"/>
          <a:cs typeface="+mn-cs"/>
        </a:defRPr>
      </a:lvl1pPr>
      <a:lvl2pPr marL="466371" algn="l" defTabSz="932742" rtl="0">
        <a:defRPr sz="1800">
          <a:solidFill>
            <a:schemeClr val="tx1"/>
          </a:solidFill>
          <a:latin typeface="+mn-lt"/>
          <a:ea typeface="+mn-ea"/>
          <a:cs typeface="+mn-cs"/>
        </a:defRPr>
      </a:lvl2pPr>
      <a:lvl3pPr marL="932742" algn="l" defTabSz="932742" rtl="0">
        <a:defRPr sz="1800">
          <a:solidFill>
            <a:schemeClr val="tx1"/>
          </a:solidFill>
          <a:latin typeface="+mn-lt"/>
          <a:ea typeface="+mn-ea"/>
          <a:cs typeface="+mn-cs"/>
        </a:defRPr>
      </a:lvl3pPr>
      <a:lvl4pPr marL="1399113" algn="l" defTabSz="932742" rtl="0">
        <a:defRPr sz="1800">
          <a:solidFill>
            <a:schemeClr val="tx1"/>
          </a:solidFill>
          <a:latin typeface="+mn-lt"/>
          <a:ea typeface="+mn-ea"/>
          <a:cs typeface="+mn-cs"/>
        </a:defRPr>
      </a:lvl4pPr>
      <a:lvl5pPr marL="1865484" algn="l" defTabSz="932742" rtl="0">
        <a:defRPr sz="1800">
          <a:solidFill>
            <a:schemeClr val="tx1"/>
          </a:solidFill>
          <a:latin typeface="+mn-lt"/>
          <a:ea typeface="+mn-ea"/>
          <a:cs typeface="+mn-cs"/>
        </a:defRPr>
      </a:lvl5pPr>
      <a:lvl6pPr marL="2331856" algn="l" defTabSz="932742" rtl="0">
        <a:defRPr sz="1800">
          <a:solidFill>
            <a:schemeClr val="tx1"/>
          </a:solidFill>
          <a:latin typeface="+mn-lt"/>
          <a:ea typeface="+mn-ea"/>
          <a:cs typeface="+mn-cs"/>
        </a:defRPr>
      </a:lvl6pPr>
      <a:lvl7pPr marL="2798226" algn="l" defTabSz="932742" rtl="0">
        <a:defRPr sz="1800">
          <a:solidFill>
            <a:schemeClr val="tx1"/>
          </a:solidFill>
          <a:latin typeface="+mn-lt"/>
          <a:ea typeface="+mn-ea"/>
          <a:cs typeface="+mn-cs"/>
        </a:defRPr>
      </a:lvl7pPr>
      <a:lvl8pPr marL="3264597" algn="l" defTabSz="932742" rtl="0">
        <a:defRPr sz="1800">
          <a:solidFill>
            <a:schemeClr val="tx1"/>
          </a:solidFill>
          <a:latin typeface="+mn-lt"/>
          <a:ea typeface="+mn-ea"/>
          <a:cs typeface="+mn-cs"/>
        </a:defRPr>
      </a:lvl8pPr>
      <a:lvl9pPr marL="3730969" algn="l" defTabSz="932742"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42.xml"/><Relationship Id="rId4" Type="http://schemas.openxmlformats.org/officeDocument/2006/relationships/hyperlink" Target="https://go.microsoft.com/fwlink/?linkid=2349114"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42.xml"/><Relationship Id="rId4" Type="http://schemas.openxmlformats.org/officeDocument/2006/relationships/hyperlink" Target="https://go.microsoft.com/fwlink/?linkid=2348708"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5.xml"/><Relationship Id="rId1" Type="http://schemas.openxmlformats.org/officeDocument/2006/relationships/slideLayout" Target="../slideLayouts/slideLayout42.xml"/><Relationship Id="rId4" Type="http://schemas.openxmlformats.org/officeDocument/2006/relationships/hyperlink" Target="https://go.microsoft.com/fwlink/?linkid=2348919"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0082515" name="Title 6"/>
          <p:cNvSpPr>
            <a:spLocks noGrp="1"/>
          </p:cNvSpPr>
          <p:nvPr>
            <p:ph type="title"/>
          </p:nvPr>
        </p:nvSpPr>
        <p:spPr bwMode="auto">
          <a:xfrm>
            <a:off x="569910" y="2070582"/>
            <a:ext cx="5688392" cy="2590959"/>
          </a:xfrm>
        </p:spPr>
        <p:txBody>
          <a:bodyPr/>
          <a:lstStyle/>
          <a:p>
            <a:pPr>
              <a:defRPr/>
            </a:pPr>
            <a:r>
              <a:rPr lang="es-ES" sz="2800" b="0" i="0" strike="noStrike" cap="none" baseline="0">
                <a:solidFill>
                  <a:srgbClr val="000000"/>
                </a:solidFill>
                <a:effectLst/>
                <a:latin typeface="Segoe UI"/>
                <a:ea typeface="Segoe UI"/>
                <a:cs typeface="Segoe UI"/>
              </a:rPr>
              <a:t>AI-200T00A</a:t>
            </a:r>
            <a:br>
              <a:rPr sz="4000"/>
            </a:br>
            <a:r>
              <a:rPr lang="es-ES" sz="4000" b="0" i="0" strike="noStrike" cap="none" baseline="0">
                <a:solidFill>
                  <a:srgbClr val="000000"/>
                </a:solidFill>
                <a:effectLst/>
                <a:latin typeface="Segoe UI"/>
                <a:ea typeface="Segoe UI"/>
                <a:cs typeface="Segoe UI"/>
              </a:rPr>
              <a:t>Desarrollo de soluciones de IA con Azure Database for PostgreSQL</a:t>
            </a:r>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562583"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Agenda</a:t>
            </a:r>
            <a:endParaRPr/>
          </a:p>
        </p:txBody>
      </p:sp>
      <p:sp>
        <p:nvSpPr>
          <p:cNvPr id="625474448" name="Content Placeholder 4"/>
          <p:cNvSpPr>
            <a:spLocks noGrp="1"/>
          </p:cNvSpPr>
          <p:nvPr>
            <p:ph sz="quarter" idx="10"/>
          </p:nvPr>
        </p:nvSpPr>
        <p:spPr bwMode="auto">
          <a:xfrm>
            <a:off x="457200" y="1235075"/>
            <a:ext cx="10180320" cy="4816475"/>
          </a:xfrm>
        </p:spPr>
        <p:txBody>
          <a:bodyPr/>
          <a:lstStyle/>
          <a:p>
            <a:pPr>
              <a:spcAft>
                <a:spcPts val="600"/>
              </a:spcAft>
              <a:defRPr/>
            </a:pPr>
            <a:r>
              <a:rPr lang="es-ES" sz="2800" b="0" i="0" strike="noStrike" cap="none" baseline="0" dirty="0">
                <a:solidFill>
                  <a:srgbClr val="000000"/>
                </a:solidFill>
                <a:effectLst/>
                <a:latin typeface="Segoe UI"/>
                <a:ea typeface="Segoe UI"/>
                <a:cs typeface="Segoe UI"/>
              </a:rPr>
              <a:t>Compilación y consulta con Azure </a:t>
            </a:r>
            <a:r>
              <a:rPr lang="es-ES" sz="2800" b="0" i="0" strike="noStrike" cap="none" baseline="0" dirty="0" err="1">
                <a:solidFill>
                  <a:srgbClr val="000000"/>
                </a:solidFill>
                <a:effectLst/>
                <a:latin typeface="Segoe UI"/>
                <a:ea typeface="Segoe UI"/>
                <a:cs typeface="Segoe UI"/>
              </a:rPr>
              <a:t>Database</a:t>
            </a:r>
            <a:r>
              <a:rPr lang="es-ES" sz="2800" b="0" i="0" strike="noStrike" cap="none" baseline="0" dirty="0">
                <a:solidFill>
                  <a:srgbClr val="000000"/>
                </a:solidFill>
                <a:effectLst/>
                <a:latin typeface="Segoe UI"/>
                <a:ea typeface="Segoe UI"/>
                <a:cs typeface="Segoe UI"/>
              </a:rPr>
              <a:t> </a:t>
            </a:r>
            <a:r>
              <a:rPr lang="es-ES" sz="2800" b="0" i="0" strike="noStrike" cap="none" baseline="0" dirty="0" err="1">
                <a:solidFill>
                  <a:srgbClr val="000000"/>
                </a:solidFill>
                <a:effectLst/>
                <a:latin typeface="Segoe UI"/>
                <a:ea typeface="Segoe UI"/>
                <a:cs typeface="Segoe UI"/>
              </a:rPr>
              <a:t>for</a:t>
            </a:r>
            <a:r>
              <a:rPr lang="es-ES" sz="2800" b="0" i="0" strike="noStrike" cap="none" baseline="0" dirty="0">
                <a:solidFill>
                  <a:srgbClr val="000000"/>
                </a:solidFill>
                <a:effectLst/>
                <a:latin typeface="Segoe UI"/>
                <a:ea typeface="Segoe UI"/>
                <a:cs typeface="Segoe UI"/>
              </a:rPr>
              <a:t> PostgreSQL</a:t>
            </a:r>
            <a:endParaRPr dirty="0"/>
          </a:p>
          <a:p>
            <a:pPr>
              <a:spcAft>
                <a:spcPts val="600"/>
              </a:spcAft>
              <a:defRPr/>
            </a:pPr>
            <a:r>
              <a:rPr lang="es-ES" sz="2800" b="0" i="0" strike="noStrike" cap="none" baseline="0" dirty="0">
                <a:solidFill>
                  <a:srgbClr val="000000"/>
                </a:solidFill>
                <a:effectLst/>
                <a:latin typeface="Segoe UI"/>
                <a:ea typeface="Segoe UI"/>
                <a:cs typeface="Segoe UI"/>
              </a:rPr>
              <a:t>Implementación de vector de búsqueda con Azure </a:t>
            </a:r>
            <a:r>
              <a:rPr lang="es-ES" sz="2800" b="0" i="0" strike="noStrike" cap="none" baseline="0" dirty="0" err="1">
                <a:solidFill>
                  <a:srgbClr val="000000"/>
                </a:solidFill>
                <a:effectLst/>
                <a:latin typeface="Segoe UI"/>
                <a:ea typeface="Segoe UI"/>
                <a:cs typeface="Segoe UI"/>
              </a:rPr>
              <a:t>Database</a:t>
            </a:r>
            <a:r>
              <a:rPr lang="es-ES" sz="2800" b="0" i="0" strike="noStrike" cap="none" baseline="0" dirty="0">
                <a:solidFill>
                  <a:srgbClr val="000000"/>
                </a:solidFill>
                <a:effectLst/>
                <a:latin typeface="Segoe UI"/>
                <a:ea typeface="Segoe UI"/>
                <a:cs typeface="Segoe UI"/>
              </a:rPr>
              <a:t> </a:t>
            </a:r>
            <a:r>
              <a:rPr lang="es-ES" sz="2800" b="0" i="0" strike="noStrike" cap="none" baseline="0" dirty="0" err="1">
                <a:solidFill>
                  <a:srgbClr val="000000"/>
                </a:solidFill>
                <a:effectLst/>
                <a:latin typeface="Segoe UI"/>
                <a:ea typeface="Segoe UI"/>
                <a:cs typeface="Segoe UI"/>
              </a:rPr>
              <a:t>for</a:t>
            </a:r>
            <a:r>
              <a:rPr lang="es-ES" sz="2800" b="0" i="0" strike="noStrike" cap="none" baseline="0" dirty="0">
                <a:solidFill>
                  <a:srgbClr val="000000"/>
                </a:solidFill>
                <a:effectLst/>
                <a:latin typeface="Segoe UI"/>
                <a:ea typeface="Segoe UI"/>
                <a:cs typeface="Segoe UI"/>
              </a:rPr>
              <a:t> PostgreSQL</a:t>
            </a:r>
            <a:endParaRPr dirty="0"/>
          </a:p>
          <a:p>
            <a:pPr>
              <a:spcAft>
                <a:spcPts val="600"/>
              </a:spcAft>
              <a:defRPr/>
            </a:pPr>
            <a:r>
              <a:rPr lang="es-ES" sz="2800" b="0" i="0" strike="noStrike" cap="none" baseline="0" dirty="0">
                <a:solidFill>
                  <a:srgbClr val="000000"/>
                </a:solidFill>
                <a:effectLst/>
                <a:latin typeface="Segoe UI"/>
                <a:ea typeface="Segoe UI"/>
                <a:cs typeface="Segoe UI"/>
              </a:rPr>
              <a:t>Optimización de vector de búsqueda en Azure </a:t>
            </a:r>
            <a:r>
              <a:rPr lang="es-ES" sz="2800" b="0" i="0" strike="noStrike" cap="none" baseline="0" dirty="0" err="1">
                <a:solidFill>
                  <a:srgbClr val="000000"/>
                </a:solidFill>
                <a:effectLst/>
                <a:latin typeface="Segoe UI"/>
                <a:ea typeface="Segoe UI"/>
                <a:cs typeface="Segoe UI"/>
              </a:rPr>
              <a:t>Database</a:t>
            </a:r>
            <a:r>
              <a:rPr lang="es-ES" sz="2800" b="0" i="0" strike="noStrike" cap="none" baseline="0" dirty="0">
                <a:solidFill>
                  <a:srgbClr val="000000"/>
                </a:solidFill>
                <a:effectLst/>
                <a:latin typeface="Segoe UI"/>
                <a:ea typeface="Segoe UI"/>
                <a:cs typeface="Segoe UI"/>
              </a:rPr>
              <a:t> </a:t>
            </a:r>
            <a:r>
              <a:rPr lang="es-ES" sz="2800" b="0" i="0" strike="noStrike" cap="none" baseline="0" dirty="0" err="1">
                <a:solidFill>
                  <a:srgbClr val="000000"/>
                </a:solidFill>
                <a:effectLst/>
                <a:latin typeface="Segoe UI"/>
                <a:ea typeface="Segoe UI"/>
                <a:cs typeface="Segoe UI"/>
              </a:rPr>
              <a:t>for</a:t>
            </a:r>
            <a:r>
              <a:rPr lang="es-ES" sz="2800" b="0" i="0" strike="noStrike" cap="none" baseline="0" dirty="0">
                <a:solidFill>
                  <a:srgbClr val="000000"/>
                </a:solidFill>
                <a:effectLst/>
                <a:latin typeface="Segoe UI"/>
                <a:ea typeface="Segoe UI"/>
                <a:cs typeface="Segoe UI"/>
              </a:rPr>
              <a:t> PostgreSQL</a:t>
            </a:r>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4505151" name="Title 3"/>
          <p:cNvSpPr>
            <a:spLocks noGrp="1"/>
          </p:cNvSpPr>
          <p:nvPr>
            <p:ph type="title"/>
          </p:nvPr>
        </p:nvSpPr>
        <p:spPr bwMode="auto">
          <a:xfrm>
            <a:off x="581338" y="2381505"/>
            <a:ext cx="6473912" cy="1699727"/>
          </a:xfrm>
        </p:spPr>
        <p:txBody>
          <a:bodyPr/>
          <a:lstStyle/>
          <a:p>
            <a:pPr marL="0" lvl="0" indent="0">
              <a:buNone/>
              <a:defRPr/>
            </a:pPr>
            <a:r>
              <a:rPr lang="es-ES" sz="4100" b="0" i="0" strike="noStrike" cap="none" baseline="0">
                <a:solidFill>
                  <a:srgbClr val="000000"/>
                </a:solidFill>
                <a:effectLst/>
                <a:latin typeface="Segoe UI"/>
                <a:ea typeface="Segoe UI"/>
                <a:cs typeface="Segoe UI"/>
              </a:rPr>
              <a:t>Módulo 1: Compilación y consulta con Azure Database for PostgreSQL</a:t>
            </a:r>
            <a:endParaRPr sz="41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0951522"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940147784" name="Content Placeholder 3"/>
          <p:cNvSpPr>
            <a:spLocks noGrp="1"/>
          </p:cNvSpPr>
          <p:nvPr>
            <p:ph sz="quarter" idx="10"/>
          </p:nvPr>
        </p:nvSpPr>
        <p:spPr bwMode="auto">
          <a:xfrm>
            <a:off x="457200" y="1235075"/>
            <a:ext cx="10431284" cy="4816475"/>
          </a:xfrm>
        </p:spPr>
        <p:txBody>
          <a:bodyPr vert="horz" lIns="0" tIns="0" rIns="0" bIns="0" rtlCol="0" anchor="t">
            <a:normAutofit/>
          </a:bodyPr>
          <a:lstStyle/>
          <a:p>
            <a:pPr>
              <a:spcAft>
                <a:spcPts val="719"/>
              </a:spcAft>
              <a:defRPr/>
            </a:pPr>
            <a:r>
              <a:rPr lang="es-ES" sz="2400" b="0" i="0" strike="noStrike" cap="none" baseline="0">
                <a:solidFill>
                  <a:srgbClr val="000000"/>
                </a:solidFill>
                <a:effectLst/>
                <a:latin typeface="Segoe UI"/>
                <a:ea typeface="Segoe UI"/>
                <a:cs typeface="Segoe UI"/>
              </a:rPr>
              <a:t>Explicar la arquitectura y las características clave de Azure Database for PostgreSQL.</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Establecer conexiones seguras a PostgreSQL mediante la autenticación de Microsoft Entra y TLS.</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Crear y administrar esquemas de base de datos, incluidas tablas, índices y restricciones.</a:t>
            </a:r>
            <a:endParaRPr lang="en-US" sz="2400" b="0" i="0" u="none" strike="noStrike" cap="none" spc="0">
              <a:solidFill>
                <a:schemeClr val="tx1"/>
              </a:solidFill>
              <a:latin typeface="Segoe UI"/>
              <a:cs typeface="Segoe UI"/>
            </a:endParaRPr>
          </a:p>
          <a:p>
            <a:pPr>
              <a:spcAft>
                <a:spcPts val="719"/>
              </a:spcAft>
              <a:defRPr/>
            </a:pPr>
            <a:r>
              <a:rPr lang="es-ES" sz="2400" b="0" i="0" strike="noStrike" cap="none" baseline="0">
                <a:solidFill>
                  <a:srgbClr val="000000"/>
                </a:solidFill>
                <a:effectLst/>
                <a:latin typeface="Segoe UI"/>
                <a:ea typeface="Segoe UI"/>
                <a:cs typeface="Segoe UI"/>
              </a:rPr>
              <a:t>Escribir consultas SQL eficaces para operaciones de datos comunes.</a:t>
            </a:r>
            <a:endParaRPr lang="en-US" sz="2400" b="0" i="0" u="none" strike="noStrike" cap="none" spc="0">
              <a:solidFill>
                <a:schemeClr val="tx1"/>
              </a:solidFill>
              <a:latin typeface="Segoe UI"/>
              <a:cs typeface="Segoe UI"/>
            </a:endParaRPr>
          </a:p>
          <a:p>
            <a:pPr defTabSz="932742">
              <a:spcAft>
                <a:spcPts val="719"/>
              </a:spcAft>
              <a:defRPr/>
            </a:pPr>
            <a:r>
              <a:rPr lang="es-ES" sz="2400" b="0" i="0" strike="noStrike" cap="none" baseline="0">
                <a:solidFill>
                  <a:srgbClr val="000000"/>
                </a:solidFill>
                <a:effectLst/>
                <a:latin typeface="Segoe UI"/>
                <a:ea typeface="Segoe UI"/>
                <a:cs typeface="Segoe UI"/>
              </a:rPr>
              <a:t>Integrar Azure Database for PostgreSQL en aplicaciones mediante Python.</a:t>
            </a:r>
            <a:endParaRPr sz="2400">
              <a:latin typeface="+mn-l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427968"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1678632985" name="Content Placeholder 3"/>
          <p:cNvSpPr>
            <a:spLocks noGrp="1"/>
          </p:cNvSpPr>
          <p:nvPr>
            <p:ph sz="quarter" idx="10"/>
          </p:nvPr>
        </p:nvSpPr>
        <p:spPr bwMode="auto"/>
        <p:txBody>
          <a:bodyPr vert="horz" lIns="0" tIns="0" rIns="0" bIns="0" rtlCol="0" anchor="t">
            <a:normAutofit/>
          </a:bodyPr>
          <a:lstStyle/>
          <a:p>
            <a:pPr>
              <a:spcAft>
                <a:spcPts val="359"/>
              </a:spcAft>
              <a:defRPr/>
            </a:pPr>
            <a:r>
              <a:rPr lang="es-ES" sz="2400" b="0" i="0" strike="noStrike" cap="none" baseline="0">
                <a:solidFill>
                  <a:srgbClr val="000000"/>
                </a:solidFill>
                <a:effectLst/>
                <a:latin typeface="Segoe UI"/>
                <a:ea typeface="Segoe UI"/>
                <a:cs typeface="Segoe UI"/>
              </a:rPr>
              <a:t>PostgreSQL totalmente administrada en Azure</a:t>
            </a:r>
          </a:p>
          <a:p>
            <a:pPr>
              <a:spcAft>
                <a:spcPts val="359"/>
              </a:spcAft>
              <a:defRPr/>
            </a:pPr>
            <a:r>
              <a:rPr lang="es-ES" sz="2400" b="0" i="0" strike="noStrike" cap="none" baseline="0">
                <a:solidFill>
                  <a:srgbClr val="000000"/>
                </a:solidFill>
                <a:effectLst/>
                <a:latin typeface="Segoe UI"/>
                <a:ea typeface="Segoe UI"/>
                <a:cs typeface="Segoe UI"/>
              </a:rPr>
              <a:t>Compatibilidad completa con la edición de la comunidad</a:t>
            </a:r>
            <a:endParaRPr lang="en-US" sz="2400" b="0" i="0" u="none" strike="noStrike" cap="none" spc="0">
              <a:solidFill>
                <a:schemeClr val="tx1"/>
              </a:solidFill>
              <a:latin typeface="Segoe UI"/>
              <a:cs typeface="Segoe UI"/>
            </a:endParaRPr>
          </a:p>
          <a:p>
            <a:pPr>
              <a:spcAft>
                <a:spcPts val="359"/>
              </a:spcAft>
              <a:defRPr/>
            </a:pPr>
            <a:r>
              <a:rPr lang="es-ES" sz="2400" b="0" i="0" strike="noStrike" cap="none" baseline="0">
                <a:solidFill>
                  <a:srgbClr val="000000"/>
                </a:solidFill>
                <a:effectLst/>
                <a:latin typeface="Segoe UI"/>
                <a:ea typeface="Segoe UI"/>
                <a:cs typeface="Segoe UI"/>
              </a:rPr>
              <a:t>Controla automáticamente la aplicación de revisión, las copias de seguridad y la alta disponibilidad</a:t>
            </a:r>
            <a:endParaRPr lang="en-US" sz="2400" b="0" i="0" u="none" strike="noStrike" cap="none" spc="0">
              <a:solidFill>
                <a:schemeClr val="tx1"/>
              </a:solidFill>
              <a:latin typeface="Segoe UI"/>
              <a:cs typeface="Segoe UI"/>
            </a:endParaRPr>
          </a:p>
          <a:p>
            <a:pPr>
              <a:spcAft>
                <a:spcPts val="359"/>
              </a:spcAft>
              <a:defRPr/>
            </a:pPr>
            <a:r>
              <a:rPr lang="es-ES" sz="2400" b="0" i="0" strike="noStrike" cap="none" baseline="0">
                <a:solidFill>
                  <a:srgbClr val="000000"/>
                </a:solidFill>
                <a:effectLst/>
                <a:latin typeface="Segoe UI"/>
                <a:ea typeface="Segoe UI"/>
                <a:cs typeface="Segoe UI"/>
              </a:rPr>
              <a:t>El proceso y el almacenamiento escalan de forma independiente</a:t>
            </a:r>
            <a:endParaRPr lang="en-US" sz="2400" b="0" i="0" u="none" strike="noStrike" cap="none" spc="0">
              <a:solidFill>
                <a:schemeClr val="tx1"/>
              </a:solidFill>
              <a:latin typeface="Segoe UI"/>
              <a:cs typeface="Segoe UI"/>
            </a:endParaRPr>
          </a:p>
          <a:p>
            <a:pPr>
              <a:spcAft>
                <a:spcPts val="359"/>
              </a:spcAft>
              <a:defRPr/>
            </a:pPr>
            <a:r>
              <a:rPr lang="es-ES" sz="2400" b="0" i="0" strike="noStrike" cap="none" baseline="0">
                <a:solidFill>
                  <a:srgbClr val="000000"/>
                </a:solidFill>
                <a:effectLst/>
                <a:latin typeface="Segoe UI"/>
                <a:ea typeface="Segoe UI"/>
                <a:cs typeface="Segoe UI"/>
              </a:rPr>
              <a:t>Agrupación de conexiones de PgBouncer integrada</a:t>
            </a:r>
            <a:endParaRPr lang="en-US" sz="2400" b="0" i="0" u="none" strike="noStrike" cap="none" spc="0">
              <a:solidFill>
                <a:schemeClr val="tx1"/>
              </a:solidFill>
              <a:latin typeface="Segoe UI"/>
              <a:cs typeface="Segoe UI"/>
            </a:endParaRPr>
          </a:p>
          <a:p>
            <a:pPr>
              <a:spcAft>
                <a:spcPts val="359"/>
              </a:spcAft>
              <a:defRPr/>
            </a:pPr>
            <a:r>
              <a:rPr lang="es-ES" sz="2400" b="0" i="0" strike="noStrike" cap="none" baseline="0">
                <a:solidFill>
                  <a:srgbClr val="000000"/>
                </a:solidFill>
                <a:effectLst/>
                <a:latin typeface="Segoe UI"/>
                <a:ea typeface="Segoe UI"/>
                <a:cs typeface="Segoe UI"/>
              </a:rPr>
              <a:t>JSONB para esquemas flexibles junto con datos relacionales</a:t>
            </a:r>
            <a:endParaRPr lang="en-US" sz="2400" b="0" i="0" u="none" strike="noStrike" cap="none" spc="0">
              <a:solidFill>
                <a:schemeClr val="tx1"/>
              </a:solidFill>
              <a:latin typeface="Segoe UI"/>
              <a:cs typeface="Segoe UI"/>
            </a:endParaRPr>
          </a:p>
          <a:p>
            <a:pPr defTabSz="932742">
              <a:spcAft>
                <a:spcPts val="359"/>
              </a:spcAft>
              <a:buFont typeface="Arial"/>
              <a:buChar char="•"/>
              <a:defRPr/>
            </a:pPr>
            <a:r>
              <a:rPr lang="es-ES" sz="2400" b="0" i="0" strike="noStrike" cap="none" baseline="0">
                <a:solidFill>
                  <a:srgbClr val="000000"/>
                </a:solidFill>
                <a:effectLst/>
                <a:latin typeface="Segoe UI"/>
                <a:ea typeface="Segoe UI"/>
                <a:cs typeface="Segoe UI"/>
              </a:rPr>
              <a:t>El ecosistema de extensiones incluye pgvector para el vector de búsqueda de IA</a:t>
            </a:r>
            <a:endParaRPr sz="2400">
              <a:latin typeface="+mn-lt"/>
            </a:endParaRPr>
          </a:p>
          <a:p>
            <a:pPr>
              <a:spcAft>
                <a:spcPts val="200"/>
              </a:spcAft>
              <a:defRPr/>
            </a:pPr>
            <a:endParaRPr lang="en-US" sz="24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6973995"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Exploración de Azure Cosmos DB for NoSQL</a:t>
            </a:r>
            <a:endParaRPr/>
          </a:p>
        </p:txBody>
      </p:sp>
      <p:sp>
        <p:nvSpPr>
          <p:cNvPr id="1873654502" name="Content Placeholder 3"/>
          <p:cNvSpPr>
            <a:spLocks noGrp="1"/>
          </p:cNvSpPr>
          <p:nvPr>
            <p:ph sz="quarter" idx="10"/>
          </p:nvPr>
        </p:nvSpPr>
        <p:spPr bwMode="auto">
          <a:xfrm>
            <a:off x="457199" y="1299653"/>
            <a:ext cx="5391420" cy="4816473"/>
          </a:xfrm>
        </p:spPr>
        <p:txBody>
          <a:bodyPr vertOverflow="overflow" horzOverflow="overflow" vert="horz" wrap="square" lIns="0" tIns="0" rIns="0" bIns="0" numCol="1" spcCol="0" rtlCol="0" fromWordArt="0" anchor="t" anchorCtr="0" forceAA="0" compatLnSpc="0">
            <a:normAutofit/>
          </a:bodyPr>
          <a:lstStyle/>
          <a:p>
            <a:pPr marL="0" indent="0">
              <a:spcAft>
                <a:spcPts val="359"/>
              </a:spcAft>
              <a:buFont typeface="Arial"/>
              <a:buNone/>
              <a:defRPr/>
            </a:pPr>
            <a:r>
              <a:rPr lang="es-ES" sz="2200" b="0" i="0" strike="noStrike" cap="none" baseline="0">
                <a:solidFill>
                  <a:srgbClr val="000000"/>
                </a:solidFill>
                <a:effectLst/>
                <a:latin typeface="Segoe UI Semibold"/>
                <a:ea typeface="Segoe UI Semibold"/>
                <a:cs typeface="Segoe UI Semibold"/>
              </a:rPr>
              <a:t>Niveles de proceso</a:t>
            </a:r>
            <a:r>
              <a:rPr lang="es-ES" sz="2000" b="0" i="0" strike="noStrike" cap="none" baseline="0">
                <a:solidFill>
                  <a:srgbClr val="000000"/>
                </a:solidFill>
                <a:effectLst/>
                <a:latin typeface="Segoe UI"/>
                <a:ea typeface="Segoe UI"/>
                <a:cs typeface="Segoe UI"/>
              </a:rPr>
              <a:t>:</a:t>
            </a:r>
            <a:endParaRPr lang="en-US" sz="20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Ampliable: desarrollo/pruebas, cargas de trabajo intermitentes</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De uso general: producción, rendimiento estable</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Optimizado para memoria: grandes conjuntos de datos en memoria, análisis</a:t>
            </a:r>
            <a:endParaRPr lang="en-US" sz="20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200" b="0" i="0" strike="noStrike" cap="none" baseline="0">
                <a:solidFill>
                  <a:srgbClr val="000000"/>
                </a:solidFill>
                <a:effectLst/>
                <a:latin typeface="Segoe UI Semibold"/>
                <a:ea typeface="Segoe UI Semibold"/>
                <a:cs typeface="Segoe UI Semibold"/>
              </a:rPr>
              <a:t>Funcionalidades administradas:</a:t>
            </a:r>
            <a:endParaRPr lang="en-US" sz="20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Copias de seguridad automatizadas con restauración a un momento dado (hasta 35 días)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PgBouncer integrado en niveles de uso general y optimizado para memoria</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Extensiones: pgvector, pg_trgm, hstore</a:t>
            </a:r>
            <a:endParaRPr sz="2600"/>
          </a:p>
        </p:txBody>
      </p:sp>
      <p:pic>
        <p:nvPicPr>
          <p:cNvPr id="56952726" name="Picture 1" descr="Architecture stack showing compute, engine, pooling, storage, and managed operations layer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7086600" y="1197864"/>
            <a:ext cx="4261103" cy="4599432"/>
          </a:xfrm>
          <a:prstGeom prst="rect">
            <a:avLst/>
          </a:prstGeom>
          <a:noFill/>
          <a:ln w="9525">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3580628"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Conexión con PostgreSQL</a:t>
            </a:r>
            <a:endParaRPr/>
          </a:p>
        </p:txBody>
      </p:sp>
      <p:sp>
        <p:nvSpPr>
          <p:cNvPr id="1543398840" name="Content Placeholder 3"/>
          <p:cNvSpPr>
            <a:spLocks noGrp="1"/>
          </p:cNvSpPr>
          <p:nvPr>
            <p:ph sz="quarter" idx="10"/>
          </p:nvPr>
        </p:nvSpPr>
        <p:spPr bwMode="auto">
          <a:xfrm>
            <a:off x="457198" y="1358775"/>
            <a:ext cx="501917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Opciones de autenticación:</a:t>
            </a:r>
            <a:endParaRPr sz="22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Microsoft Entra ID: basado en tokens, sin contraseñas almacenadas</a:t>
            </a:r>
            <a:endParaRPr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PostgreSQL nativo: nombre de usuario y contraseña, almacén en Key Vault</a:t>
            </a:r>
            <a:endParaRPr sz="22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Cifrado TLS:</a:t>
            </a:r>
            <a:endParaRPr sz="22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TLS 1.2+ aplicado de manera predeterminada</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Uso de sslmode=verify-full en producción</a:t>
            </a:r>
            <a:endParaRPr sz="22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Acceso de red:</a:t>
            </a:r>
            <a:endParaRPr sz="22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Acceso público con reglas de firewall</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Acceso privado con integración con red virtual</a:t>
            </a:r>
            <a:endParaRPr sz="2200">
              <a:latin typeface="Segoe UI"/>
              <a:cs typeface="Segoe UI"/>
            </a:endParaRPr>
          </a:p>
        </p:txBody>
      </p:sp>
      <p:pic>
        <p:nvPicPr>
          <p:cNvPr id="1425267001" name="Picture 1" descr="Connection flow showing four steps from token request through TLS connection to PostgreSQL validation&#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702552" y="1078992"/>
            <a:ext cx="4370832" cy="4700014"/>
          </a:xfrm>
          <a:prstGeom prst="rect">
            <a:avLst/>
          </a:prstGeom>
          <a:noFill/>
          <a:ln w="9525">
            <a:noFill/>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304793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Creación y administración de esquemas</a:t>
            </a:r>
            <a:endParaRPr/>
          </a:p>
        </p:txBody>
      </p:sp>
      <p:sp>
        <p:nvSpPr>
          <p:cNvPr id="280897493" name="Content Placeholder 3"/>
          <p:cNvSpPr>
            <a:spLocks noGrp="1"/>
          </p:cNvSpPr>
          <p:nvPr>
            <p:ph sz="quarter" idx="10"/>
          </p:nvPr>
        </p:nvSpPr>
        <p:spPr bwMode="auto">
          <a:xfrm>
            <a:off x="457200" y="1234438"/>
            <a:ext cx="5037669" cy="4816473"/>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Decisiones de diseño de tablas:</a:t>
            </a:r>
            <a:endParaRPr sz="2000"/>
          </a:p>
          <a:p>
            <a:pPr>
              <a:spcAft>
                <a:spcPts val="287"/>
              </a:spcAft>
              <a:defRPr/>
            </a:pPr>
            <a:r>
              <a:rPr lang="es-ES" sz="1800" b="0" i="0" strike="noStrike" cap="none" baseline="0">
                <a:solidFill>
                  <a:srgbClr val="000000"/>
                </a:solidFill>
                <a:effectLst/>
                <a:latin typeface="Segoe UI"/>
                <a:ea typeface="Segoe UI"/>
                <a:cs typeface="Segoe UI"/>
              </a:rPr>
              <a:t>BIGSERIAL para incremento automático, UUID para identificadores externos</a:t>
            </a:r>
            <a:endParaRPr sz="1800"/>
          </a:p>
          <a:p>
            <a:pPr>
              <a:spcAft>
                <a:spcPts val="287"/>
              </a:spcAft>
              <a:defRPr/>
            </a:pPr>
            <a:r>
              <a:rPr lang="es-ES" sz="1800" b="0" i="0" strike="noStrike" cap="none" baseline="0">
                <a:solidFill>
                  <a:srgbClr val="000000"/>
                </a:solidFill>
                <a:effectLst/>
                <a:latin typeface="Segoe UI"/>
                <a:ea typeface="Segoe UI"/>
                <a:cs typeface="Segoe UI"/>
              </a:rPr>
              <a:t>JSONB para metadatos de estructura variable</a:t>
            </a:r>
            <a:endParaRPr sz="1800"/>
          </a:p>
          <a:p>
            <a:pPr>
              <a:spcAft>
                <a:spcPts val="287"/>
              </a:spcAft>
              <a:defRPr/>
            </a:pPr>
            <a:r>
              <a:rPr lang="es-ES" sz="1800" b="0" i="0" strike="noStrike" cap="none" baseline="0">
                <a:solidFill>
                  <a:srgbClr val="000000"/>
                </a:solidFill>
                <a:effectLst/>
                <a:latin typeface="Segoe UI"/>
                <a:ea typeface="Segoe UI"/>
                <a:cs typeface="Segoe UI"/>
              </a:rPr>
              <a:t>TIMESTAMPTZ para todos los datos temporales</a:t>
            </a:r>
            <a:endParaRPr sz="2000"/>
          </a:p>
          <a:p>
            <a:pPr marL="0" marR="0" indent="0" algn="l">
              <a:lnSpc>
                <a:spcPct val="100000"/>
              </a:lnSpc>
              <a:spcBef>
                <a:spcPts val="71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Restricciones que exigen integridad de datos:</a:t>
            </a:r>
            <a:endParaRPr sz="2000"/>
          </a:p>
          <a:p>
            <a:pPr marL="228600" marR="0" indent="-228600" algn="l">
              <a:lnSpc>
                <a:spcPct val="100000"/>
              </a:lnSpc>
              <a:spcBef>
                <a:spcPct val="0"/>
              </a:spcBef>
              <a:spcAft>
                <a:spcPts val="287"/>
              </a:spcAft>
              <a:buChar char="•"/>
              <a:defRPr/>
            </a:pPr>
            <a:r>
              <a:rPr lang="es-ES" sz="1800" b="0" i="0" strike="noStrike" cap="none" baseline="0">
                <a:solidFill>
                  <a:srgbClr val="000000"/>
                </a:solidFill>
                <a:effectLst/>
                <a:latin typeface="Segoe UI"/>
                <a:ea typeface="Segoe UI"/>
                <a:cs typeface="Segoe UI"/>
              </a:rPr>
              <a:t>NOT NULL, CHECK, UNIQUE en el nivel de base de datos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287"/>
              </a:spcAft>
              <a:buChar char="•"/>
              <a:defRPr/>
            </a:pPr>
            <a:r>
              <a:rPr lang="es-ES" sz="1800" b="0" i="0" strike="noStrike" cap="none" baseline="0">
                <a:solidFill>
                  <a:srgbClr val="000000"/>
                </a:solidFill>
                <a:effectLst/>
                <a:latin typeface="Segoe UI"/>
                <a:ea typeface="Segoe UI"/>
                <a:cs typeface="Segoe UI"/>
              </a:rPr>
              <a:t>Claves externas con acciones CASCADE o RESTRICT</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287"/>
              </a:spcAft>
              <a:buChar char="•"/>
              <a:defRPr/>
            </a:pPr>
            <a:r>
              <a:rPr lang="es-ES" sz="1800" b="0" i="0" strike="noStrike" cap="none" baseline="0">
                <a:solidFill>
                  <a:srgbClr val="000000"/>
                </a:solidFill>
                <a:effectLst/>
                <a:latin typeface="Segoe UI"/>
                <a:ea typeface="Segoe UI"/>
                <a:cs typeface="Segoe UI"/>
              </a:rPr>
              <a:t>Claves principales de composición para tablas de unión</a:t>
            </a:r>
            <a:endParaRPr lang="en-US" sz="2800" b="0" i="0" u="none" strike="noStrike" cap="none" spc="0">
              <a:latin typeface="Consolas"/>
              <a:cs typeface="Times New Roman"/>
            </a:endParaRPr>
          </a:p>
        </p:txBody>
      </p:sp>
      <p:sp>
        <p:nvSpPr>
          <p:cNvPr id="1122115265" name="Content Placeholder 3"/>
          <p:cNvSpPr>
            <a:spLocks noGrp="1"/>
          </p:cNvSpPr>
          <p:nvPr/>
        </p:nvSpPr>
        <p:spPr bwMode="auto">
          <a:xfrm>
            <a:off x="6413161" y="1234438"/>
            <a:ext cx="5139510" cy="4816473"/>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lang="es-ES" sz="1600" b="0" i="0" strike="noStrike" cap="none" baseline="0">
                <a:solidFill>
                  <a:srgbClr val="0000FF"/>
                </a:solidFill>
                <a:effectLst/>
                <a:latin typeface="Segoe UI"/>
                <a:ea typeface="Consolas"/>
                <a:cs typeface="Consolas"/>
              </a:rPr>
              <a:t>CREATE</a:t>
            </a:r>
            <a:r>
              <a:rPr lang="es-ES" sz="1600" b="0" i="0" strike="noStrike" cap="none" baseline="0">
                <a:solidFill>
                  <a:srgbClr val="0000FF"/>
                </a:solidFill>
                <a:effectLst/>
                <a:latin typeface="Consolas"/>
                <a:ea typeface="Consolas"/>
                <a:cs typeface="Consolas"/>
              </a:rPr>
              <a:t>TABLE</a:t>
            </a:r>
            <a:r>
              <a:rPr lang="es-ES" sz="1600" b="0" i="0" strike="noStrike" cap="none" baseline="0">
                <a:solidFill>
                  <a:srgbClr val="000000"/>
                </a:solidFill>
                <a:effectLst/>
                <a:latin typeface="Consolas"/>
                <a:ea typeface="Consolas"/>
                <a:cs typeface="Consolas"/>
              </a:rPr>
              <a:t> conversations (</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id </a:t>
            </a:r>
            <a:r>
              <a:rPr lang="es-ES" sz="1600" b="0" i="0" strike="noStrike" cap="none" baseline="0">
                <a:solidFill>
                  <a:srgbClr val="0000FF"/>
                </a:solidFill>
                <a:effectLst/>
                <a:latin typeface="Consolas"/>
                <a:ea typeface="Consolas"/>
                <a:cs typeface="Consolas"/>
              </a:rPr>
              <a:t>BIGSERIALPRIMARY KEY</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session_id UUID </a:t>
            </a:r>
            <a:r>
              <a:rPr lang="es-ES" sz="1600" b="0" i="0" strike="noStrike" cap="none" baseline="0">
                <a:solidFill>
                  <a:srgbClr val="0000FF"/>
                </a:solidFill>
                <a:effectLst/>
                <a:latin typeface="Consolas"/>
                <a:ea typeface="Consolas"/>
                <a:cs typeface="Consolas"/>
              </a:rPr>
              <a:t>NOT NULL</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user_id </a:t>
            </a:r>
            <a:r>
              <a:rPr lang="es-ES" sz="1600" b="0" i="0" strike="noStrike" cap="none" baseline="0">
                <a:solidFill>
                  <a:srgbClr val="0000FF"/>
                </a:solidFill>
                <a:effectLst/>
                <a:latin typeface="Consolas"/>
                <a:ea typeface="Consolas"/>
                <a:cs typeface="Consolas"/>
              </a:rPr>
              <a:t>VARCHAR</a:t>
            </a:r>
            <a:r>
              <a:rPr lang="es-ES" sz="1600" b="0" i="0" strike="noStrike" cap="none" baseline="0">
                <a:solidFill>
                  <a:srgbClr val="000000"/>
                </a:solidFill>
                <a:effectLst/>
                <a:latin typeface="Consolas"/>
                <a:ea typeface="Consolas"/>
                <a:cs typeface="Consolas"/>
              </a:rPr>
              <a:t>(</a:t>
            </a:r>
            <a:r>
              <a:rPr lang="es-ES" sz="1600" b="0" i="0" strike="noStrike" cap="none" baseline="0">
                <a:solidFill>
                  <a:srgbClr val="098658"/>
                </a:solidFill>
                <a:effectLst/>
                <a:latin typeface="Consolas"/>
                <a:ea typeface="Consolas"/>
                <a:cs typeface="Consolas"/>
              </a:rPr>
              <a:t>255</a:t>
            </a: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0000FF"/>
                </a:solidFill>
                <a:effectLst/>
                <a:latin typeface="Consolas"/>
                <a:ea typeface="Consolas"/>
                <a:cs typeface="Consolas"/>
              </a:rPr>
              <a:t>NOT NULL</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started_at </a:t>
            </a:r>
            <a:r>
              <a:rPr lang="es-ES" sz="1600" b="0" i="0" strike="noStrike" cap="none" baseline="0">
                <a:solidFill>
                  <a:srgbClr val="0000FF"/>
                </a:solidFill>
                <a:effectLst/>
                <a:latin typeface="Consolas"/>
                <a:ea typeface="Consolas"/>
                <a:cs typeface="Consolas"/>
              </a:rPr>
              <a:t>TIMESTAMPTZ</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0000FF"/>
                </a:solidFill>
                <a:effectLst/>
                <a:latin typeface="Consolas"/>
                <a:ea typeface="Consolas"/>
                <a:cs typeface="Consolas"/>
              </a:rPr>
              <a:t>DEFAULT</a:t>
            </a:r>
            <a:r>
              <a:rPr lang="es-ES" sz="1600" b="0" i="0" strike="noStrike" cap="none" baseline="0">
                <a:solidFill>
                  <a:srgbClr val="000000"/>
                </a:solidFill>
                <a:effectLst/>
                <a:latin typeface="Consolas"/>
                <a:ea typeface="Consolas"/>
                <a:cs typeface="Consolas"/>
              </a:rPr>
              <a:t> CURRENT_TIMESTAMP,</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metadata JSONB </a:t>
            </a:r>
            <a:r>
              <a:rPr lang="es-ES" sz="1600" b="0" i="0" strike="noStrike" cap="none" baseline="0">
                <a:solidFill>
                  <a:srgbClr val="0000FF"/>
                </a:solidFill>
                <a:effectLst/>
                <a:latin typeface="Consolas"/>
                <a:ea typeface="Consolas"/>
                <a:cs typeface="Consolas"/>
              </a:rPr>
              <a:t>DEFAULT</a:t>
            </a:r>
            <a:r>
              <a:rPr lang="es-ES" sz="1600" b="0" i="0" strike="noStrike" cap="none" baseline="0">
                <a:solidFill>
                  <a:srgbClr val="A31515"/>
                </a:solidFill>
                <a:effectLst/>
                <a:latin typeface="Consolas"/>
                <a:ea typeface="Consolas"/>
                <a:cs typeface="Consolas"/>
              </a:rPr>
              <a:t>'{}'</a:t>
            </a:r>
            <a:endParaRPr sz="4800"/>
          </a:p>
          <a:p>
            <a:pPr marL="0" indent="0">
              <a:buFont typeface="Arial"/>
              <a:buNone/>
              <a:defRPr/>
            </a:pPr>
            <a:r>
              <a:rPr sz="1600" b="0" i="0" u="none">
                <a:solidFill>
                  <a:srgbClr val="000000"/>
                </a:solidFill>
                <a:latin typeface="Consolas"/>
                <a:ea typeface="Consolas"/>
                <a:cs typeface="Consolas"/>
              </a:rPr>
              <a:t>);</a:t>
            </a:r>
          </a:p>
          <a:p>
            <a:pPr marL="0" indent="0">
              <a:spcBef>
                <a:spcPts val="1799"/>
              </a:spcBef>
              <a:buFont typeface="Arial"/>
              <a:buNone/>
              <a:defRPr/>
            </a:pPr>
            <a:r>
              <a:rPr lang="es-ES" sz="1600" b="0" i="0" strike="noStrike" cap="none" baseline="0">
                <a:solidFill>
                  <a:srgbClr val="0000FF"/>
                </a:solidFill>
                <a:effectLst/>
                <a:latin typeface="Consolas"/>
                <a:ea typeface="Consolas"/>
                <a:cs typeface="Consolas"/>
              </a:rPr>
              <a:t>CREATETABLE</a:t>
            </a:r>
            <a:r>
              <a:rPr lang="es-ES" sz="1600" b="0" i="0" strike="noStrike" cap="none" baseline="0">
                <a:solidFill>
                  <a:srgbClr val="000000"/>
                </a:solidFill>
                <a:effectLst/>
                <a:latin typeface="Consolas"/>
                <a:ea typeface="Consolas"/>
                <a:cs typeface="Consolas"/>
              </a:rPr>
              <a:t> messages (</a:t>
            </a:r>
          </a:p>
          <a:p>
            <a:pPr marL="0" indent="0">
              <a:buFont typeface="Arial"/>
              <a:buNone/>
              <a:defRPr/>
            </a:pPr>
            <a:r>
              <a:rPr lang="es-ES" sz="1600" b="0" i="0" strike="noStrike" cap="none" baseline="0">
                <a:solidFill>
                  <a:srgbClr val="000000"/>
                </a:solidFill>
                <a:effectLst/>
                <a:latin typeface="Consolas"/>
                <a:ea typeface="Consolas"/>
                <a:cs typeface="Consolas"/>
              </a:rPr>
              <a:t> id </a:t>
            </a:r>
            <a:r>
              <a:rPr lang="es-ES" sz="1600" b="0" i="0" strike="noStrike" cap="none" baseline="0">
                <a:solidFill>
                  <a:srgbClr val="0000FF"/>
                </a:solidFill>
                <a:effectLst/>
                <a:latin typeface="Consolas"/>
                <a:ea typeface="Consolas"/>
                <a:cs typeface="Consolas"/>
              </a:rPr>
              <a:t>BIGSERIALPRIMARY KEY</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conversation_id </a:t>
            </a:r>
            <a:r>
              <a:rPr lang="es-ES" sz="1600" b="0" i="0" strike="noStrike" cap="none" baseline="0">
                <a:solidFill>
                  <a:srgbClr val="0000FF"/>
                </a:solidFill>
                <a:effectLst/>
                <a:latin typeface="Consolas"/>
                <a:ea typeface="Consolas"/>
                <a:cs typeface="Consolas"/>
              </a:rPr>
              <a:t>BIGINTNOT NULL</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0000FF"/>
                </a:solidFill>
                <a:effectLst/>
                <a:latin typeface="Consolas"/>
                <a:ea typeface="Consolas"/>
                <a:cs typeface="Consolas"/>
              </a:rPr>
              <a:t>REFERENCES</a:t>
            </a:r>
            <a:r>
              <a:rPr lang="es-ES" sz="1600" b="0" i="0" strike="noStrike" cap="none" baseline="0">
                <a:solidFill>
                  <a:srgbClr val="000000"/>
                </a:solidFill>
                <a:effectLst/>
                <a:latin typeface="Consolas"/>
                <a:ea typeface="Consolas"/>
                <a:cs typeface="Consolas"/>
              </a:rPr>
              <a:t> conversations(id),</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0000FF"/>
                </a:solidFill>
                <a:effectLst/>
                <a:latin typeface="Consolas"/>
                <a:ea typeface="Consolas"/>
                <a:cs typeface="Consolas"/>
              </a:rPr>
              <a:t>roleVARCHAR</a:t>
            </a:r>
            <a:r>
              <a:rPr lang="es-ES" sz="1600" b="0" i="0" strike="noStrike" cap="none" baseline="0">
                <a:solidFill>
                  <a:srgbClr val="000000"/>
                </a:solidFill>
                <a:effectLst/>
                <a:latin typeface="Consolas"/>
                <a:ea typeface="Consolas"/>
                <a:cs typeface="Consolas"/>
              </a:rPr>
              <a:t>(</a:t>
            </a:r>
            <a:r>
              <a:rPr lang="es-ES" sz="1600" b="0" i="0" strike="noStrike" cap="none" baseline="0">
                <a:solidFill>
                  <a:srgbClr val="098658"/>
                </a:solidFill>
                <a:effectLst/>
                <a:latin typeface="Consolas"/>
                <a:ea typeface="Consolas"/>
                <a:cs typeface="Consolas"/>
              </a:rPr>
              <a:t>50</a:t>
            </a: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0000FF"/>
                </a:solidFill>
                <a:effectLst/>
                <a:latin typeface="Consolas"/>
                <a:ea typeface="Consolas"/>
                <a:cs typeface="Consolas"/>
              </a:rPr>
              <a:t>NOT NULL</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content </a:t>
            </a:r>
            <a:r>
              <a:rPr lang="es-ES" sz="1600" b="0" i="0" strike="noStrike" cap="none" baseline="0">
                <a:solidFill>
                  <a:srgbClr val="0000FF"/>
                </a:solidFill>
                <a:effectLst/>
                <a:latin typeface="Consolas"/>
                <a:ea typeface="Consolas"/>
                <a:cs typeface="Consolas"/>
              </a:rPr>
              <a:t>TEXTNOT NULL</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created_at </a:t>
            </a:r>
            <a:r>
              <a:rPr lang="es-ES" sz="1600" b="0" i="0" strike="noStrike" cap="none" baseline="0">
                <a:solidFill>
                  <a:srgbClr val="0000FF"/>
                </a:solidFill>
                <a:effectLst/>
                <a:latin typeface="Consolas"/>
                <a:ea typeface="Consolas"/>
                <a:cs typeface="Consolas"/>
              </a:rPr>
              <a:t>TIMESTAMPTZ</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0000FF"/>
                </a:solidFill>
                <a:effectLst/>
                <a:latin typeface="Consolas"/>
                <a:ea typeface="Consolas"/>
                <a:cs typeface="Consolas"/>
              </a:rPr>
              <a:t>DEFAULT</a:t>
            </a:r>
            <a:r>
              <a:rPr lang="es-ES" sz="1600" b="0" i="0" strike="noStrike" cap="none" baseline="0">
                <a:solidFill>
                  <a:srgbClr val="000000"/>
                </a:solidFill>
                <a:effectLst/>
                <a:latin typeface="Consolas"/>
                <a:ea typeface="Consolas"/>
                <a:cs typeface="Consolas"/>
              </a:rPr>
              <a:t> CURRENT_TIMESTAMP</a:t>
            </a:r>
            <a:endParaRPr sz="4800"/>
          </a:p>
          <a:p>
            <a:pPr marL="0" indent="0">
              <a:buFont typeface="Arial"/>
              <a:buNone/>
              <a:defRPr/>
            </a:pPr>
            <a:r>
              <a:rPr sz="1600" b="0" i="0" u="none">
                <a:solidFill>
                  <a:srgbClr val="000000"/>
                </a:solidFill>
                <a:latin typeface="Consolas"/>
                <a:ea typeface="Consolas"/>
                <a:cs typeface="Consolas"/>
              </a:rPr>
              <a:t>);</a:t>
            </a:r>
            <a:endParaRPr sz="48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2899249"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Consultar datos</a:t>
            </a:r>
            <a:endParaRPr/>
          </a:p>
        </p:txBody>
      </p:sp>
      <p:sp>
        <p:nvSpPr>
          <p:cNvPr id="890425572" name="Content Placeholder 3"/>
          <p:cNvSpPr>
            <a:spLocks noGrp="1"/>
          </p:cNvSpPr>
          <p:nvPr>
            <p:ph sz="quarter" idx="10"/>
          </p:nvPr>
        </p:nvSpPr>
        <p:spPr bwMode="auto">
          <a:xfrm>
            <a:off x="457200" y="1234439"/>
            <a:ext cx="5037670" cy="4816474"/>
          </a:xfrm>
        </p:spPr>
        <p:txBody>
          <a:bodyPr vertOverflow="overflow" horzOverflow="overflow" vert="horz" wrap="square" lIns="0" tIns="0" rIns="0" bIns="0" numCol="1" spcCol="0" rtlCol="0" fromWordArt="0" anchor="t" anchorCtr="0" forceAA="0" compatLnSpc="0">
            <a:noAutofit/>
          </a:bodyPr>
          <a:lstStyle/>
          <a:p>
            <a:pPr marL="0" indent="0">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Características específicas de PostgreSQL:</a:t>
            </a:r>
            <a:endParaRPr lang="en-US" sz="20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Font typeface="Arial"/>
              <a:buChar char="•"/>
              <a:defRPr/>
            </a:pPr>
            <a:r>
              <a:rPr lang="es-ES" sz="1800" b="0" i="0" strike="noStrike" cap="none" baseline="0">
                <a:solidFill>
                  <a:srgbClr val="000000"/>
                </a:solidFill>
                <a:effectLst/>
                <a:latin typeface="Segoe UI"/>
                <a:ea typeface="Segoe UI"/>
                <a:cs typeface="Segoe UI"/>
              </a:rPr>
              <a:t>Operadores JSONB: </a:t>
            </a:r>
            <a:r>
              <a:rPr lang="es-ES" sz="1800" b="0" i="0" strike="noStrike" cap="none" baseline="0">
                <a:solidFill>
                  <a:srgbClr val="000000"/>
                </a:solidFill>
                <a:effectLst/>
                <a:latin typeface="Consolas"/>
                <a:ea typeface="Consolas"/>
                <a:cs typeface="Consolas"/>
              </a:rPr>
              <a:t>-&gt;</a:t>
            </a:r>
            <a:r>
              <a:rPr lang="es-ES" sz="1800" b="0" i="0" strike="noStrike" cap="none" baseline="0">
                <a:solidFill>
                  <a:srgbClr val="000000"/>
                </a:solidFill>
                <a:effectLst/>
                <a:latin typeface="Segoe UI"/>
                <a:ea typeface="Segoe UI"/>
                <a:cs typeface="Segoe UI"/>
              </a:rPr>
              <a:t>, </a:t>
            </a:r>
            <a:r>
              <a:rPr lang="es-ES" sz="1800" b="0" i="0" strike="noStrike" cap="none" baseline="0">
                <a:solidFill>
                  <a:srgbClr val="000000"/>
                </a:solidFill>
                <a:effectLst/>
                <a:latin typeface="Consolas"/>
                <a:ea typeface="Consolas"/>
                <a:cs typeface="Consolas"/>
              </a:rPr>
              <a:t>-&gt;&gt;</a:t>
            </a:r>
            <a:r>
              <a:rPr lang="es-ES" sz="1800" b="0" i="0" strike="noStrike" cap="none" baseline="0">
                <a:solidFill>
                  <a:srgbClr val="000000"/>
                </a:solidFill>
                <a:effectLst/>
                <a:latin typeface="Segoe UI"/>
                <a:ea typeface="Segoe UI"/>
                <a:cs typeface="Segoe UI"/>
              </a:rPr>
              <a:t>, </a:t>
            </a:r>
            <a:r>
              <a:rPr lang="es-ES" sz="1800" b="0" i="0" strike="noStrike" cap="none" baseline="0">
                <a:solidFill>
                  <a:srgbClr val="000000"/>
                </a:solidFill>
                <a:effectLst/>
                <a:latin typeface="Consolas"/>
                <a:ea typeface="Consolas"/>
                <a:cs typeface="Consolas"/>
              </a:rPr>
              <a:t>@&gt;</a:t>
            </a:r>
            <a:r>
              <a:rPr lang="es-ES" sz="1800" b="0" i="0" strike="noStrike" cap="none" baseline="0">
                <a:solidFill>
                  <a:srgbClr val="000000"/>
                </a:solidFill>
                <a:effectLst/>
                <a:latin typeface="Segoe UI"/>
                <a:ea typeface="Segoe UI"/>
                <a:cs typeface="Segoe UI"/>
              </a:rPr>
              <a:t>, </a:t>
            </a:r>
            <a:r>
              <a:rPr lang="es-ES" sz="1800" b="0" i="0" strike="noStrike" cap="none" baseline="0">
                <a:solidFill>
                  <a:srgbClr val="000000"/>
                </a:solidFill>
                <a:effectLst/>
                <a:latin typeface="Consolas"/>
                <a:ea typeface="Consolas"/>
                <a:cs typeface="Consolas"/>
              </a:rPr>
              <a:t>?</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Cláusula RETURNING en INSERT/UPDATE/DELETE</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ON CONFLICT para operaciones upsert</a:t>
            </a:r>
            <a:endParaRPr lang="en-US" sz="20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Patrones de rendimiento:</a:t>
            </a:r>
            <a:endParaRPr lang="en-US" sz="20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Paginación de conjunto de claves sobre OFFSET para conjuntos de datos grandes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CTE para consultas de varios pasos legibles</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CTE recursivas para datos jerárquicos</a:t>
            </a:r>
            <a:endParaRPr sz="1600">
              <a:latin typeface="Segoe UI"/>
              <a:cs typeface="Segoe UI"/>
            </a:endParaRPr>
          </a:p>
        </p:txBody>
      </p:sp>
      <p:sp>
        <p:nvSpPr>
          <p:cNvPr id="1022166583" name="Content Placeholder 3"/>
          <p:cNvSpPr>
            <a:spLocks noGrp="1"/>
          </p:cNvSpPr>
          <p:nvPr/>
        </p:nvSpPr>
        <p:spPr bwMode="auto">
          <a:xfrm>
            <a:off x="6019024" y="1234439"/>
            <a:ext cx="5561949" cy="4816474"/>
          </a:xfrm>
        </p:spPr>
        <p:txBody>
          <a:bodyPr vertOverflow="overflow" horzOverflow="overflow" vert="horz" wrap="square" lIns="0" tIns="0" rIns="0" bIns="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lang="es-ES" sz="1600" b="0" i="0" strike="noStrike" cap="none" baseline="0">
                <a:solidFill>
                  <a:srgbClr val="008000"/>
                </a:solidFill>
                <a:effectLst/>
                <a:latin typeface="Consolas"/>
                <a:ea typeface="Consolas"/>
                <a:cs typeface="Consolas"/>
              </a:rPr>
              <a:t>-- Upsert with ON CONFLICT</a:t>
            </a:r>
            <a:endParaRPr sz="4800"/>
          </a:p>
          <a:p>
            <a:pPr marL="0" indent="0">
              <a:buFont typeface="Arial"/>
              <a:buNone/>
              <a:defRPr/>
            </a:pPr>
            <a:r>
              <a:rPr lang="es-ES" sz="1600" b="0" i="0" strike="noStrike" cap="none" baseline="0">
                <a:solidFill>
                  <a:srgbClr val="0000FF"/>
                </a:solidFill>
                <a:effectLst/>
                <a:latin typeface="Consolas"/>
                <a:ea typeface="Consolas"/>
                <a:cs typeface="Consolas"/>
              </a:rPr>
              <a:t>INSERT INTO</a:t>
            </a:r>
            <a:r>
              <a:rPr lang="es-ES" sz="1600" b="0" i="0" strike="noStrike" cap="none" baseline="0">
                <a:solidFill>
                  <a:srgbClr val="000000"/>
                </a:solidFill>
                <a:effectLst/>
                <a:latin typeface="Consolas"/>
                <a:ea typeface="Consolas"/>
                <a:cs typeface="Consolas"/>
              </a:rPr>
              <a:t> user_preferences</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(user_id, </a:t>
            </a:r>
            <a:r>
              <a:rPr lang="es-ES" sz="1600" b="0" i="0" strike="noStrike" cap="none" baseline="0">
                <a:solidFill>
                  <a:srgbClr val="0000FF"/>
                </a:solidFill>
                <a:effectLst/>
                <a:latin typeface="Consolas"/>
                <a:ea typeface="Consolas"/>
                <a:cs typeface="Consolas"/>
              </a:rPr>
              <a:t>key</a:t>
            </a: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0000FF"/>
                </a:solidFill>
                <a:effectLst/>
                <a:latin typeface="Consolas"/>
                <a:ea typeface="Consolas"/>
                <a:cs typeface="Consolas"/>
              </a:rPr>
              <a:t>value</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FF"/>
                </a:solidFill>
                <a:effectLst/>
                <a:latin typeface="Consolas"/>
                <a:ea typeface="Consolas"/>
                <a:cs typeface="Consolas"/>
              </a:rPr>
              <a:t>VALUES</a:t>
            </a: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A31515"/>
                </a:solidFill>
                <a:effectLst/>
                <a:latin typeface="Consolas"/>
                <a:ea typeface="Consolas"/>
                <a:cs typeface="Consolas"/>
              </a:rPr>
              <a:t>'u1'</a:t>
            </a: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A31515"/>
                </a:solidFill>
                <a:effectLst/>
                <a:latin typeface="Consolas"/>
                <a:ea typeface="Consolas"/>
                <a:cs typeface="Consolas"/>
              </a:rPr>
              <a:t>'theme'</a:t>
            </a: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A31515"/>
                </a:solidFill>
                <a:effectLst/>
                <a:latin typeface="Consolas"/>
                <a:ea typeface="Consolas"/>
                <a:cs typeface="Consolas"/>
              </a:rPr>
              <a:t>'dark'</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FF"/>
                </a:solidFill>
                <a:effectLst/>
                <a:latin typeface="Consolas"/>
                <a:ea typeface="Consolas"/>
                <a:cs typeface="Consolas"/>
              </a:rPr>
              <a:t>ON</a:t>
            </a:r>
            <a:r>
              <a:rPr lang="es-ES" sz="1600" b="0" i="0" strike="noStrike" cap="none" baseline="0">
                <a:solidFill>
                  <a:srgbClr val="000000"/>
                </a:solidFill>
                <a:effectLst/>
                <a:latin typeface="Consolas"/>
                <a:ea typeface="Consolas"/>
                <a:cs typeface="Consolas"/>
              </a:rPr>
              <a:t> CONFLICT (user_id, </a:t>
            </a:r>
            <a:r>
              <a:rPr lang="es-ES" sz="1600" b="0" i="0" strike="noStrike" cap="none" baseline="0">
                <a:solidFill>
                  <a:srgbClr val="0000FF"/>
                </a:solidFill>
                <a:effectLst/>
                <a:latin typeface="Consolas"/>
                <a:ea typeface="Consolas"/>
                <a:cs typeface="Consolas"/>
              </a:rPr>
              <a:t>key</a:t>
            </a:r>
            <a:r>
              <a:rPr lang="es-ES" sz="1600" b="0" i="0" strike="noStrike" cap="none" baseline="0">
                <a:solidFill>
                  <a:srgbClr val="000000"/>
                </a:solidFill>
                <a:effectLst/>
                <a:latin typeface="Consolas"/>
                <a:ea typeface="Consolas"/>
                <a:cs typeface="Consolas"/>
              </a:rPr>
              <a:t>)</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DO </a:t>
            </a:r>
            <a:r>
              <a:rPr lang="es-ES" sz="1600" b="0" i="0" strike="noStrike" cap="none" baseline="0">
                <a:solidFill>
                  <a:srgbClr val="0000FF"/>
                </a:solidFill>
                <a:effectLst/>
                <a:latin typeface="Consolas"/>
                <a:ea typeface="Consolas"/>
                <a:cs typeface="Consolas"/>
              </a:rPr>
              <a:t>UPDATESET</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a:t>
            </a:r>
            <a:r>
              <a:rPr lang="es-ES" sz="1600" b="0" i="0" strike="noStrike" cap="none" baseline="0">
                <a:solidFill>
                  <a:srgbClr val="0000FF"/>
                </a:solidFill>
                <a:effectLst/>
                <a:latin typeface="Consolas"/>
                <a:ea typeface="Consolas"/>
                <a:cs typeface="Consolas"/>
              </a:rPr>
              <a:t>value</a:t>
            </a:r>
            <a:r>
              <a:rPr lang="es-ES" sz="1600" b="0" i="0" strike="noStrike" cap="none" baseline="0">
                <a:solidFill>
                  <a:srgbClr val="000000"/>
                </a:solidFill>
                <a:effectLst/>
                <a:latin typeface="Consolas"/>
                <a:ea typeface="Consolas"/>
                <a:cs typeface="Consolas"/>
              </a:rPr>
              <a:t> = EXCLUDED.value,</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updated_at = CURRENT_TIMESTAMP;</a:t>
            </a:r>
            <a:endParaRPr sz="4800"/>
          </a:p>
          <a:p>
            <a:pPr marL="0" indent="0">
              <a:spcBef>
                <a:spcPts val="1799"/>
              </a:spcBef>
              <a:buFont typeface="Arial"/>
              <a:buNone/>
              <a:defRPr/>
            </a:pPr>
            <a:r>
              <a:rPr lang="es-ES" sz="1600" b="0" i="0" strike="noStrike" cap="none" baseline="0">
                <a:solidFill>
                  <a:srgbClr val="008000"/>
                </a:solidFill>
                <a:effectLst/>
                <a:latin typeface="Consolas"/>
                <a:ea typeface="Consolas"/>
                <a:cs typeface="Consolas"/>
              </a:rPr>
              <a:t>-- Keyset pagination</a:t>
            </a:r>
            <a:endParaRPr sz="4800"/>
          </a:p>
          <a:p>
            <a:pPr marL="0" indent="0">
              <a:buFont typeface="Arial"/>
              <a:buNone/>
              <a:defRPr/>
            </a:pPr>
            <a:r>
              <a:rPr lang="es-ES" sz="1600" b="0" i="0" strike="noStrike" cap="none" baseline="0">
                <a:solidFill>
                  <a:srgbClr val="0000FF"/>
                </a:solidFill>
                <a:effectLst/>
                <a:latin typeface="Consolas"/>
                <a:ea typeface="Consolas"/>
                <a:cs typeface="Consolas"/>
              </a:rPr>
              <a:t>SELECT</a:t>
            </a:r>
            <a:r>
              <a:rPr lang="es-ES" sz="1600" b="0" i="0" strike="noStrike" cap="none" baseline="0">
                <a:solidFill>
                  <a:srgbClr val="000000"/>
                </a:solidFill>
                <a:effectLst/>
                <a:latin typeface="Consolas"/>
                <a:ea typeface="Consolas"/>
                <a:cs typeface="Consolas"/>
              </a:rPr>
              <a:t> id, content, created_at</a:t>
            </a:r>
            <a:endParaRPr sz="4800"/>
          </a:p>
          <a:p>
            <a:pPr marL="0" indent="0">
              <a:buFont typeface="Arial"/>
              <a:buNone/>
              <a:defRPr/>
            </a:pPr>
            <a:r>
              <a:rPr lang="es-ES" sz="1600" b="0" i="0" strike="noStrike" cap="none" baseline="0">
                <a:solidFill>
                  <a:srgbClr val="0000FF"/>
                </a:solidFill>
                <a:effectLst/>
                <a:latin typeface="Consolas"/>
                <a:ea typeface="Consolas"/>
                <a:cs typeface="Consolas"/>
              </a:rPr>
              <a:t>FROM</a:t>
            </a:r>
            <a:r>
              <a:rPr lang="es-ES" sz="1600" b="0" i="0" strike="noStrike" cap="none" baseline="0">
                <a:solidFill>
                  <a:srgbClr val="000000"/>
                </a:solidFill>
                <a:effectLst/>
                <a:latin typeface="Consolas"/>
                <a:ea typeface="Consolas"/>
                <a:cs typeface="Consolas"/>
              </a:rPr>
              <a:t> messages</a:t>
            </a:r>
            <a:endParaRPr sz="4800"/>
          </a:p>
          <a:p>
            <a:pPr marL="0" indent="0">
              <a:buFont typeface="Arial"/>
              <a:buNone/>
              <a:defRPr/>
            </a:pPr>
            <a:r>
              <a:rPr lang="es-ES" sz="1600" b="0" i="0" strike="noStrike" cap="none" baseline="0">
                <a:solidFill>
                  <a:srgbClr val="0000FF"/>
                </a:solidFill>
                <a:effectLst/>
                <a:latin typeface="Consolas"/>
                <a:ea typeface="Consolas"/>
                <a:cs typeface="Consolas"/>
              </a:rPr>
              <a:t>WHERE</a:t>
            </a:r>
            <a:r>
              <a:rPr lang="es-ES" sz="1600" b="0" i="0" strike="noStrike" cap="none" baseline="0">
                <a:solidFill>
                  <a:srgbClr val="000000"/>
                </a:solidFill>
                <a:effectLst/>
                <a:latin typeface="Consolas"/>
                <a:ea typeface="Consolas"/>
                <a:cs typeface="Consolas"/>
              </a:rPr>
              <a:t> (created_at, id)</a:t>
            </a:r>
            <a:endParaRPr sz="4800"/>
          </a:p>
          <a:p>
            <a:pPr marL="0" indent="0">
              <a:buFont typeface="Arial"/>
              <a:buNone/>
              <a:defRPr/>
            </a:pPr>
            <a:r>
              <a:rPr lang="es-ES" sz="1600" b="0" i="0" strike="noStrike" cap="none" baseline="0">
                <a:solidFill>
                  <a:srgbClr val="000000"/>
                </a:solidFill>
                <a:effectLst/>
                <a:latin typeface="Consolas"/>
                <a:ea typeface="Consolas"/>
                <a:cs typeface="Consolas"/>
              </a:rPr>
              <a:t> &lt; (:last_ts, :last_id)</a:t>
            </a:r>
            <a:endParaRPr sz="4800"/>
          </a:p>
          <a:p>
            <a:pPr marL="0" indent="0">
              <a:buFont typeface="Arial"/>
              <a:buNone/>
              <a:defRPr/>
            </a:pPr>
            <a:r>
              <a:rPr lang="es-ES" sz="1600" b="0" i="0" strike="noStrike" cap="none" baseline="0">
                <a:solidFill>
                  <a:srgbClr val="0000FF"/>
                </a:solidFill>
                <a:effectLst/>
                <a:latin typeface="Consolas"/>
                <a:ea typeface="Consolas"/>
                <a:cs typeface="Consolas"/>
              </a:rPr>
              <a:t>ORDER BY</a:t>
            </a:r>
            <a:r>
              <a:rPr lang="es-ES" sz="1600" b="0" i="0" strike="noStrike" cap="none" baseline="0">
                <a:solidFill>
                  <a:srgbClr val="000000"/>
                </a:solidFill>
                <a:effectLst/>
                <a:latin typeface="Consolas"/>
                <a:ea typeface="Consolas"/>
                <a:cs typeface="Consolas"/>
              </a:rPr>
              <a:t> created_at </a:t>
            </a:r>
            <a:r>
              <a:rPr lang="es-ES" sz="1600" b="0" i="0" strike="noStrike" cap="none" baseline="0">
                <a:solidFill>
                  <a:srgbClr val="0000FF"/>
                </a:solidFill>
                <a:effectLst/>
                <a:latin typeface="Consolas"/>
                <a:ea typeface="Consolas"/>
                <a:cs typeface="Consolas"/>
              </a:rPr>
              <a:t>DESC</a:t>
            </a:r>
            <a:r>
              <a:rPr lang="es-ES" sz="1600" b="0" i="0" strike="noStrike" cap="none" baseline="0">
                <a:solidFill>
                  <a:srgbClr val="000000"/>
                </a:solidFill>
                <a:effectLst/>
                <a:latin typeface="Consolas"/>
                <a:ea typeface="Consolas"/>
                <a:cs typeface="Consolas"/>
              </a:rPr>
              <a:t>, id </a:t>
            </a:r>
            <a:r>
              <a:rPr lang="es-ES" sz="1600" b="0" i="0" strike="noStrike" cap="none" baseline="0">
                <a:solidFill>
                  <a:srgbClr val="0000FF"/>
                </a:solidFill>
                <a:effectLst/>
                <a:latin typeface="Consolas"/>
                <a:ea typeface="Consolas"/>
                <a:cs typeface="Consolas"/>
              </a:rPr>
              <a:t>DESC</a:t>
            </a:r>
            <a:endParaRPr sz="4800"/>
          </a:p>
          <a:p>
            <a:pPr marL="0" indent="0">
              <a:buFont typeface="Arial"/>
              <a:buNone/>
              <a:defRPr/>
            </a:pPr>
            <a:r>
              <a:rPr lang="es-ES" sz="1600" b="0" i="0" strike="noStrike" cap="none" baseline="0">
                <a:solidFill>
                  <a:srgbClr val="0000FF"/>
                </a:solidFill>
                <a:effectLst/>
                <a:latin typeface="Consolas"/>
                <a:ea typeface="Consolas"/>
                <a:cs typeface="Consolas"/>
              </a:rPr>
              <a:t>LIMIT</a:t>
            </a:r>
            <a:r>
              <a:rPr lang="es-ES" sz="1600" b="0" i="0" strike="noStrike" cap="none" baseline="0">
                <a:solidFill>
                  <a:srgbClr val="098658"/>
                </a:solidFill>
                <a:effectLst/>
                <a:latin typeface="Consolas"/>
                <a:ea typeface="Consolas"/>
                <a:cs typeface="Consolas"/>
              </a:rPr>
              <a:t>20</a:t>
            </a:r>
            <a:r>
              <a:rPr lang="es-ES" sz="1600" b="0" i="0" strike="noStrike" cap="none" baseline="0">
                <a:solidFill>
                  <a:srgbClr val="000000"/>
                </a:solidFill>
                <a:effectLst/>
                <a:latin typeface="Consolas"/>
                <a:ea typeface="Consolas"/>
                <a:cs typeface="Consolas"/>
              </a:rPr>
              <a:t>;</a:t>
            </a:r>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1843173"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Integración de SDK y aplicaciones</a:t>
            </a:r>
            <a:endParaRPr/>
          </a:p>
        </p:txBody>
      </p:sp>
      <p:sp>
        <p:nvSpPr>
          <p:cNvPr id="332343444" name="Content Placeholder 3"/>
          <p:cNvSpPr>
            <a:spLocks noGrp="1"/>
          </p:cNvSpPr>
          <p:nvPr>
            <p:ph sz="quarter" idx="10"/>
          </p:nvPr>
        </p:nvSpPr>
        <p:spPr bwMode="auto">
          <a:xfrm>
            <a:off x="457200" y="1234438"/>
            <a:ext cx="5037669" cy="4816473"/>
          </a:xfrm>
        </p:spPr>
        <p:txBody>
          <a:bodyPr vertOverflow="overflow" horzOverflow="overflow" vert="horz" wrap="square" lIns="0" tIns="0" rIns="0" bIns="0" numCol="1" spcCol="0" rtlCol="0" fromWordArt="0" anchor="t" anchorCtr="0" forceAA="0" compatLnSpc="0">
            <a:noAutofit/>
          </a:bodyPr>
          <a:lstStyle/>
          <a:p>
            <a:pPr marL="0" indent="0">
              <a:spcAft>
                <a:spcPts val="287"/>
              </a:spcAft>
              <a:buFont typeface="Arial"/>
              <a:buNone/>
              <a:defRPr/>
            </a:pPr>
            <a:r>
              <a:rPr lang="es-ES" sz="2000" b="0" i="0" strike="noStrike" cap="none" baseline="0">
                <a:solidFill>
                  <a:srgbClr val="000000"/>
                </a:solidFill>
                <a:effectLst/>
                <a:latin typeface="Segoe UI Semibold"/>
                <a:ea typeface="Segoe UI Semibold"/>
                <a:cs typeface="Segoe UI Semibold"/>
              </a:rPr>
              <a:t>psycopg 3 para Python:</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Consultas parametrizadas con marcadores de posición </a:t>
            </a:r>
            <a:r>
              <a:rPr lang="es-ES" sz="1800" b="0" i="0" strike="noStrike" cap="none" baseline="0">
                <a:solidFill>
                  <a:srgbClr val="000000"/>
                </a:solidFill>
                <a:effectLst/>
                <a:latin typeface="Consolas"/>
                <a:ea typeface="Consolas"/>
                <a:cs typeface="Consolas"/>
              </a:rPr>
              <a:t>%s</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Administradores de contexto para la limpieza automática</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287"/>
              </a:spcAft>
              <a:buFont typeface="Arial"/>
              <a:buNone/>
              <a:defRPr/>
            </a:pPr>
            <a:r>
              <a:rPr lang="es-ES" sz="2000" b="0" i="0" strike="noStrike" cap="none" baseline="0">
                <a:solidFill>
                  <a:srgbClr val="000000"/>
                </a:solidFill>
                <a:effectLst/>
                <a:latin typeface="Segoe UI Semibold"/>
                <a:ea typeface="Segoe UI Semibold"/>
                <a:cs typeface="Segoe UI Semibold"/>
              </a:rPr>
              <a:t>Administración de conexiones: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ConnectionPool para conexiones reutilizables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Tiempos de expiración y reintento con retroceso exponencial</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287"/>
              </a:spcAft>
              <a:buFont typeface="Arial"/>
              <a:buNone/>
              <a:defRPr/>
            </a:pPr>
            <a:r>
              <a:rPr lang="es-ES" sz="2000" b="0" i="0" strike="noStrike" cap="none" baseline="0">
                <a:solidFill>
                  <a:srgbClr val="000000"/>
                </a:solidFill>
                <a:effectLst/>
                <a:latin typeface="Segoe UI Semibold"/>
                <a:ea typeface="Segoe UI Semibold"/>
                <a:cs typeface="Segoe UI Semibold"/>
              </a:rPr>
              <a:t>Rendimiento del lote:</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executemany para cientos de filas</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Comando COPY para más de 10 000 filas</a:t>
            </a:r>
            <a:endParaRPr sz="1600">
              <a:latin typeface="Segoe UI"/>
              <a:cs typeface="Segoe UI"/>
            </a:endParaRPr>
          </a:p>
        </p:txBody>
      </p:sp>
      <p:pic>
        <p:nvPicPr>
          <p:cNvPr id="775659696" name="Picture 1" descr="SDK integration diagram showing application, connection pool, PgBouncer, and PostgreSQL layer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912863" y="1124711"/>
            <a:ext cx="3685032" cy="4352543"/>
          </a:xfrm>
          <a:prstGeom prst="rect">
            <a:avLst/>
          </a:prstGeom>
          <a:noFill/>
          <a:ln w="9525">
            <a:noFill/>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697945"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163598120"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4" y="2043464"/>
            <a:ext cx="4467225" cy="3307646"/>
          </a:xfrm>
          <a:prstGeom prst="rect">
            <a:avLst/>
          </a:prstGeom>
          <a:solidFill>
            <a:srgbClr val="F4F4F7"/>
          </a:solidFill>
          <a:ln>
            <a:noFill/>
          </a:ln>
        </p:spPr>
      </p:pic>
      <p:sp>
        <p:nvSpPr>
          <p:cNvPr id="1555170211" name="Text Placeholder 4"/>
          <p:cNvSpPr>
            <a:spLocks noGrp="1"/>
          </p:cNvSpPr>
          <p:nvPr>
            <p:ph type="body" sz="quarter" idx="16"/>
          </p:nvPr>
        </p:nvSpPr>
        <p:spPr bwMode="auto">
          <a:xfrm>
            <a:off x="584199" y="1594154"/>
            <a:ext cx="5654932"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Crear un back-end de la herramienta de agente en Azure Database for PostgreSQL</a:t>
            </a:r>
            <a:endParaRPr lang="en-US"/>
          </a:p>
          <a:p>
            <a:pPr>
              <a:defRPr/>
            </a:pPr>
            <a:endParaRPr lang="en-US"/>
          </a:p>
        </p:txBody>
      </p:sp>
      <p:sp>
        <p:nvSpPr>
          <p:cNvPr id="850989308" name="Text Placeholder 61"/>
          <p:cNvSpPr>
            <a:spLocks noGrp="1"/>
          </p:cNvSpPr>
          <p:nvPr>
            <p:ph type="body" sz="quarter" idx="15"/>
          </p:nvPr>
        </p:nvSpPr>
        <p:spPr bwMode="auto">
          <a:xfrm>
            <a:off x="585787" y="2447267"/>
            <a:ext cx="5653806" cy="2926081"/>
          </a:xfrm>
        </p:spPr>
        <p:txBody>
          <a:bodyPr vert="horz" wrap="square" lIns="0" tIns="0" rIns="0" bIns="0" rtlCol="0" anchor="t">
            <a:spAutoFit/>
          </a:bodyPr>
          <a:lstStyle/>
          <a:p>
            <a:pPr marL="0" indent="0">
              <a:buNone/>
              <a:defRPr/>
            </a:pPr>
            <a:r>
              <a:rPr lang="es-ES" sz="1600" b="0" i="0" strike="noStrike" cap="none" baseline="0">
                <a:solidFill>
                  <a:srgbClr val="000000"/>
                </a:solidFill>
                <a:effectLst/>
                <a:latin typeface="Segoe UI"/>
                <a:ea typeface="Segoe UI"/>
                <a:cs typeface="Segoe UI"/>
              </a:rPr>
              <a:t>En este ejercicio, crearás una instancia de Azure Database for PostgreSQL que actuará como back-end de herramientas para un agente de IA. La base de datos almacena el contexto de la conversación y el estado de la tarea que un agente puede leer y escribir durante la operación. </a:t>
            </a:r>
            <a:endParaRPr/>
          </a:p>
          <a:p>
            <a:pPr marL="0" indent="0">
              <a:buNone/>
              <a:defRPr/>
            </a:pPr>
            <a:endParaRPr lang="en-US">
              <a:cs typeface="Segoe UI"/>
            </a:endParaRPr>
          </a:p>
          <a:p>
            <a:pPr marL="0" indent="0">
              <a:buNone/>
              <a:defRPr/>
            </a:pPr>
            <a:r>
              <a:rPr lang="es-ES" sz="1600" b="0" i="0" strike="noStrike" cap="none" baseline="0">
                <a:solidFill>
                  <a:srgbClr val="000000"/>
                </a:solidFill>
                <a:effectLst/>
                <a:latin typeface="Segoe UI Semibold"/>
                <a:ea typeface="Segoe UI Semibold"/>
                <a:cs typeface="Segoe UI Semibold"/>
              </a:rPr>
              <a:t>Tiempo estimado: </a:t>
            </a:r>
            <a:r>
              <a:rPr lang="es-ES" sz="1600" b="0" i="0" strike="noStrike" cap="none" baseline="0">
                <a:solidFill>
                  <a:srgbClr val="000000"/>
                </a:solidFill>
                <a:effectLst/>
                <a:latin typeface="Segoe UI"/>
                <a:ea typeface="Segoe UI"/>
                <a:cs typeface="Segoe UI"/>
              </a:rPr>
              <a:t>30 minutos</a:t>
            </a:r>
            <a:endParaRPr/>
          </a:p>
          <a:p>
            <a:pPr>
              <a:defRPr/>
            </a:pPr>
            <a:endParaRPr lang="en-US">
              <a:cs typeface="Segoe UI"/>
            </a:endParaRPr>
          </a:p>
          <a:p>
            <a:pPr marL="0" indent="0">
              <a:buNone/>
              <a:defRPr/>
            </a:pPr>
            <a:r>
              <a:rPr lang="es-ES" sz="1600" b="0" i="0" strike="noStrike" cap="none" baseline="0">
                <a:solidFill>
                  <a:srgbClr val="000000"/>
                </a:solidFill>
                <a:effectLst/>
                <a:latin typeface="Segoe UI"/>
                <a:ea typeface="Segoe UI"/>
                <a:cs typeface="Segoe UI"/>
              </a:rPr>
              <a:t>Inicia el ejercicio en:</a:t>
            </a:r>
            <a:endParaRPr lang="en-US"/>
          </a:p>
          <a:p>
            <a:pPr marL="0" indent="0">
              <a:buNone/>
              <a:defRPr/>
            </a:pPr>
            <a:r>
              <a:rPr lang="es-ES" sz="1600" b="0" i="0" u="sng" strike="noStrike" cap="none" baseline="0">
                <a:solidFill>
                  <a:srgbClr val="0077D3"/>
                </a:solidFill>
                <a:effectLst/>
                <a:uFill>
                  <a:solidFill>
                    <a:srgbClr val="0077D3"/>
                  </a:solidFill>
                </a:uFill>
                <a:latin typeface="Segoe UI"/>
                <a:ea typeface="Segoe UI"/>
                <a:cs typeface="Segoe UI"/>
                <a:hlinkClick r:id="rId4" history="0"/>
              </a:rPr>
              <a:t>https://go.microsoft.com/fwlink/?linkid=2349114</a:t>
            </a:r>
            <a:endParaRPr/>
          </a:p>
          <a:p>
            <a:pPr marL="0" indent="0">
              <a:buNone/>
              <a:defRPr/>
            </a:pPr>
            <a:endParaRPr lang="en-US"/>
          </a:p>
        </p:txBody>
      </p:sp>
      <p:sp>
        <p:nvSpPr>
          <p:cNvPr id="1185502253" name="Flowchart: Off-page Connector 7"/>
          <p:cNvSpPr/>
          <p:nvPr/>
        </p:nvSpPr>
        <p:spPr bwMode="auto">
          <a:xfrm rot="5400000">
            <a:off x="6119823" y="273511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7" rtl="0">
              <a:defRPr sz="1750">
                <a:solidFill>
                  <a:schemeClr val="lt1"/>
                </a:solidFill>
                <a:latin typeface="+mn-lt"/>
                <a:ea typeface="+mn-ea"/>
                <a:cs typeface="+mn-cs"/>
              </a:defRPr>
            </a:lvl1pPr>
            <a:lvl2pPr marL="457183" algn="l" defTabSz="914367" rtl="0">
              <a:defRPr sz="1750">
                <a:solidFill>
                  <a:schemeClr val="lt1"/>
                </a:solidFill>
                <a:latin typeface="+mn-lt"/>
                <a:ea typeface="+mn-ea"/>
                <a:cs typeface="+mn-cs"/>
              </a:defRPr>
            </a:lvl2pPr>
            <a:lvl3pPr marL="914367" algn="l" defTabSz="914367" rtl="0">
              <a:defRPr sz="1750">
                <a:solidFill>
                  <a:schemeClr val="lt1"/>
                </a:solidFill>
                <a:latin typeface="+mn-lt"/>
                <a:ea typeface="+mn-ea"/>
                <a:cs typeface="+mn-cs"/>
              </a:defRPr>
            </a:lvl3pPr>
            <a:lvl4pPr marL="1371550" algn="l" defTabSz="914367" rtl="0">
              <a:defRPr sz="1750">
                <a:solidFill>
                  <a:schemeClr val="lt1"/>
                </a:solidFill>
                <a:latin typeface="+mn-lt"/>
                <a:ea typeface="+mn-ea"/>
                <a:cs typeface="+mn-cs"/>
              </a:defRPr>
            </a:lvl4pPr>
            <a:lvl5pPr marL="1828734" algn="l" defTabSz="914367" rtl="0">
              <a:defRPr sz="1750">
                <a:solidFill>
                  <a:schemeClr val="lt1"/>
                </a:solidFill>
                <a:latin typeface="+mn-lt"/>
                <a:ea typeface="+mn-ea"/>
                <a:cs typeface="+mn-cs"/>
              </a:defRPr>
            </a:lvl5pPr>
            <a:lvl6pPr marL="2285918" algn="l" defTabSz="914367" rtl="0">
              <a:defRPr sz="1750">
                <a:solidFill>
                  <a:schemeClr val="lt1"/>
                </a:solidFill>
                <a:latin typeface="+mn-lt"/>
                <a:ea typeface="+mn-ea"/>
                <a:cs typeface="+mn-cs"/>
              </a:defRPr>
            </a:lvl6pPr>
            <a:lvl7pPr marL="2743101" algn="l" defTabSz="914367" rtl="0">
              <a:defRPr sz="1750">
                <a:solidFill>
                  <a:schemeClr val="lt1"/>
                </a:solidFill>
                <a:latin typeface="+mn-lt"/>
                <a:ea typeface="+mn-ea"/>
                <a:cs typeface="+mn-cs"/>
              </a:defRPr>
            </a:lvl7pPr>
            <a:lvl8pPr marL="3200283" algn="l" defTabSz="914367" rtl="0">
              <a:defRPr sz="1750">
                <a:solidFill>
                  <a:schemeClr val="lt1"/>
                </a:solidFill>
                <a:latin typeface="+mn-lt"/>
                <a:ea typeface="+mn-ea"/>
                <a:cs typeface="+mn-cs"/>
              </a:defRPr>
            </a:lvl8pPr>
            <a:lvl9pPr marL="3657469" algn="l" defTabSz="914367"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600"/>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600"/>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1691175101" name="Footer Placeholder 4"/>
          <p:cNvSpPr>
            <a:spLocks noGrp="1"/>
          </p:cNvSpPr>
          <p:nvPr>
            <p:ph type="ftr" sz="quarter" idx="3"/>
          </p:nvPr>
        </p:nvSpPr>
        <p:spPr bwMode="auto">
          <a:xfrm>
            <a:off x="579438" y="6421083"/>
            <a:ext cx="4151312" cy="197976"/>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8766440"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1</a:t>
            </a:r>
            <a:endParaRPr/>
          </a:p>
        </p:txBody>
      </p:sp>
      <p:sp>
        <p:nvSpPr>
          <p:cNvPr id="1141934715" name="Oval 8"/>
          <p:cNvSpPr/>
          <p:nvPr/>
        </p:nvSpPr>
        <p:spPr bwMode="auto">
          <a:xfrm>
            <a:off x="697223" y="1783918"/>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292499965" name="Text Placeholder 43"/>
          <p:cNvSpPr txBox="1"/>
          <p:nvPr/>
        </p:nvSpPr>
        <p:spPr bwMode="auto">
          <a:xfrm>
            <a:off x="1641206" y="1783917"/>
            <a:ext cx="9217197" cy="1932419"/>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a:solidFill>
                  <a:srgbClr val="000000"/>
                </a:solidFill>
                <a:effectLst/>
                <a:latin typeface="Segoe UI"/>
                <a:ea typeface="Segoe UI"/>
                <a:cs typeface="Segoe UI"/>
              </a:rPr>
              <a:t>Tu aplicación de IA almacena metadatos de conversación con estructuras variables. ¿Qué tipo de datos PostgreSQL admite mejor esto?</a:t>
            </a:r>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TEXT</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JSONB</a:t>
            </a:r>
            <a:endParaRPr lang="en-US" sz="1600" b="0" i="0" u="none" strike="noStrike" cap="none" spc="0">
              <a:solidFill>
                <a:schemeClr val="tx1"/>
              </a:solidFill>
              <a:latin typeface="Segoe UI"/>
              <a:cs typeface="Segoe UI"/>
            </a:endParaRPr>
          </a:p>
          <a:p>
            <a:pPr marL="228600" marR="0" indent="-228600">
              <a:buFont typeface="Arial"/>
              <a:buAutoNum type="alphaUcPeriod"/>
              <a:defRPr/>
            </a:pPr>
            <a:r>
              <a:rPr lang="es-ES" sz="1600" b="0" i="0" strike="noStrike" cap="none" baseline="0">
                <a:solidFill>
                  <a:srgbClr val="000000"/>
                </a:solidFill>
                <a:effectLst/>
                <a:latin typeface="Segoe UI"/>
                <a:ea typeface="Segoe UI"/>
                <a:cs typeface="Segoe UI"/>
              </a:rPr>
              <a:t>VARCHAR(MAX)</a:t>
            </a:r>
            <a:endParaRPr sz="2600"/>
          </a:p>
        </p:txBody>
      </p:sp>
      <p:sp>
        <p:nvSpPr>
          <p:cNvPr id="2019106952" name="Oval 10"/>
          <p:cNvSpPr/>
          <p:nvPr/>
        </p:nvSpPr>
        <p:spPr bwMode="auto">
          <a:xfrm>
            <a:off x="697223" y="3862417"/>
            <a:ext cx="636371" cy="6363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585531642" name="Text Placeholder 43"/>
          <p:cNvSpPr txBox="1"/>
          <p:nvPr/>
        </p:nvSpPr>
        <p:spPr bwMode="auto">
          <a:xfrm>
            <a:off x="1641206" y="3860982"/>
            <a:ext cx="9217198" cy="2242802"/>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5" indent="-234950"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3" algn="l" defTabSz="914400" rtl="0">
              <a:lnSpc>
                <a:spcPct val="100000"/>
              </a:lnSpc>
              <a:spcBef>
                <a:spcPct val="0"/>
              </a:spcBef>
              <a:buFont typeface="Arial"/>
              <a:buChar char="•"/>
              <a:defRPr sz="2000">
                <a:solidFill>
                  <a:schemeClr val="tx1"/>
                </a:solidFill>
                <a:latin typeface="Segoe UI"/>
                <a:ea typeface="+mn-ea"/>
                <a:cs typeface="Segoe UI"/>
              </a:defRPr>
            </a:lvl3pPr>
            <a:lvl4pPr marL="1141413" indent="-169862" algn="l" defTabSz="914400" rtl="0">
              <a:lnSpc>
                <a:spcPct val="100000"/>
              </a:lnSpc>
              <a:spcBef>
                <a:spcPct val="0"/>
              </a:spcBef>
              <a:buFont typeface="Arial"/>
              <a:buChar char="•"/>
              <a:defRPr sz="1800">
                <a:solidFill>
                  <a:schemeClr val="tx1"/>
                </a:solidFill>
                <a:latin typeface="Segoe UI"/>
                <a:ea typeface="+mn-ea"/>
                <a:cs typeface="Segoe UI"/>
              </a:defRPr>
            </a:lvl4pPr>
            <a:lvl5pPr marL="1376363" indent="-179388" algn="l" defTabSz="914400" rtl="0">
              <a:lnSpc>
                <a:spcPct val="100000"/>
              </a:lnSpc>
              <a:spcBef>
                <a:spcPct val="0"/>
              </a:spcBef>
              <a:buFont typeface="Arial"/>
              <a:buChar char="•"/>
              <a:defRPr sz="1800">
                <a:solidFill>
                  <a:schemeClr val="tx1"/>
                </a:solidFill>
                <a:latin typeface="Segoe UI"/>
                <a:ea typeface="+mn-ea"/>
                <a:cs typeface="Segoe UI"/>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lnSpc>
                <a:spcPct val="110000"/>
              </a:lnSpc>
              <a:spcAft>
                <a:spcPts val="600"/>
              </a:spcAft>
              <a:buNone/>
              <a:defRPr/>
            </a:pPr>
            <a:r>
              <a:rPr lang="es-ES" sz="1600" b="0" i="0" strike="noStrike" cap="none" baseline="0">
                <a:solidFill>
                  <a:srgbClr val="000000"/>
                </a:solidFill>
                <a:effectLst/>
                <a:latin typeface="Segoe UI"/>
                <a:ea typeface="Segoe UI"/>
                <a:cs typeface="Segoe UI"/>
              </a:rPr>
              <a:t>Tu aplicación crea muchas conexiones de base de datos de corta duración durante la inferencia de IA. ¿Qué enfoque mejora el rendimiento?</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Abrir una nueva conexión para cada mensaje y cerrar inmediatamente</a:t>
            </a:r>
            <a:endParaRPr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Usar un ConnectionPool para mantener conexiones reutilizables</a:t>
            </a:r>
            <a:endParaRPr sz="1600" b="0" i="0" u="none" strike="noStrike" cap="none" spc="0">
              <a:solidFill>
                <a:schemeClr val="tx1"/>
              </a:solidFill>
              <a:latin typeface="Segoe UI"/>
              <a:cs typeface="Segoe UI"/>
            </a:endParaRPr>
          </a:p>
          <a:p>
            <a:pPr marL="228600" marR="0" indent="-228600">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Mantener abierta una única conexión global durante toda la duración de la aplicación</a:t>
            </a:r>
            <a:endParaRPr sz="260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249266866" name="Title 16"/>
          <p:cNvSpPr txBox="1">
            <a:spLocks noGrp="1"/>
          </p:cNvSpPr>
          <p:nvPr>
            <p:ph type="title"/>
          </p:nvPr>
        </p:nvSpPr>
        <p:spPr bwMode="auto">
          <a:xfrm>
            <a:off x="457200" y="411480"/>
            <a:ext cx="11222610" cy="553998"/>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mj-lt"/>
                <a:ea typeface="+mn-ea"/>
                <a:cs typeface="Segoe UI Semibold"/>
              </a:rPr>
              <a:t> check </a:t>
            </a:r>
            <a:endParaRPr/>
          </a:p>
        </p:txBody>
      </p:sp>
      <p:sp>
        <p:nvSpPr>
          <p:cNvPr id="2110092316" name="Text Placeholder 1"/>
          <p:cNvSpPr>
            <a:spLocks noGrp="1"/>
          </p:cNvSpPr>
          <p:nvPr>
            <p:ph type="body" sz="quarter" idx="4294967295"/>
          </p:nvPr>
        </p:nvSpPr>
        <p:spPr bwMode="auto">
          <a:xfrm>
            <a:off x="4798236" y="2051473"/>
            <a:ext cx="6733170" cy="3231239"/>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a:latin typeface="Segoe UI"/>
                <a:ea typeface="Segoe UI"/>
                <a:cs typeface="Segoe UI"/>
              </a:rPr>
              <a:t>As a PostgreSQL expert, please create three multiple-choice questions that assess knowledge of building queries and SDK integration for Azure Database for PostgreSQL. Present one question at a time and wait for my response before continuing. After each answer, provide a brief explanation of the correct choice before moving on to the next question.</a:t>
            </a:r>
            <a:endParaRPr/>
          </a:p>
        </p:txBody>
      </p:sp>
      <p:pic>
        <p:nvPicPr>
          <p:cNvPr id="2004430052"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2"/>
            <a:ext cx="3726421" cy="3257795"/>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1180831"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1</a:t>
            </a:r>
            <a:endParaRPr sz="2800"/>
          </a:p>
        </p:txBody>
      </p:sp>
      <p:sp>
        <p:nvSpPr>
          <p:cNvPr id="62793229" name="Rounded Rectangle 3_1"/>
          <p:cNvSpPr/>
          <p:nvPr/>
        </p:nvSpPr>
        <p:spPr bwMode="auto">
          <a:xfrm>
            <a:off x="594774" y="1097168"/>
            <a:ext cx="10618657" cy="4328362"/>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200"/>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87547530" name="TextBox 2"/>
          <p:cNvSpPr txBox="1"/>
          <p:nvPr/>
        </p:nvSpPr>
        <p:spPr bwMode="auto">
          <a:xfrm>
            <a:off x="889962" y="1272540"/>
            <a:ext cx="9828024" cy="3993309"/>
          </a:xfrm>
          <a:prstGeom prst="rect">
            <a:avLst/>
          </a:prstGeom>
          <a:noFill/>
        </p:spPr>
        <p:txBody>
          <a:bodyPr wrap="square" lIns="91440" tIns="45720" rIns="91440" bIns="45720" anchor="t">
            <a:noAutofit/>
          </a:bodyPr>
          <a:lstStyle/>
          <a:p>
            <a:pPr marL="228600" marR="0" lvl="0" indent="-228600">
              <a:spcAft>
                <a:spcPts val="647"/>
              </a:spcAft>
              <a:buFont typeface="Arial"/>
              <a:buChar char="•"/>
              <a:defRPr/>
            </a:pPr>
            <a:r>
              <a:rPr lang="es-ES" sz="1800" b="0" i="0" strike="noStrike" cap="none" baseline="0" dirty="0">
                <a:solidFill>
                  <a:srgbClr val="000000"/>
                </a:solidFill>
                <a:effectLst/>
                <a:latin typeface="Segoe UI Semibold"/>
                <a:ea typeface="Segoe UI Semibold"/>
                <a:cs typeface="Segoe UI Semibold"/>
              </a:rPr>
              <a:t>Selección del nivel de proceso:</a:t>
            </a:r>
            <a:r>
              <a:rPr lang="es-ES" sz="1800" b="0" i="0" strike="noStrike" cap="none" baseline="0" dirty="0">
                <a:solidFill>
                  <a:srgbClr val="000000"/>
                </a:solidFill>
                <a:effectLst/>
                <a:latin typeface="Segoe UI"/>
                <a:ea typeface="Segoe UI"/>
                <a:cs typeface="Segoe UI"/>
              </a:rPr>
              <a:t> asocia la carga de trabajo con Ampliable (desarrollo), De uso general (producción) u Optimizado para memoria (análisis)</a:t>
            </a:r>
            <a:endParaRPr sz="1800" dirty="0"/>
          </a:p>
          <a:p>
            <a:pPr marL="228600" marR="0" lvl="0" indent="-228600" algn="l">
              <a:lnSpc>
                <a:spcPct val="100000"/>
              </a:lnSpc>
              <a:spcBef>
                <a:spcPct val="0"/>
              </a:spcBef>
              <a:spcAft>
                <a:spcPts val="647"/>
              </a:spcAft>
              <a:buFont typeface="Arial"/>
              <a:buChar char="•"/>
              <a:defRPr/>
            </a:pPr>
            <a:r>
              <a:rPr lang="es-ES" sz="1800" b="0" i="0" strike="noStrike" cap="none" baseline="0" dirty="0">
                <a:solidFill>
                  <a:srgbClr val="000000"/>
                </a:solidFill>
                <a:effectLst/>
                <a:latin typeface="Segoe UI Semibold"/>
                <a:ea typeface="Segoe UI Semibold"/>
                <a:cs typeface="Segoe UI Semibold"/>
              </a:rPr>
              <a:t>Autenticación Entra:</a:t>
            </a:r>
            <a:r>
              <a:rPr lang="es-ES" sz="1800" b="0" i="0" strike="noStrike" cap="none" baseline="0" dirty="0">
                <a:solidFill>
                  <a:srgbClr val="000000"/>
                </a:solidFill>
                <a:effectLst/>
                <a:latin typeface="Segoe UI"/>
                <a:ea typeface="Segoe UI"/>
                <a:cs typeface="Segoe UI"/>
              </a:rPr>
              <a:t> el acceso basado en tokens elimina contraseñas almacenadas Usa </a:t>
            </a:r>
            <a:r>
              <a:rPr lang="es-ES" sz="1800" b="0" i="0" strike="noStrike" cap="none" baseline="0" dirty="0" err="1">
                <a:solidFill>
                  <a:srgbClr val="000000"/>
                </a:solidFill>
                <a:effectLst/>
                <a:latin typeface="Segoe UI"/>
                <a:ea typeface="Segoe UI"/>
                <a:cs typeface="Segoe UI"/>
              </a:rPr>
              <a:t>verify</a:t>
            </a:r>
            <a:r>
              <a:rPr lang="es-ES" sz="1800" b="0" i="0" strike="noStrike" cap="none" baseline="0" dirty="0">
                <a:solidFill>
                  <a:srgbClr val="000000"/>
                </a:solidFill>
                <a:effectLst/>
                <a:latin typeface="Segoe UI"/>
                <a:ea typeface="Segoe UI"/>
                <a:cs typeface="Segoe UI"/>
              </a:rPr>
              <a:t>-full SSL en producción</a:t>
            </a:r>
            <a:endParaRPr sz="1800" dirty="0"/>
          </a:p>
          <a:p>
            <a:pPr marL="228600" marR="0" lvl="0" indent="-228600" algn="l">
              <a:lnSpc>
                <a:spcPct val="100000"/>
              </a:lnSpc>
              <a:spcBef>
                <a:spcPct val="0"/>
              </a:spcBef>
              <a:spcAft>
                <a:spcPts val="647"/>
              </a:spcAft>
              <a:buFont typeface="Arial"/>
              <a:buChar char="•"/>
              <a:defRPr/>
            </a:pPr>
            <a:r>
              <a:rPr lang="es-ES" sz="1800" b="0" i="0" strike="noStrike" cap="none" baseline="0" dirty="0">
                <a:solidFill>
                  <a:srgbClr val="000000"/>
                </a:solidFill>
                <a:effectLst/>
                <a:latin typeface="Segoe UI Semibold"/>
                <a:ea typeface="Segoe UI Semibold"/>
                <a:cs typeface="Segoe UI Semibold"/>
              </a:rPr>
              <a:t>Diseño de esquema:</a:t>
            </a:r>
            <a:r>
              <a:rPr lang="es-ES" sz="1800" b="0" i="0" strike="noStrike" cap="none" baseline="0" dirty="0">
                <a:solidFill>
                  <a:srgbClr val="000000"/>
                </a:solidFill>
                <a:effectLst/>
                <a:latin typeface="Segoe UI"/>
                <a:ea typeface="Segoe UI"/>
                <a:cs typeface="Segoe UI"/>
              </a:rPr>
              <a:t> BIGSERIAL para incremento automático, JSONB para metadatos flexibles y restricciones que aplican integridad en el nivel de base de datos</a:t>
            </a:r>
            <a:endParaRPr sz="1800" dirty="0"/>
          </a:p>
          <a:p>
            <a:pPr marL="228600" marR="0" lvl="0" indent="-228600" algn="l">
              <a:lnSpc>
                <a:spcPct val="100000"/>
              </a:lnSpc>
              <a:spcBef>
                <a:spcPct val="0"/>
              </a:spcBef>
              <a:spcAft>
                <a:spcPts val="647"/>
              </a:spcAft>
              <a:buFont typeface="Arial"/>
              <a:buChar char="•"/>
              <a:defRPr/>
            </a:pPr>
            <a:r>
              <a:rPr lang="es-ES" sz="1800" b="0" i="0" strike="noStrike" cap="none" baseline="0" dirty="0">
                <a:solidFill>
                  <a:srgbClr val="000000"/>
                </a:solidFill>
                <a:effectLst/>
                <a:latin typeface="Segoe UI Semibold"/>
                <a:ea typeface="Segoe UI Semibold"/>
                <a:cs typeface="Segoe UI Semibold"/>
              </a:rPr>
              <a:t>Paginación del conjunto de claves:</a:t>
            </a:r>
            <a:r>
              <a:rPr lang="es-ES" sz="1800" b="0" i="0" strike="noStrike" cap="none" baseline="0" dirty="0">
                <a:solidFill>
                  <a:srgbClr val="000000"/>
                </a:solidFill>
                <a:effectLst/>
                <a:latin typeface="Segoe UI"/>
                <a:ea typeface="Segoe UI"/>
                <a:cs typeface="Segoe UI"/>
              </a:rPr>
              <a:t> evita la penalización del rendimiento OFFSET en tablas grandes Realiza un seguimiento de los valores vistos por última vez en lugar de los números de página.</a:t>
            </a:r>
            <a:endParaRPr sz="1800" dirty="0"/>
          </a:p>
          <a:p>
            <a:pPr marL="228600" marR="0" lvl="0" indent="-228600" algn="l">
              <a:lnSpc>
                <a:spcPct val="100000"/>
              </a:lnSpc>
              <a:spcBef>
                <a:spcPct val="0"/>
              </a:spcBef>
              <a:spcAft>
                <a:spcPts val="647"/>
              </a:spcAft>
              <a:buFont typeface="Arial"/>
              <a:buChar char="•"/>
              <a:defRPr/>
            </a:pPr>
            <a:r>
              <a:rPr lang="es-ES" sz="1800" b="0" i="0" strike="noStrike" cap="none" baseline="0" dirty="0" err="1">
                <a:solidFill>
                  <a:srgbClr val="000000"/>
                </a:solidFill>
                <a:effectLst/>
                <a:latin typeface="Segoe UI Semibold"/>
                <a:ea typeface="Segoe UI Semibold"/>
                <a:cs typeface="Segoe UI Semibold"/>
              </a:rPr>
              <a:t>Upsert</a:t>
            </a:r>
            <a:r>
              <a:rPr lang="es-ES" sz="1800" b="0" i="0" strike="noStrike" cap="none" baseline="0" dirty="0">
                <a:solidFill>
                  <a:srgbClr val="000000"/>
                </a:solidFill>
                <a:effectLst/>
                <a:latin typeface="Segoe UI Semibold"/>
                <a:ea typeface="Segoe UI Semibold"/>
                <a:cs typeface="Segoe UI Semibold"/>
              </a:rPr>
              <a:t> con ON CONFLICT:</a:t>
            </a:r>
            <a:r>
              <a:rPr lang="es-ES" sz="1800" b="0" i="0" strike="noStrike" cap="none" baseline="0" dirty="0">
                <a:solidFill>
                  <a:srgbClr val="000000"/>
                </a:solidFill>
                <a:effectLst/>
                <a:latin typeface="Segoe UI"/>
                <a:ea typeface="Segoe UI"/>
                <a:cs typeface="Segoe UI"/>
              </a:rPr>
              <a:t> habilita las operaciones de inserción o actualización idempotentes críticas para la administración de estados de IA</a:t>
            </a:r>
            <a:endParaRPr sz="1800" dirty="0"/>
          </a:p>
          <a:p>
            <a:pPr marL="228600" marR="0" indent="-228600" algn="l">
              <a:lnSpc>
                <a:spcPct val="100000"/>
              </a:lnSpc>
              <a:spcBef>
                <a:spcPct val="0"/>
              </a:spcBef>
              <a:spcAft>
                <a:spcPts val="647"/>
              </a:spcAft>
              <a:buFont typeface="Arial"/>
              <a:buChar char="•"/>
              <a:defRPr/>
            </a:pPr>
            <a:r>
              <a:rPr lang="es-ES" sz="1800" b="0" i="0" strike="noStrike" cap="none" baseline="0" dirty="0">
                <a:solidFill>
                  <a:srgbClr val="000000"/>
                </a:solidFill>
                <a:effectLst/>
                <a:latin typeface="Segoe UI Semibold"/>
                <a:ea typeface="Segoe UI Semibold"/>
                <a:cs typeface="Segoe UI Semibold"/>
              </a:rPr>
              <a:t>Agrupación de conexiones:</a:t>
            </a:r>
            <a:r>
              <a:rPr lang="es-ES" sz="1800" b="0" i="0" strike="noStrike" cap="none" baseline="0" dirty="0">
                <a:solidFill>
                  <a:srgbClr val="000000"/>
                </a:solidFill>
                <a:effectLst/>
                <a:latin typeface="Segoe UI"/>
                <a:ea typeface="Segoe UI"/>
                <a:cs typeface="Segoe UI"/>
              </a:rPr>
              <a:t> usa </a:t>
            </a:r>
            <a:r>
              <a:rPr lang="es-ES" sz="1800" b="0" i="0" strike="noStrike" cap="none" baseline="0" dirty="0" err="1">
                <a:solidFill>
                  <a:srgbClr val="000000"/>
                </a:solidFill>
                <a:effectLst/>
                <a:latin typeface="Segoe UI"/>
                <a:ea typeface="Segoe UI"/>
                <a:cs typeface="Segoe UI"/>
              </a:rPr>
              <a:t>ConnectionPool</a:t>
            </a:r>
            <a:r>
              <a:rPr lang="es-ES" sz="1800" b="0" i="0" strike="noStrike" cap="none" baseline="0" dirty="0">
                <a:solidFill>
                  <a:srgbClr val="000000"/>
                </a:solidFill>
                <a:effectLst/>
                <a:latin typeface="Segoe UI"/>
                <a:ea typeface="Segoe UI"/>
                <a:cs typeface="Segoe UI"/>
              </a:rPr>
              <a:t> </a:t>
            </a:r>
            <a:r>
              <a:rPr lang="es-ES" sz="1800" b="0" i="0" strike="noStrike" cap="none" baseline="0" dirty="0" err="1">
                <a:solidFill>
                  <a:srgbClr val="000000"/>
                </a:solidFill>
                <a:effectLst/>
                <a:latin typeface="Segoe UI"/>
                <a:ea typeface="Segoe UI"/>
                <a:cs typeface="Segoe UI"/>
              </a:rPr>
              <a:t>psycopg</a:t>
            </a:r>
            <a:r>
              <a:rPr lang="es-ES" sz="1800" b="0" i="0" strike="noStrike" cap="none" baseline="0" dirty="0">
                <a:solidFill>
                  <a:srgbClr val="000000"/>
                </a:solidFill>
                <a:effectLst/>
                <a:latin typeface="Segoe UI"/>
                <a:ea typeface="Segoe UI"/>
                <a:cs typeface="Segoe UI"/>
              </a:rPr>
              <a:t> y </a:t>
            </a:r>
            <a:r>
              <a:rPr lang="es-ES" sz="1800" b="0" i="0" strike="noStrike" cap="none" baseline="0" dirty="0" err="1">
                <a:solidFill>
                  <a:srgbClr val="000000"/>
                </a:solidFill>
                <a:effectLst/>
                <a:latin typeface="Segoe UI"/>
                <a:ea typeface="Segoe UI"/>
                <a:cs typeface="Segoe UI"/>
              </a:rPr>
              <a:t>PgBouncer</a:t>
            </a:r>
            <a:r>
              <a:rPr lang="es-ES" sz="1800" b="0" i="0" strike="noStrike" cap="none" baseline="0" dirty="0">
                <a:solidFill>
                  <a:srgbClr val="000000"/>
                </a:solidFill>
                <a:effectLst/>
                <a:latin typeface="Segoe UI"/>
                <a:ea typeface="Segoe UI"/>
                <a:cs typeface="Segoe UI"/>
              </a:rPr>
              <a:t> integrado para reducir la sobrecarga de conexión para cargas de trabajo de alto rendimiento</a:t>
            </a:r>
            <a:endParaRPr lang="en-US" sz="1400" dirty="0">
              <a:solidFill>
                <a:prstClr val="black"/>
              </a:solidFil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2425575" name="Title 3"/>
          <p:cNvSpPr>
            <a:spLocks noGrp="1"/>
          </p:cNvSpPr>
          <p:nvPr>
            <p:ph type="title"/>
          </p:nvPr>
        </p:nvSpPr>
        <p:spPr bwMode="auto">
          <a:xfrm>
            <a:off x="581339" y="1478280"/>
            <a:ext cx="5407981" cy="3771900"/>
          </a:xfrm>
        </p:spPr>
        <p:txBody>
          <a:bodyPr/>
          <a:lstStyle/>
          <a:p>
            <a:pPr>
              <a:defRPr/>
            </a:pPr>
            <a:r>
              <a:rPr lang="es-ES" sz="4100" b="0" i="0" strike="noStrike" cap="none" baseline="0" dirty="0">
                <a:solidFill>
                  <a:srgbClr val="000000"/>
                </a:solidFill>
                <a:effectLst/>
                <a:latin typeface="Segoe UI"/>
                <a:ea typeface="Segoe UI"/>
                <a:cs typeface="Segoe UI"/>
              </a:rPr>
              <a:t>Módulo 2: Implementación del vector de búsqueda </a:t>
            </a:r>
            <a:br>
              <a:rPr lang="es-ES" sz="4100" b="0" i="0" strike="noStrike" cap="none" baseline="0" dirty="0">
                <a:solidFill>
                  <a:srgbClr val="000000"/>
                </a:solidFill>
                <a:effectLst/>
                <a:latin typeface="Segoe UI"/>
                <a:ea typeface="Segoe UI"/>
                <a:cs typeface="Segoe UI"/>
              </a:rPr>
            </a:br>
            <a:r>
              <a:rPr lang="es-ES" sz="4100" b="0" i="0" strike="noStrike" cap="none" baseline="0" dirty="0">
                <a:solidFill>
                  <a:srgbClr val="000000"/>
                </a:solidFill>
                <a:effectLst/>
                <a:latin typeface="Segoe UI"/>
                <a:ea typeface="Segoe UI"/>
                <a:cs typeface="Segoe UI"/>
              </a:rPr>
              <a:t>con Azure </a:t>
            </a:r>
            <a:r>
              <a:rPr lang="es-ES" sz="4100" b="0" i="0" strike="noStrike" cap="none" baseline="0" dirty="0" err="1">
                <a:solidFill>
                  <a:srgbClr val="000000"/>
                </a:solidFill>
                <a:effectLst/>
                <a:latin typeface="Segoe UI"/>
                <a:ea typeface="Segoe UI"/>
                <a:cs typeface="Segoe UI"/>
              </a:rPr>
              <a:t>Database</a:t>
            </a:r>
            <a:r>
              <a:rPr lang="es-ES" sz="4100" b="0" i="0" strike="noStrike" cap="none" baseline="0" dirty="0">
                <a:solidFill>
                  <a:srgbClr val="000000"/>
                </a:solidFill>
                <a:effectLst/>
                <a:latin typeface="Segoe UI"/>
                <a:ea typeface="Segoe UI"/>
                <a:cs typeface="Segoe UI"/>
              </a:rPr>
              <a:t> </a:t>
            </a:r>
            <a:r>
              <a:rPr lang="es-ES" sz="4100" b="0" i="0" strike="noStrike" cap="none" baseline="0" dirty="0" err="1">
                <a:solidFill>
                  <a:srgbClr val="000000"/>
                </a:solidFill>
                <a:effectLst/>
                <a:latin typeface="Segoe UI"/>
                <a:ea typeface="Segoe UI"/>
                <a:cs typeface="Segoe UI"/>
              </a:rPr>
              <a:t>for</a:t>
            </a:r>
            <a:r>
              <a:rPr lang="es-ES" sz="4100" b="0" i="0" strike="noStrike" cap="none" baseline="0" dirty="0">
                <a:solidFill>
                  <a:srgbClr val="000000"/>
                </a:solidFill>
                <a:effectLst/>
                <a:latin typeface="Segoe UI"/>
                <a:ea typeface="Segoe UI"/>
                <a:cs typeface="Segoe UI"/>
              </a:rPr>
              <a:t> </a:t>
            </a:r>
            <a:br>
              <a:rPr lang="es-ES" sz="4100" b="0" i="0" strike="noStrike" cap="none" baseline="0" dirty="0">
                <a:solidFill>
                  <a:srgbClr val="000000"/>
                </a:solidFill>
                <a:effectLst/>
                <a:latin typeface="Segoe UI"/>
                <a:ea typeface="Segoe UI"/>
                <a:cs typeface="Segoe UI"/>
              </a:rPr>
            </a:br>
            <a:r>
              <a:rPr lang="es-ES" sz="4100" b="0" i="0" strike="noStrike" cap="none" baseline="0" dirty="0">
                <a:solidFill>
                  <a:srgbClr val="000000"/>
                </a:solidFill>
                <a:effectLst/>
                <a:latin typeface="Segoe UI"/>
                <a:ea typeface="Segoe UI"/>
                <a:cs typeface="Segoe UI"/>
              </a:rPr>
              <a:t>PostgreSQL</a:t>
            </a:r>
            <a:endParaRPr dirty="0"/>
          </a:p>
          <a:p>
            <a:pPr>
              <a:defRPr/>
            </a:pPr>
            <a:endParaRPr 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8553448"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2054015591" name="Content Placeholder 2"/>
          <p:cNvSpPr>
            <a:spLocks noGrp="1"/>
          </p:cNvSpPr>
          <p:nvPr>
            <p:ph sz="quarter" idx="10"/>
          </p:nvPr>
        </p:nvSpPr>
        <p:spPr bwMode="auto"/>
        <p:txBody>
          <a:bodyPr vert="horz" lIns="0" tIns="0" rIns="0" bIns="0" rtlCol="0" anchor="t">
            <a:normAutofit/>
          </a:bodyPr>
          <a:lstStyle/>
          <a:p>
            <a:pPr>
              <a:spcAft>
                <a:spcPts val="575"/>
              </a:spcAft>
              <a:defRPr/>
            </a:pPr>
            <a:r>
              <a:rPr lang="es-ES" sz="2400" b="0" i="0" strike="noStrike" cap="none" baseline="0">
                <a:solidFill>
                  <a:srgbClr val="000000"/>
                </a:solidFill>
                <a:effectLst/>
                <a:latin typeface="Segoe UI"/>
                <a:ea typeface="Segoe UI"/>
                <a:cs typeface="Segoe UI"/>
              </a:rPr>
              <a:t>Almacenar y consultar inserciones de vectores mediante la extensión pgvector</a:t>
            </a:r>
            <a:endParaRPr lang="en-US" sz="2400" b="0" i="0" u="none" strike="noStrike" cap="none" spc="0">
              <a:solidFill>
                <a:schemeClr val="tx1"/>
              </a:solidFill>
              <a:latin typeface="Segoe UI"/>
              <a:cs typeface="Segoe UI"/>
            </a:endParaRPr>
          </a:p>
          <a:p>
            <a:pPr>
              <a:spcAft>
                <a:spcPts val="575"/>
              </a:spcAft>
              <a:defRPr/>
            </a:pPr>
            <a:r>
              <a:rPr lang="es-ES" sz="2400" b="0" i="0" strike="noStrike" cap="none" baseline="0">
                <a:solidFill>
                  <a:srgbClr val="000000"/>
                </a:solidFill>
                <a:effectLst/>
                <a:latin typeface="Segoe UI"/>
                <a:ea typeface="Segoe UI"/>
                <a:cs typeface="Segoe UI"/>
              </a:rPr>
              <a:t>Ejecutar búsquedas de similitud vectorial con el uso de diferentes métricas de distancia</a:t>
            </a:r>
            <a:endParaRPr lang="en-US" sz="2400" b="0" i="0" u="none" strike="noStrike" cap="none" spc="0">
              <a:solidFill>
                <a:schemeClr val="tx1"/>
              </a:solidFill>
              <a:latin typeface="Segoe UI"/>
              <a:cs typeface="Segoe UI"/>
            </a:endParaRPr>
          </a:p>
          <a:p>
            <a:pPr>
              <a:spcAft>
                <a:spcPts val="575"/>
              </a:spcAft>
              <a:defRPr/>
            </a:pPr>
            <a:r>
              <a:rPr lang="es-ES" sz="2400" b="0" i="0" strike="noStrike" cap="none" baseline="0">
                <a:solidFill>
                  <a:srgbClr val="000000"/>
                </a:solidFill>
                <a:effectLst/>
                <a:latin typeface="Segoe UI"/>
                <a:ea typeface="Segoe UI"/>
                <a:cs typeface="Segoe UI"/>
              </a:rPr>
              <a:t>Crear y administrar índices vectoriales para optimizar el rendimiento de la búsqueda</a:t>
            </a:r>
            <a:endParaRPr lang="en-US" sz="2400" b="0" i="0" u="none" strike="noStrike" cap="none" spc="0">
              <a:solidFill>
                <a:schemeClr val="tx1"/>
              </a:solidFill>
              <a:latin typeface="Segoe UI"/>
              <a:cs typeface="Segoe UI"/>
            </a:endParaRPr>
          </a:p>
          <a:p>
            <a:pPr>
              <a:spcAft>
                <a:spcPts val="575"/>
              </a:spcAft>
              <a:defRPr/>
            </a:pPr>
            <a:r>
              <a:rPr lang="es-ES" sz="2400" b="0" i="0" strike="noStrike" cap="none" baseline="0">
                <a:solidFill>
                  <a:srgbClr val="000000"/>
                </a:solidFill>
                <a:effectLst/>
                <a:latin typeface="Segoe UI"/>
                <a:ea typeface="Segoe UI"/>
                <a:cs typeface="Segoe UI"/>
              </a:rPr>
              <a:t>Implementar estrategias de actualización de inserción</a:t>
            </a:r>
            <a:endParaRPr lang="en-US" sz="2400" b="0" i="0" u="none" strike="noStrike" cap="none" spc="0">
              <a:solidFill>
                <a:schemeClr val="tx1"/>
              </a:solidFill>
              <a:latin typeface="Segoe UI"/>
              <a:cs typeface="Segoe UI"/>
            </a:endParaRPr>
          </a:p>
          <a:p>
            <a:pPr>
              <a:spcAft>
                <a:spcPts val="575"/>
              </a:spcAft>
              <a:defRPr/>
            </a:pPr>
            <a:r>
              <a:rPr lang="es-ES" sz="2400" b="0" i="0" strike="noStrike" cap="none" baseline="0">
                <a:solidFill>
                  <a:srgbClr val="000000"/>
                </a:solidFill>
                <a:effectLst/>
                <a:latin typeface="Segoe UI"/>
                <a:ea typeface="Segoe UI"/>
                <a:cs typeface="Segoe UI"/>
              </a:rPr>
              <a:t>Crear patrones de recuperación que integren el vector de búsqueda de PostgreSQL con canalizaciones RAG</a:t>
            </a:r>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3244288"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1274642524" name="Content Placeholder 3"/>
          <p:cNvSpPr>
            <a:spLocks noGrp="1"/>
          </p:cNvSpPr>
          <p:nvPr>
            <p:ph sz="quarter" idx="10"/>
          </p:nvPr>
        </p:nvSpPr>
        <p:spPr bwMode="auto">
          <a:xfrm>
            <a:off x="457199" y="1235073"/>
            <a:ext cx="8938661" cy="4816473"/>
          </a:xfrm>
        </p:spPr>
        <p:txBody>
          <a:bodyPr vert="horz" lIns="0" tIns="0" rIns="0" bIns="0" rtlCol="0" anchor="t">
            <a:normAutofit/>
          </a:bodyPr>
          <a:lstStyle/>
          <a:p>
            <a:pPr>
              <a:spcAft>
                <a:spcPts val="1727"/>
              </a:spcAft>
              <a:defRPr/>
            </a:pPr>
            <a:r>
              <a:rPr lang="es-ES" sz="2400" b="0" i="0" strike="noStrike" cap="none" baseline="0">
                <a:solidFill>
                  <a:srgbClr val="000000"/>
                </a:solidFill>
                <a:effectLst/>
                <a:latin typeface="Segoe UI"/>
                <a:ea typeface="Segoe UI"/>
                <a:cs typeface="Segoe UI"/>
              </a:rPr>
              <a:t>pgvector agrega tipos de vectores y operadores de similitud directamente en PostgreSQL</a:t>
            </a:r>
            <a:endParaRPr lang="en-US" sz="2400" b="0" i="0" u="none" strike="noStrike" cap="none" spc="0">
              <a:solidFill>
                <a:schemeClr val="tx1"/>
              </a:solidFill>
              <a:latin typeface="Segoe UI"/>
              <a:cs typeface="Segoe UI"/>
            </a:endParaRPr>
          </a:p>
          <a:p>
            <a:pPr>
              <a:spcAft>
                <a:spcPts val="1727"/>
              </a:spcAft>
              <a:defRPr/>
            </a:pPr>
            <a:r>
              <a:rPr lang="es-ES" sz="2400" b="0" i="0" strike="noStrike" cap="none" baseline="0">
                <a:solidFill>
                  <a:srgbClr val="000000"/>
                </a:solidFill>
                <a:effectLst/>
                <a:latin typeface="Segoe UI"/>
                <a:ea typeface="Segoe UI"/>
                <a:cs typeface="Segoe UI"/>
              </a:rPr>
              <a:t>Almacenamiento de inserciones junto con datos relacionales sin una base de datos de vectores independiente</a:t>
            </a:r>
            <a:endParaRPr lang="en-US" sz="2400" b="0" i="0" u="none" strike="noStrike" cap="none" spc="0">
              <a:solidFill>
                <a:schemeClr val="tx1"/>
              </a:solidFill>
              <a:latin typeface="Segoe UI"/>
              <a:cs typeface="Segoe UI"/>
            </a:endParaRPr>
          </a:p>
          <a:p>
            <a:pPr>
              <a:spcAft>
                <a:spcPts val="1727"/>
              </a:spcAft>
              <a:defRPr/>
            </a:pPr>
            <a:r>
              <a:rPr lang="es-ES" sz="2400" b="0" i="0" strike="noStrike" cap="none" baseline="0">
                <a:solidFill>
                  <a:srgbClr val="000000"/>
                </a:solidFill>
                <a:effectLst/>
                <a:latin typeface="Segoe UI"/>
                <a:ea typeface="Segoe UI"/>
                <a:cs typeface="Segoe UI"/>
              </a:rPr>
              <a:t>Admite la búsqueda semántica, las recomendaciones y las canalizaciones RAG</a:t>
            </a:r>
            <a:endParaRPr lang="en-US" sz="2400" b="0" i="0" u="none" strike="noStrike" cap="none" spc="0">
              <a:solidFill>
                <a:schemeClr val="tx1"/>
              </a:solidFill>
              <a:latin typeface="Segoe UI"/>
              <a:cs typeface="Segoe UI"/>
            </a:endParaRPr>
          </a:p>
          <a:p>
            <a:pPr>
              <a:spcAft>
                <a:spcPts val="1727"/>
              </a:spcAft>
              <a:defRPr/>
            </a:pPr>
            <a:r>
              <a:rPr lang="es-ES" sz="2400" b="0" i="0" strike="noStrike" cap="none" baseline="0">
                <a:solidFill>
                  <a:srgbClr val="000000"/>
                </a:solidFill>
                <a:effectLst/>
                <a:latin typeface="Segoe UI"/>
                <a:ea typeface="Segoe UI"/>
                <a:cs typeface="Segoe UI"/>
              </a:rPr>
              <a:t>Dos tipos de índice ANN (IVFFlat y HNSW) para el rendimiento a escala de producción</a:t>
            </a:r>
            <a:endParaRPr sz="2400"/>
          </a:p>
        </p:txBody>
      </p:sp>
      <p:pic>
        <p:nvPicPr>
          <p:cNvPr id="1606961148" name="Picture 1">
            <a:extLst>
              <a:ext uri="{C183D7F6-B498-43B3-948B-1728B52AA6E4}">
                <adec:decorative xmlns:adec="http://schemas.microsoft.com/office/drawing/2017/decorative" val="1"/>
              </a:ext>
            </a:extLst>
          </p:cNvPr>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10001303" y="3256976"/>
            <a:ext cx="1956454" cy="3175609"/>
          </a:xfrm>
          <a:prstGeom prst="rect">
            <a:avLst/>
          </a:prstGeom>
          <a:noFill/>
          <a:ln w="9525">
            <a:noFill/>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5939857"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Almacenamiento y consulta de inserciones con pgvector</a:t>
            </a:r>
            <a:endParaRPr lang="en-US"/>
          </a:p>
        </p:txBody>
      </p:sp>
      <p:sp>
        <p:nvSpPr>
          <p:cNvPr id="303645813" name="Content Placeholder 2"/>
          <p:cNvSpPr>
            <a:spLocks noGrp="1"/>
          </p:cNvSpPr>
          <p:nvPr>
            <p:ph sz="quarter" idx="10"/>
          </p:nvPr>
        </p:nvSpPr>
        <p:spPr bwMode="auto">
          <a:xfrm>
            <a:off x="457200" y="1224914"/>
            <a:ext cx="4945380" cy="4414384"/>
          </a:xfrm>
        </p:spPr>
        <p:txBody>
          <a:bodyPr vert="horz" wrap="square" lIns="45720" tIns="0" rIns="0" bIns="0" rtlCol="0" anchor="t">
            <a:noAutofit/>
          </a:bodyPr>
          <a:lstStyle/>
          <a:p>
            <a:pPr marL="0" indent="0">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Diseño del esquema:</a:t>
            </a:r>
            <a:endParaRPr sz="2000" b="0" i="0" u="none" strike="noStrike" cap="none" spc="0" dirty="0">
              <a:solidFill>
                <a:schemeClr val="tx1"/>
              </a:solidFill>
              <a:latin typeface="Segoe UI"/>
              <a:cs typeface="Segoe UI"/>
            </a:endParaRPr>
          </a:p>
          <a:p>
            <a:pPr marL="228600" marR="0" indent="-228600">
              <a:spcAft>
                <a:spcPts val="359"/>
              </a:spcAft>
              <a:defRPr/>
            </a:pPr>
            <a:r>
              <a:rPr lang="es-ES" sz="1800" b="0" i="0" strike="noStrike" cap="none" baseline="0" dirty="0">
                <a:solidFill>
                  <a:srgbClr val="000000"/>
                </a:solidFill>
                <a:effectLst/>
                <a:latin typeface="Segoe UI"/>
                <a:ea typeface="Segoe UI"/>
                <a:cs typeface="Segoe UI"/>
              </a:rPr>
              <a:t>Definición de columnas con </a:t>
            </a:r>
            <a:r>
              <a:rPr lang="es-ES" sz="1800" b="0" i="0" strike="noStrike" cap="none" baseline="0" dirty="0">
                <a:solidFill>
                  <a:srgbClr val="000000"/>
                </a:solidFill>
                <a:effectLst/>
                <a:latin typeface="Consolas"/>
                <a:ea typeface="Consolas"/>
                <a:cs typeface="Consolas"/>
              </a:rPr>
              <a:t>vector(n)</a:t>
            </a:r>
            <a:r>
              <a:rPr lang="es-ES" sz="1800" b="0" i="0" strike="noStrike" cap="none" baseline="0" dirty="0">
                <a:solidFill>
                  <a:srgbClr val="000000"/>
                </a:solidFill>
                <a:effectLst/>
                <a:latin typeface="Segoe UI"/>
                <a:ea typeface="Segoe UI"/>
                <a:cs typeface="Segoe UI"/>
              </a:rPr>
              <a:t> que coincidan con las dimensiones de salida de tu modelo</a:t>
            </a:r>
            <a:endParaRPr sz="1800" b="0" i="0" u="none" strike="noStrike" cap="none" spc="0" dirty="0">
              <a:solidFill>
                <a:schemeClr val="tx1"/>
              </a:solidFill>
              <a:latin typeface="Segoe UI"/>
              <a:cs typeface="Segoe UI"/>
            </a:endParaRPr>
          </a:p>
          <a:p>
            <a:pPr marL="228600" marR="0" indent="-228600">
              <a:spcAft>
                <a:spcPts val="359"/>
              </a:spcAft>
              <a:defRPr/>
            </a:pPr>
            <a:r>
              <a:rPr lang="es-ES" sz="1800" b="0" i="0" strike="noStrike" cap="none" baseline="0" dirty="0">
                <a:solidFill>
                  <a:srgbClr val="000000"/>
                </a:solidFill>
                <a:effectLst/>
                <a:latin typeface="Segoe UI"/>
                <a:ea typeface="Segoe UI"/>
                <a:cs typeface="Segoe UI"/>
              </a:rPr>
              <a:t>Almacenamiento de inserciones en la misma fila que los metadatos para la recuperación de consultas únicas</a:t>
            </a:r>
            <a:endParaRPr sz="2000" b="0" i="0" u="none" strike="noStrike" cap="none" spc="0" dirty="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000" b="0" i="0" strike="noStrike" cap="none" baseline="0" dirty="0">
                <a:solidFill>
                  <a:srgbClr val="000000"/>
                </a:solidFill>
                <a:effectLst/>
                <a:latin typeface="Segoe UI Semibold"/>
                <a:ea typeface="Segoe UI Semibold"/>
                <a:cs typeface="Segoe UI Semibold"/>
              </a:rPr>
              <a:t>Operadores de distancia:</a:t>
            </a:r>
            <a:endParaRPr sz="20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Font typeface="Arial"/>
              <a:buChar char="•"/>
              <a:defRPr/>
            </a:pPr>
            <a:r>
              <a:rPr lang="es-ES" sz="1800" b="0" i="0" strike="noStrike" cap="none" baseline="0" dirty="0">
                <a:solidFill>
                  <a:srgbClr val="000000"/>
                </a:solidFill>
                <a:effectLst/>
                <a:latin typeface="Consolas"/>
                <a:ea typeface="Consolas"/>
                <a:cs typeface="Consolas"/>
              </a:rPr>
              <a:t>&lt;-&gt;</a:t>
            </a:r>
            <a:r>
              <a:rPr lang="es-ES" sz="1800" b="0" i="0" strike="noStrike" cap="none" baseline="0" dirty="0">
                <a:solidFill>
                  <a:srgbClr val="000000"/>
                </a:solidFill>
                <a:effectLst/>
                <a:latin typeface="Segoe UI"/>
                <a:ea typeface="Segoe UI"/>
                <a:cs typeface="Segoe UI"/>
              </a:rPr>
              <a:t> Distancia (euclidiana) L2</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Font typeface="Arial"/>
              <a:buChar char="•"/>
              <a:defRPr/>
            </a:pPr>
            <a:r>
              <a:rPr lang="es-ES" sz="1800" b="0" i="0" strike="noStrike" cap="none" baseline="0" dirty="0">
                <a:solidFill>
                  <a:srgbClr val="000000"/>
                </a:solidFill>
                <a:effectLst/>
                <a:latin typeface="Consolas"/>
                <a:ea typeface="Consolas"/>
                <a:cs typeface="Consolas"/>
              </a:rPr>
              <a:t>&lt;=&gt;</a:t>
            </a:r>
            <a:r>
              <a:rPr lang="es-ES" sz="1800" b="0" i="0" strike="noStrike" cap="none" baseline="0" dirty="0">
                <a:solidFill>
                  <a:srgbClr val="000000"/>
                </a:solidFill>
                <a:effectLst/>
                <a:latin typeface="Segoe UI"/>
                <a:ea typeface="Segoe UI"/>
                <a:cs typeface="Segoe UI"/>
              </a:rPr>
              <a:t> Distancia de coseno, más común para las incrustaciones de texto</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Font typeface="Arial"/>
              <a:buChar char="•"/>
              <a:defRPr/>
            </a:pPr>
            <a:r>
              <a:rPr lang="es-ES" sz="1800" b="0" i="0" strike="noStrike" cap="none" baseline="0" dirty="0">
                <a:solidFill>
                  <a:srgbClr val="000000"/>
                </a:solidFill>
                <a:effectLst/>
                <a:latin typeface="Consolas"/>
                <a:ea typeface="Consolas"/>
                <a:cs typeface="Consolas"/>
              </a:rPr>
              <a:t>&lt;#&gt;</a:t>
            </a:r>
            <a:r>
              <a:rPr lang="es-ES" sz="1800" b="0" i="0" strike="noStrike" cap="none" baseline="0" dirty="0">
                <a:solidFill>
                  <a:srgbClr val="000000"/>
                </a:solidFill>
                <a:effectLst/>
                <a:latin typeface="Segoe UI"/>
                <a:ea typeface="Segoe UI"/>
                <a:cs typeface="Segoe UI"/>
              </a:rPr>
              <a:t> Producto interno negativo</a:t>
            </a:r>
            <a:endParaRPr dirty="0"/>
          </a:p>
        </p:txBody>
      </p:sp>
      <p:sp>
        <p:nvSpPr>
          <p:cNvPr id="828373143" name="TextBox 2"/>
          <p:cNvSpPr txBox="1"/>
          <p:nvPr/>
        </p:nvSpPr>
        <p:spPr bwMode="auto">
          <a:xfrm>
            <a:off x="6432808" y="1224914"/>
            <a:ext cx="5172363" cy="4405828"/>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defRPr/>
            </a:pPr>
            <a:r>
              <a:rPr lang="es-ES" sz="1800" b="0" i="0" strike="noStrike" cap="none" baseline="0">
                <a:solidFill>
                  <a:srgbClr val="0000FF"/>
                </a:solidFill>
                <a:effectLst/>
                <a:latin typeface="Consolas"/>
                <a:ea typeface="Consolas"/>
                <a:cs typeface="Consolas"/>
              </a:rPr>
              <a:t>CREATETABLE</a:t>
            </a:r>
            <a:r>
              <a:rPr lang="es-ES" sz="1800" b="0" i="0" strike="noStrike" cap="none" baseline="0">
                <a:solidFill>
                  <a:srgbClr val="000000"/>
                </a:solidFill>
                <a:effectLst/>
                <a:latin typeface="Consolas"/>
                <a:ea typeface="Consolas"/>
                <a:cs typeface="Consolas"/>
              </a:rPr>
              <a:t> documents (</a:t>
            </a:r>
            <a:endParaRPr sz="2400"/>
          </a:p>
          <a:p>
            <a:pPr>
              <a:defRPr/>
            </a:pPr>
            <a:r>
              <a:rPr lang="es-ES" sz="1800" b="0" i="0" strike="noStrike" cap="none" baseline="0">
                <a:solidFill>
                  <a:srgbClr val="000000"/>
                </a:solidFill>
                <a:effectLst/>
                <a:latin typeface="Consolas"/>
                <a:ea typeface="Consolas"/>
                <a:cs typeface="Consolas"/>
              </a:rPr>
              <a:t> id </a:t>
            </a:r>
            <a:r>
              <a:rPr lang="es-ES" sz="1800" b="0" i="0" strike="noStrike" cap="none" baseline="0">
                <a:solidFill>
                  <a:srgbClr val="0000FF"/>
                </a:solidFill>
                <a:effectLst/>
                <a:latin typeface="Consolas"/>
                <a:ea typeface="Consolas"/>
                <a:cs typeface="Consolas"/>
              </a:rPr>
              <a:t>SERIALPRIMARY KEY</a:t>
            </a:r>
            <a:r>
              <a:rPr lang="es-ES" sz="1800" b="0" i="0" strike="noStrike" cap="none" baseline="0">
                <a:solidFill>
                  <a:srgbClr val="000000"/>
                </a:solidFill>
                <a:effectLst/>
                <a:latin typeface="Consolas"/>
                <a:ea typeface="Consolas"/>
                <a:cs typeface="Consolas"/>
              </a:rPr>
              <a:t>,</a:t>
            </a:r>
            <a:endParaRPr sz="2400"/>
          </a:p>
          <a:p>
            <a:pPr>
              <a:defRPr/>
            </a:pPr>
            <a:r>
              <a:rPr lang="es-ES" sz="1800" b="0" i="0" strike="noStrike" cap="none" baseline="0">
                <a:solidFill>
                  <a:srgbClr val="000000"/>
                </a:solidFill>
                <a:effectLst/>
                <a:latin typeface="Consolas"/>
                <a:ea typeface="Consolas"/>
                <a:cs typeface="Consolas"/>
              </a:rPr>
              <a:t> title </a:t>
            </a:r>
            <a:r>
              <a:rPr lang="es-ES" sz="1800" b="0" i="0" strike="noStrike" cap="none" baseline="0">
                <a:solidFill>
                  <a:srgbClr val="0000FF"/>
                </a:solidFill>
                <a:effectLst/>
                <a:latin typeface="Consolas"/>
                <a:ea typeface="Consolas"/>
                <a:cs typeface="Consolas"/>
              </a:rPr>
              <a:t>TEXTNOT NULL</a:t>
            </a:r>
            <a:r>
              <a:rPr lang="es-ES" sz="1800" b="0" i="0" strike="noStrike" cap="none" baseline="0">
                <a:solidFill>
                  <a:srgbClr val="000000"/>
                </a:solidFill>
                <a:effectLst/>
                <a:latin typeface="Consolas"/>
                <a:ea typeface="Consolas"/>
                <a:cs typeface="Consolas"/>
              </a:rPr>
              <a:t>,</a:t>
            </a:r>
            <a:endParaRPr sz="2400"/>
          </a:p>
          <a:p>
            <a:pPr>
              <a:defRPr/>
            </a:pPr>
            <a:r>
              <a:rPr lang="es-ES" sz="1800" b="0" i="0" strike="noStrike" cap="none" baseline="0">
                <a:solidFill>
                  <a:srgbClr val="000000"/>
                </a:solidFill>
                <a:effectLst/>
                <a:latin typeface="Consolas"/>
                <a:ea typeface="Consolas"/>
                <a:cs typeface="Consolas"/>
              </a:rPr>
              <a:t> content </a:t>
            </a:r>
            <a:r>
              <a:rPr lang="es-ES" sz="1800" b="0" i="0" strike="noStrike" cap="none" baseline="0">
                <a:solidFill>
                  <a:srgbClr val="0000FF"/>
                </a:solidFill>
                <a:effectLst/>
                <a:latin typeface="Consolas"/>
                <a:ea typeface="Consolas"/>
                <a:cs typeface="Consolas"/>
              </a:rPr>
              <a:t>TEXT</a:t>
            </a:r>
            <a:r>
              <a:rPr lang="es-ES" sz="1800" b="0" i="0" strike="noStrike" cap="none" baseline="0">
                <a:solidFill>
                  <a:srgbClr val="000000"/>
                </a:solidFill>
                <a:effectLst/>
                <a:latin typeface="Consolas"/>
                <a:ea typeface="Consolas"/>
                <a:cs typeface="Consolas"/>
              </a:rPr>
              <a:t>,</a:t>
            </a:r>
            <a:endParaRPr sz="2400"/>
          </a:p>
          <a:p>
            <a:pPr>
              <a:defRPr/>
            </a:pPr>
            <a:r>
              <a:rPr lang="es-ES" sz="1800" b="0" i="0" strike="noStrike" cap="none" baseline="0">
                <a:solidFill>
                  <a:srgbClr val="000000"/>
                </a:solidFill>
                <a:effectLst/>
                <a:latin typeface="Consolas"/>
                <a:ea typeface="Consolas"/>
                <a:cs typeface="Consolas"/>
              </a:rPr>
              <a:t> category </a:t>
            </a:r>
            <a:r>
              <a:rPr lang="es-ES" sz="1800" b="0" i="0" strike="noStrike" cap="none" baseline="0">
                <a:solidFill>
                  <a:srgbClr val="0000FF"/>
                </a:solidFill>
                <a:effectLst/>
                <a:latin typeface="Consolas"/>
                <a:ea typeface="Consolas"/>
                <a:cs typeface="Consolas"/>
              </a:rPr>
              <a:t>TEXT</a:t>
            </a:r>
            <a:r>
              <a:rPr lang="es-ES" sz="1800" b="0" i="0" strike="noStrike" cap="none" baseline="0">
                <a:solidFill>
                  <a:srgbClr val="000000"/>
                </a:solidFill>
                <a:effectLst/>
                <a:latin typeface="Consolas"/>
                <a:ea typeface="Consolas"/>
                <a:cs typeface="Consolas"/>
              </a:rPr>
              <a:t>,</a:t>
            </a:r>
            <a:endParaRPr sz="2400"/>
          </a:p>
          <a:p>
            <a:pPr>
              <a:defRPr/>
            </a:pPr>
            <a:r>
              <a:rPr lang="es-ES" sz="1800" b="0" i="0" strike="noStrike" cap="none" baseline="0">
                <a:solidFill>
                  <a:srgbClr val="000000"/>
                </a:solidFill>
                <a:effectLst/>
                <a:latin typeface="Consolas"/>
                <a:ea typeface="Consolas"/>
                <a:cs typeface="Consolas"/>
              </a:rPr>
              <a:t> embedding </a:t>
            </a:r>
            <a:r>
              <a:rPr lang="es-ES" sz="1800" b="0" i="0" strike="noStrike" cap="none" baseline="0">
                <a:solidFill>
                  <a:srgbClr val="0000FF"/>
                </a:solidFill>
                <a:effectLst/>
                <a:latin typeface="Consolas"/>
                <a:ea typeface="Consolas"/>
                <a:cs typeface="Consolas"/>
              </a:rPr>
              <a:t>vector</a:t>
            </a:r>
            <a:r>
              <a:rPr lang="es-ES" sz="1800" b="0" i="0" strike="noStrike" cap="none" baseline="0">
                <a:solidFill>
                  <a:srgbClr val="000000"/>
                </a:solidFill>
                <a:effectLst/>
                <a:latin typeface="Consolas"/>
                <a:ea typeface="Consolas"/>
                <a:cs typeface="Consolas"/>
              </a:rPr>
              <a:t>(</a:t>
            </a:r>
            <a:r>
              <a:rPr lang="es-ES" sz="1800" b="0" i="0" strike="noStrike" cap="none" baseline="0">
                <a:solidFill>
                  <a:srgbClr val="098658"/>
                </a:solidFill>
                <a:effectLst/>
                <a:latin typeface="Consolas"/>
                <a:ea typeface="Consolas"/>
                <a:cs typeface="Consolas"/>
              </a:rPr>
              <a:t>1536</a:t>
            </a:r>
            <a:r>
              <a:rPr lang="es-ES" sz="1800" b="0" i="0" strike="noStrike" cap="none" baseline="0">
                <a:solidFill>
                  <a:srgbClr val="000000"/>
                </a:solidFill>
                <a:effectLst/>
                <a:latin typeface="Consolas"/>
                <a:ea typeface="Consolas"/>
                <a:cs typeface="Consolas"/>
              </a:rPr>
              <a:t>)</a:t>
            </a:r>
            <a:endParaRPr sz="2400"/>
          </a:p>
          <a:p>
            <a:pPr>
              <a:defRPr/>
            </a:pPr>
            <a:r>
              <a:rPr sz="1800" b="0" i="0" u="none">
                <a:solidFill>
                  <a:srgbClr val="000000"/>
                </a:solidFill>
                <a:latin typeface="Consolas"/>
                <a:ea typeface="Consolas"/>
                <a:cs typeface="Consolas"/>
              </a:rPr>
              <a:t>);</a:t>
            </a:r>
            <a:endParaRPr sz="240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2443851"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Realizar búsqueda rápida de similitud de vectores</a:t>
            </a:r>
            <a:endParaRPr/>
          </a:p>
        </p:txBody>
      </p:sp>
      <p:sp>
        <p:nvSpPr>
          <p:cNvPr id="1676358340" name="TextBox 2"/>
          <p:cNvSpPr txBox="1"/>
          <p:nvPr/>
        </p:nvSpPr>
        <p:spPr bwMode="auto">
          <a:xfrm>
            <a:off x="457200" y="1225296"/>
            <a:ext cx="5172363" cy="4952029"/>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9"/>
              </a:spcAft>
              <a:defRPr/>
            </a:pPr>
            <a:r>
              <a:rPr lang="es-ES" sz="2200" b="0" i="0" strike="noStrike" cap="none" baseline="0">
                <a:solidFill>
                  <a:srgbClr val="000000"/>
                </a:solidFill>
                <a:effectLst/>
                <a:latin typeface="Segoe UI Semibold"/>
                <a:ea typeface="Segoe UI Semibold"/>
                <a:cs typeface="Segoe UI Semibold"/>
              </a:rPr>
              <a:t>IVFFlat</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Agrupa vectores en listas con particiones</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Requiere datos existentes para la creación</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Compilaciones más rápidas, menor memoria</a:t>
            </a:r>
          </a:p>
          <a:p>
            <a:pPr>
              <a:defRPr/>
            </a:pPr>
            <a:endParaRPr>
              <a:latin typeface="Segoe UI"/>
              <a:cs typeface="Segoe UI"/>
            </a:endParaRPr>
          </a:p>
          <a:p>
            <a:pPr>
              <a:defRPr/>
            </a:pPr>
            <a:endParaRPr>
              <a:latin typeface="Segoe UI"/>
              <a:cs typeface="Segoe UI"/>
            </a:endParaRPr>
          </a:p>
          <a:p>
            <a:pPr>
              <a:defRPr/>
            </a:pPr>
            <a:r>
              <a:rPr lang="es-ES" sz="1600" b="0" i="0" strike="noStrike" cap="none" baseline="0">
                <a:solidFill>
                  <a:srgbClr val="0000FF"/>
                </a:solidFill>
                <a:effectLst/>
                <a:latin typeface="Consolas"/>
                <a:ea typeface="Consolas"/>
                <a:cs typeface="Consolas"/>
              </a:rPr>
              <a:t>USING</a:t>
            </a:r>
            <a:r>
              <a:rPr lang="es-ES" sz="1600" b="0" i="0" strike="noStrike" cap="none" baseline="0">
                <a:solidFill>
                  <a:srgbClr val="000000"/>
                </a:solidFill>
                <a:effectLst/>
                <a:latin typeface="Consolas"/>
                <a:ea typeface="Consolas"/>
                <a:cs typeface="Consolas"/>
              </a:rPr>
              <a:t> ivfflat (embedding vector_cosine_ops)</a:t>
            </a:r>
            <a:endParaRPr sz="2200"/>
          </a:p>
          <a:p>
            <a:pPr>
              <a:defRPr/>
            </a:pPr>
            <a:r>
              <a:rPr lang="es-ES" sz="1600" b="0" i="0" strike="noStrike" cap="none" baseline="0">
                <a:solidFill>
                  <a:srgbClr val="0000FF"/>
                </a:solidFill>
                <a:effectLst/>
                <a:latin typeface="Consolas"/>
                <a:ea typeface="Consolas"/>
                <a:cs typeface="Consolas"/>
              </a:rPr>
              <a:t>WITH</a:t>
            </a:r>
            <a:r>
              <a:rPr lang="es-ES" sz="1600" b="0" i="0" strike="noStrike" cap="none" baseline="0">
                <a:solidFill>
                  <a:srgbClr val="000000"/>
                </a:solidFill>
                <a:effectLst/>
                <a:latin typeface="Consolas"/>
                <a:ea typeface="Consolas"/>
                <a:cs typeface="Consolas"/>
              </a:rPr>
              <a:t> (lists = </a:t>
            </a:r>
            <a:r>
              <a:rPr lang="es-ES" sz="1600" b="0" i="0" strike="noStrike" cap="none" baseline="0">
                <a:solidFill>
                  <a:srgbClr val="098658"/>
                </a:solidFill>
                <a:effectLst/>
                <a:latin typeface="Consolas"/>
                <a:ea typeface="Consolas"/>
                <a:cs typeface="Consolas"/>
              </a:rPr>
              <a:t>100</a:t>
            </a:r>
            <a:r>
              <a:rPr lang="es-ES" sz="1600" b="0" i="0" strike="noStrike" cap="none" baseline="0">
                <a:solidFill>
                  <a:srgbClr val="000000"/>
                </a:solidFill>
                <a:effectLst/>
                <a:latin typeface="Consolas"/>
                <a:ea typeface="Consolas"/>
                <a:cs typeface="Consolas"/>
              </a:rPr>
              <a:t>);</a:t>
            </a:r>
            <a:endParaRPr>
              <a:latin typeface="Segoe UI"/>
              <a:cs typeface="Segoe UI"/>
            </a:endParaRPr>
          </a:p>
        </p:txBody>
      </p:sp>
      <p:sp>
        <p:nvSpPr>
          <p:cNvPr id="198812402" name="TextBox 2"/>
          <p:cNvSpPr txBox="1"/>
          <p:nvPr/>
        </p:nvSpPr>
        <p:spPr bwMode="auto">
          <a:xfrm>
            <a:off x="6357444" y="1225296"/>
            <a:ext cx="5172363"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8"/>
              </a:spcAft>
              <a:defRPr/>
            </a:pPr>
            <a:r>
              <a:rPr lang="es-ES" sz="2200" b="0" i="0" strike="noStrike" cap="none" baseline="0">
                <a:solidFill>
                  <a:srgbClr val="000000"/>
                </a:solidFill>
                <a:effectLst/>
                <a:latin typeface="Segoe UI Semibold"/>
                <a:ea typeface="Segoe UI Semibold"/>
                <a:cs typeface="Segoe UI Semibold"/>
              </a:rPr>
              <a:t>HNSW</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Font typeface="Arial"/>
              <a:buChar char="•"/>
              <a:defRPr/>
            </a:pPr>
            <a:r>
              <a:rPr lang="es-ES" sz="1800" b="0" i="0" strike="noStrike" cap="none" baseline="0">
                <a:solidFill>
                  <a:srgbClr val="000000"/>
                </a:solidFill>
                <a:effectLst/>
                <a:latin typeface="Segoe UI"/>
                <a:ea typeface="Segoe UI"/>
                <a:cs typeface="Segoe UI"/>
              </a:rPr>
              <a:t>Estructura de grafos navegables de varias capas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Font typeface="Arial"/>
              <a:buChar char="•"/>
              <a:defRPr/>
            </a:pPr>
            <a:r>
              <a:rPr lang="es-ES" sz="1800" b="0" i="0" strike="noStrike" cap="none" baseline="0">
                <a:solidFill>
                  <a:srgbClr val="000000"/>
                </a:solidFill>
                <a:effectLst/>
                <a:latin typeface="Segoe UI"/>
                <a:ea typeface="Segoe UI"/>
                <a:cs typeface="Segoe UI"/>
              </a:rPr>
              <a:t>Indexa tablas vacías incrementalmente</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Mayor recuperación y rendimiento de las consultas</a:t>
            </a:r>
          </a:p>
          <a:p>
            <a:pPr>
              <a:defRPr/>
            </a:pPr>
            <a:endParaRPr>
              <a:latin typeface="Segoe UI"/>
              <a:cs typeface="Segoe UI"/>
            </a:endParaRPr>
          </a:p>
          <a:p>
            <a:pPr>
              <a:defRPr/>
            </a:pPr>
            <a:endParaRPr>
              <a:latin typeface="Segoe UI"/>
              <a:cs typeface="Segoe UI"/>
            </a:endParaRPr>
          </a:p>
          <a:p>
            <a:pPr>
              <a:defRPr/>
            </a:pPr>
            <a:r>
              <a:rPr lang="es-ES" sz="1600" b="0" i="0" strike="noStrike" cap="none" baseline="0">
                <a:solidFill>
                  <a:srgbClr val="0000FF"/>
                </a:solidFill>
                <a:effectLst/>
                <a:latin typeface="Consolas"/>
                <a:ea typeface="Consolas"/>
                <a:cs typeface="Consolas"/>
              </a:rPr>
              <a:t>USING</a:t>
            </a:r>
            <a:r>
              <a:rPr lang="es-ES" sz="1600" b="0" i="0" strike="noStrike" cap="none" baseline="0">
                <a:solidFill>
                  <a:srgbClr val="000000"/>
                </a:solidFill>
                <a:effectLst/>
                <a:latin typeface="Consolas"/>
                <a:ea typeface="Consolas"/>
                <a:cs typeface="Consolas"/>
              </a:rPr>
              <a:t> hnsw (embedding vector_cosine_ops)</a:t>
            </a:r>
            <a:endParaRPr sz="2200"/>
          </a:p>
          <a:p>
            <a:pPr>
              <a:defRPr/>
            </a:pPr>
            <a:r>
              <a:rPr lang="es-ES" sz="1600" b="0" i="0" strike="noStrike" cap="none" baseline="0">
                <a:solidFill>
                  <a:srgbClr val="0000FF"/>
                </a:solidFill>
                <a:effectLst/>
                <a:latin typeface="Consolas"/>
                <a:ea typeface="Consolas"/>
                <a:cs typeface="Consolas"/>
              </a:rPr>
              <a:t>WITH</a:t>
            </a:r>
            <a:r>
              <a:rPr lang="es-ES" sz="1600" b="0" i="0" strike="noStrike" cap="none" baseline="0">
                <a:solidFill>
                  <a:srgbClr val="000000"/>
                </a:solidFill>
                <a:effectLst/>
                <a:latin typeface="Consolas"/>
                <a:ea typeface="Consolas"/>
                <a:cs typeface="Consolas"/>
              </a:rPr>
              <a:t> (m = </a:t>
            </a:r>
            <a:r>
              <a:rPr lang="es-ES" sz="1600" b="0" i="0" strike="noStrike" cap="none" baseline="0">
                <a:solidFill>
                  <a:srgbClr val="098658"/>
                </a:solidFill>
                <a:effectLst/>
                <a:latin typeface="Consolas"/>
                <a:ea typeface="Consolas"/>
                <a:cs typeface="Consolas"/>
              </a:rPr>
              <a:t>16</a:t>
            </a:r>
            <a:r>
              <a:rPr lang="es-ES" sz="1600" b="0" i="0" strike="noStrike" cap="none" baseline="0">
                <a:solidFill>
                  <a:srgbClr val="000000"/>
                </a:solidFill>
                <a:effectLst/>
                <a:latin typeface="Consolas"/>
                <a:ea typeface="Consolas"/>
                <a:cs typeface="Consolas"/>
              </a:rPr>
              <a:t>, ef_construction = </a:t>
            </a:r>
            <a:r>
              <a:rPr lang="es-ES" sz="1600" b="0" i="0" strike="noStrike" cap="none" baseline="0">
                <a:solidFill>
                  <a:srgbClr val="098658"/>
                </a:solidFill>
                <a:effectLst/>
                <a:latin typeface="Consolas"/>
                <a:ea typeface="Consolas"/>
                <a:cs typeface="Consolas"/>
              </a:rPr>
              <a:t>64</a:t>
            </a:r>
            <a:r>
              <a:rPr lang="es-ES" sz="1600" b="0" i="0" strike="noStrike" cap="none" baseline="0">
                <a:solidFill>
                  <a:srgbClr val="000000"/>
                </a:solidFill>
                <a:effectLst/>
                <a:latin typeface="Consolas"/>
                <a:ea typeface="Consolas"/>
                <a:cs typeface="Consolas"/>
              </a:rPr>
              <a:t>);</a:t>
            </a:r>
            <a:endParaRPr>
              <a:latin typeface="Segoe UI"/>
              <a:cs typeface="Segoe UI"/>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7535233"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Administrar el ciclo de vida del índice e insertar actualizaciones</a:t>
            </a:r>
            <a:endParaRPr lang="en-US"/>
          </a:p>
        </p:txBody>
      </p:sp>
      <p:sp>
        <p:nvSpPr>
          <p:cNvPr id="1707711660" name="TextBox 2"/>
          <p:cNvSpPr txBox="1"/>
          <p:nvPr/>
        </p:nvSpPr>
        <p:spPr bwMode="auto">
          <a:xfrm>
            <a:off x="457199" y="1226085"/>
            <a:ext cx="4807572" cy="440582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spcAft>
                <a:spcPts val="359"/>
              </a:spcAft>
              <a:defRPr/>
            </a:pPr>
            <a:r>
              <a:rPr lang="es-ES" sz="2000" b="0" i="0" strike="noStrike" cap="none" baseline="0">
                <a:solidFill>
                  <a:srgbClr val="000000"/>
                </a:solidFill>
                <a:effectLst/>
                <a:latin typeface="Segoe UI Semibold"/>
                <a:ea typeface="Segoe UI Semibold"/>
                <a:cs typeface="Segoe UI Semibold"/>
              </a:rPr>
              <a:t>Mantenimiento de índices:</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Supervisión con pg_stat_user_indexes para el uso y el tamaño</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Recompilación cuando la distribución de datos cambia significativamente</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Font typeface="Arial"/>
              <a:buChar char="•"/>
              <a:defRPr/>
            </a:pPr>
            <a:r>
              <a:rPr lang="es-ES" sz="1800" b="0" i="0" strike="noStrike" cap="none" baseline="0">
                <a:solidFill>
                  <a:srgbClr val="000000"/>
                </a:solidFill>
                <a:effectLst/>
                <a:latin typeface="Segoe UI"/>
                <a:ea typeface="Segoe UI"/>
                <a:cs typeface="Segoe UI"/>
              </a:rPr>
              <a:t>Uso de CREATE INDEX CONCURRENTLY para recompilaciones sin tiempo de inactividad</a:t>
            </a:r>
            <a:endParaRPr lang="en-US" sz="1800" b="0" i="0" u="none" strike="noStrike" cap="none" spc="0">
              <a:solidFill>
                <a:schemeClr val="tx1"/>
              </a:solidFill>
              <a:latin typeface="Segoe UI"/>
              <a:cs typeface="Segoe UI"/>
            </a:endParaRPr>
          </a:p>
          <a:p>
            <a:pPr>
              <a:spcBef>
                <a:spcPts val="719"/>
              </a:spcBef>
              <a:spcAft>
                <a:spcPts val="359"/>
              </a:spcAft>
              <a:defRPr/>
            </a:pPr>
            <a:r>
              <a:rPr lang="es-ES" sz="2000" b="0" i="0" strike="noStrike" cap="none" baseline="0">
                <a:solidFill>
                  <a:srgbClr val="000000"/>
                </a:solidFill>
                <a:effectLst/>
                <a:latin typeface="Segoe UI Semibold"/>
                <a:ea typeface="Segoe UI Semibold"/>
                <a:cs typeface="Segoe UI Semibold"/>
              </a:rPr>
              <a:t>Inserción de actualizaciones: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Actualizaciones por lotes en transacciones de fila de 1000 a 5000</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Uso de una columna de marca obsoleta para la actualización asincrónica</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Estrategia de columna paralela para migraciones de modelos</a:t>
            </a:r>
            <a:endParaRPr>
              <a:latin typeface="Segoe UI"/>
              <a:cs typeface="Segoe UI"/>
            </a:endParaRPr>
          </a:p>
        </p:txBody>
      </p:sp>
      <p:pic>
        <p:nvPicPr>
          <p:cNvPr id="2123200070" name="Picture 1" descr="Five migration steps: add new vector column, create index, backfill embeddings in batches, validate search quality, drop old column and index"/>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318504" y="1225296"/>
            <a:ext cx="5001767" cy="4279391"/>
          </a:xfrm>
          <a:prstGeom prst="rect">
            <a:avLst/>
          </a:prstGeom>
          <a:noFill/>
          <a:ln w="9525">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507856"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Ejecución de la búsqueda de similitud de vectores para la recuperación semántica</a:t>
            </a:r>
            <a:endParaRPr/>
          </a:p>
        </p:txBody>
      </p:sp>
      <p:sp>
        <p:nvSpPr>
          <p:cNvPr id="1158933062" name="TextBox 2"/>
          <p:cNvSpPr txBox="1"/>
          <p:nvPr/>
        </p:nvSpPr>
        <p:spPr bwMode="auto">
          <a:xfrm>
            <a:off x="457200" y="1225296"/>
            <a:ext cx="5019179"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9"/>
              </a:spcAft>
              <a:defRPr/>
            </a:pPr>
            <a:r>
              <a:rPr lang="es-ES" sz="2000" b="0" i="0" strike="noStrike" cap="none" baseline="0">
                <a:solidFill>
                  <a:srgbClr val="000000"/>
                </a:solidFill>
                <a:effectLst/>
                <a:latin typeface="Segoe UI Semibold"/>
                <a:ea typeface="Segoe UI Semibold"/>
                <a:cs typeface="Segoe UI Semibold"/>
              </a:rPr>
              <a:t>Refinamiento de los resultados:</a:t>
            </a:r>
            <a:endParaRPr lang="en-US" sz="1800" b="0" i="0" u="none" strike="noStrike" cap="none" spc="0">
              <a:solidFill>
                <a:schemeClr val="tx1"/>
              </a:solidFill>
              <a:latin typeface="Segoe UI"/>
              <a:cs typeface="Segoe UI"/>
            </a:endParaRPr>
          </a:p>
          <a:p>
            <a:pPr marL="283879" indent="-283879">
              <a:spcAft>
                <a:spcPts val="359"/>
              </a:spcAft>
              <a:buFont typeface="Arial"/>
              <a:buChar char="•"/>
              <a:defRPr/>
            </a:pPr>
            <a:r>
              <a:rPr lang="es-ES" sz="1800" b="0" i="0" strike="noStrike" cap="none" baseline="0">
                <a:solidFill>
                  <a:srgbClr val="000000"/>
                </a:solidFill>
                <a:effectLst/>
                <a:latin typeface="Segoe UI"/>
                <a:ea typeface="Segoe UI"/>
                <a:cs typeface="Segoe UI"/>
              </a:rPr>
              <a:t>Combinación de la similitud de vectores con cláusulas WHERE en metadatos</a:t>
            </a:r>
            <a:endParaRPr lang="en-US" sz="1800" b="0" i="0" u="none" strike="noStrike" cap="none" spc="0">
              <a:solidFill>
                <a:schemeClr val="tx1"/>
              </a:solidFill>
              <a:latin typeface="Segoe UI"/>
              <a:cs typeface="Segoe UI"/>
            </a:endParaRPr>
          </a:p>
          <a:p>
            <a:pPr marL="283879" indent="-283879">
              <a:spcAft>
                <a:spcPts val="359"/>
              </a:spcAft>
              <a:buFont typeface="Arial"/>
              <a:buChar char="•"/>
              <a:defRPr/>
            </a:pPr>
            <a:r>
              <a:rPr lang="es-ES" sz="1800" b="0" i="0" strike="noStrike" cap="none" baseline="0">
                <a:solidFill>
                  <a:srgbClr val="000000"/>
                </a:solidFill>
                <a:effectLst/>
                <a:latin typeface="Segoe UI"/>
                <a:ea typeface="Segoe UI"/>
                <a:cs typeface="Segoe UI"/>
              </a:rPr>
              <a:t>Establecimiento de umbrales de distancia para evitar resultados de baja relevancia</a:t>
            </a:r>
            <a:endParaRPr lang="en-US" sz="1800" b="0" i="0" u="none" strike="noStrike" cap="none" spc="0">
              <a:solidFill>
                <a:schemeClr val="tx1"/>
              </a:solidFill>
              <a:latin typeface="Segoe UI"/>
              <a:cs typeface="Segoe UI"/>
            </a:endParaRPr>
          </a:p>
          <a:p>
            <a:pPr marL="283879" indent="-283879">
              <a:spcAft>
                <a:spcPts val="359"/>
              </a:spcAft>
              <a:buFont typeface="Arial"/>
              <a:buChar char="•"/>
              <a:defRPr/>
            </a:pPr>
            <a:r>
              <a:rPr lang="es-ES" sz="1800" b="0" i="0" strike="noStrike" cap="none" baseline="0">
                <a:solidFill>
                  <a:srgbClr val="000000"/>
                </a:solidFill>
                <a:effectLst/>
                <a:latin typeface="Segoe UI"/>
                <a:ea typeface="Segoe UI"/>
                <a:cs typeface="Segoe UI"/>
              </a:rPr>
              <a:t>Adición de índices de árbol B en columnas filtradas con frecuencia</a:t>
            </a:r>
            <a:endParaRPr lang="en-US" sz="1800" b="0" i="0" u="none" strike="noStrike" cap="none" spc="0">
              <a:solidFill>
                <a:schemeClr val="tx1"/>
              </a:solidFill>
              <a:latin typeface="Segoe UI"/>
              <a:cs typeface="Segoe UI"/>
            </a:endParaRPr>
          </a:p>
          <a:p>
            <a:pPr>
              <a:spcBef>
                <a:spcPts val="719"/>
              </a:spcBef>
              <a:spcAft>
                <a:spcPts val="359"/>
              </a:spcAft>
              <a:defRPr/>
            </a:pPr>
            <a:r>
              <a:rPr lang="es-ES" sz="2000" b="0" i="0" strike="noStrike" cap="none" baseline="0">
                <a:solidFill>
                  <a:srgbClr val="000000"/>
                </a:solidFill>
                <a:effectLst/>
                <a:latin typeface="Segoe UI Semibold"/>
                <a:ea typeface="Segoe UI Semibold"/>
                <a:cs typeface="Segoe UI Semibold"/>
              </a:rPr>
              <a:t>Búsqueda híbrida:</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Combinación de la similitud de vectores con búsqueda de texto completo para coincidencias léxicas</a:t>
            </a:r>
            <a:endParaRPr lang="en-US" sz="1800" b="0" i="0" u="none" strike="noStrike" cap="none" spc="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Fusión de clasificación recíproca que equilibra diferentes escalas de puntuación</a:t>
            </a:r>
            <a:endParaRPr>
              <a:latin typeface="Segoe UI"/>
              <a:cs typeface="Segoe UI"/>
            </a:endParaRPr>
          </a:p>
        </p:txBody>
      </p:sp>
      <p:pic>
        <p:nvPicPr>
          <p:cNvPr id="1826027720" name="Picture 1" descr="Diagram showing user query branching into vector similarity and full-text search paths, merges through rank fusion, returns combined results"/>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336792" y="1106424"/>
            <a:ext cx="4727447" cy="4498847"/>
          </a:xfrm>
          <a:prstGeom prst="rect">
            <a:avLst/>
          </a:prstGeom>
          <a:noFill/>
          <a:ln w="9525">
            <a:noFill/>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1009714"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Implementación de patrones de recuperación para canalizaciones RAG</a:t>
            </a:r>
            <a:endParaRPr/>
          </a:p>
        </p:txBody>
      </p:sp>
      <p:sp>
        <p:nvSpPr>
          <p:cNvPr id="1422147691" name="TextBox 2"/>
          <p:cNvSpPr txBox="1"/>
          <p:nvPr/>
        </p:nvSpPr>
        <p:spPr bwMode="auto">
          <a:xfrm>
            <a:off x="457200" y="1225296"/>
            <a:ext cx="5019179" cy="4952028"/>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9"/>
              </a:spcAft>
              <a:defRPr/>
            </a:pPr>
            <a:r>
              <a:rPr lang="es-ES" sz="2000" b="0" i="0" strike="noStrike" cap="none" baseline="0" dirty="0">
                <a:solidFill>
                  <a:srgbClr val="000000"/>
                </a:solidFill>
                <a:effectLst/>
                <a:latin typeface="Segoe UI Semibold"/>
                <a:ea typeface="Segoe UI Semibold"/>
                <a:cs typeface="Segoe UI Semibold"/>
              </a:rPr>
              <a:t>Diseño del recuperador RAG:</a:t>
            </a:r>
            <a:endParaRPr lang="en-US" sz="1800" b="0" i="0" u="none" strike="noStrike" cap="none" spc="0" dirty="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dirty="0">
                <a:solidFill>
                  <a:srgbClr val="000000"/>
                </a:solidFill>
                <a:effectLst/>
                <a:latin typeface="Segoe UI"/>
                <a:ea typeface="Segoe UI"/>
                <a:cs typeface="Segoe UI"/>
              </a:rPr>
              <a:t>Separación de tablas de </a:t>
            </a:r>
            <a:r>
              <a:rPr lang="es-ES" sz="1800" b="0" i="0" strike="noStrike" cap="none" baseline="0" dirty="0" err="1">
                <a:solidFill>
                  <a:srgbClr val="000000"/>
                </a:solidFill>
                <a:effectLst/>
                <a:latin typeface="Segoe UI"/>
                <a:ea typeface="Segoe UI"/>
                <a:cs typeface="Segoe UI"/>
              </a:rPr>
              <a:t>source_documents</a:t>
            </a:r>
            <a:r>
              <a:rPr lang="es-ES" sz="1800" b="0" i="0" strike="noStrike" cap="none" baseline="0" dirty="0">
                <a:solidFill>
                  <a:srgbClr val="000000"/>
                </a:solidFill>
                <a:effectLst/>
                <a:latin typeface="Segoe UI"/>
                <a:ea typeface="Segoe UI"/>
                <a:cs typeface="Segoe UI"/>
              </a:rPr>
              <a:t> y </a:t>
            </a:r>
            <a:r>
              <a:rPr lang="es-ES" sz="1800" b="0" i="0" strike="noStrike" cap="none" baseline="0" dirty="0" err="1">
                <a:solidFill>
                  <a:srgbClr val="000000"/>
                </a:solidFill>
                <a:effectLst/>
                <a:latin typeface="Segoe UI"/>
                <a:ea typeface="Segoe UI"/>
                <a:cs typeface="Segoe UI"/>
              </a:rPr>
              <a:t>document_chunks</a:t>
            </a:r>
            <a:endParaRPr lang="en-US" sz="1800" b="0" i="0" u="none" strike="noStrike" cap="none" spc="0" dirty="0">
              <a:solidFill>
                <a:schemeClr val="tx1"/>
              </a:solidFill>
              <a:latin typeface="Segoe UI"/>
              <a:cs typeface="Segoe UI"/>
            </a:endParaRPr>
          </a:p>
          <a:p>
            <a:pPr marL="228600" marR="0" indent="-228600">
              <a:spcAft>
                <a:spcPts val="359"/>
              </a:spcAft>
              <a:buFont typeface="Arial"/>
              <a:buChar char="•"/>
              <a:defRPr/>
            </a:pPr>
            <a:r>
              <a:rPr lang="es-ES" sz="1800" b="0" i="0" strike="noStrike" cap="none" baseline="0" dirty="0">
                <a:solidFill>
                  <a:srgbClr val="000000"/>
                </a:solidFill>
                <a:effectLst/>
                <a:latin typeface="Segoe UI"/>
                <a:ea typeface="Segoe UI"/>
                <a:cs typeface="Segoe UI"/>
              </a:rPr>
              <a:t>Vinculación de fragmentos a orígenes para metadatos de cita</a:t>
            </a:r>
            <a:endParaRPr lang="en-US" sz="1800" b="0" i="0" u="none" strike="noStrike" cap="none" spc="0" dirty="0">
              <a:solidFill>
                <a:schemeClr val="tx1"/>
              </a:solidFill>
              <a:latin typeface="Segoe UI"/>
              <a:cs typeface="Segoe UI"/>
            </a:endParaRPr>
          </a:p>
          <a:p>
            <a:pPr marL="0" marR="0" indent="0" algn="l">
              <a:lnSpc>
                <a:spcPct val="100000"/>
              </a:lnSpc>
              <a:spcBef>
                <a:spcPts val="719"/>
              </a:spcBef>
              <a:spcAft>
                <a:spcPts val="359"/>
              </a:spcAft>
              <a:defRPr/>
            </a:pPr>
            <a:r>
              <a:rPr lang="es-ES" sz="2000" b="0" i="0" strike="noStrike" cap="none" baseline="0" dirty="0">
                <a:solidFill>
                  <a:srgbClr val="000000"/>
                </a:solidFill>
                <a:effectLst/>
                <a:latin typeface="Segoe UI Semibold"/>
                <a:ea typeface="Segoe UI Semibold"/>
                <a:cs typeface="Segoe UI Semibold"/>
              </a:rPr>
              <a:t>Patrones de recuperación:</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Captura de fragmentos adyacentes para el contexto circundante</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Seguimiento de los recuentos de tokens acumulados para permanecer dentro de los límites del LLM</a:t>
            </a:r>
            <a:endParaRPr lang="en-US" sz="1800" b="0" i="0" u="none" strike="noStrike" cap="none" spc="0" dirty="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dirty="0">
                <a:solidFill>
                  <a:srgbClr val="000000"/>
                </a:solidFill>
                <a:effectLst/>
                <a:latin typeface="Segoe UI"/>
                <a:ea typeface="Segoe UI"/>
                <a:cs typeface="Segoe UI"/>
              </a:rPr>
              <a:t>Medición de la precisión, recuperación y MRR para evaluar la calidad</a:t>
            </a:r>
            <a:endParaRPr dirty="0">
              <a:latin typeface="Segoe UI"/>
              <a:cs typeface="Segoe UI"/>
            </a:endParaRPr>
          </a:p>
        </p:txBody>
      </p:sp>
      <p:sp>
        <p:nvSpPr>
          <p:cNvPr id="891843486" name=" 891843485"/>
          <p:cNvSpPr/>
          <p:nvPr/>
        </p:nvSpPr>
        <p:spPr bwMode="auto">
          <a:xfrm>
            <a:off x="6485355" y="1225296"/>
            <a:ext cx="4609288" cy="256032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s-ES" sz="1800" b="0" i="0" strike="noStrike" cap="none" baseline="0">
                <a:solidFill>
                  <a:srgbClr val="0000FF"/>
                </a:solidFill>
                <a:effectLst/>
                <a:latin typeface="Consolas"/>
                <a:ea typeface="Consolas"/>
                <a:cs typeface="Consolas"/>
              </a:rPr>
              <a:t>CREATETABLE</a:t>
            </a:r>
            <a:r>
              <a:rPr lang="es-ES" sz="1800" b="0" i="0" strike="noStrike" cap="none" baseline="0">
                <a:solidFill>
                  <a:srgbClr val="000000"/>
                </a:solidFill>
                <a:effectLst/>
                <a:latin typeface="Consolas"/>
                <a:ea typeface="Consolas"/>
                <a:cs typeface="Consolas"/>
              </a:rPr>
              <a:t> document_chunks (</a:t>
            </a:r>
            <a:endParaRPr sz="2400"/>
          </a:p>
          <a:p>
            <a:pPr>
              <a:defRPr/>
            </a:pPr>
            <a:r>
              <a:rPr lang="es-ES" sz="1800" b="0" i="0" strike="noStrike" cap="none" baseline="0">
                <a:solidFill>
                  <a:srgbClr val="000000"/>
                </a:solidFill>
                <a:effectLst/>
                <a:latin typeface="Consolas"/>
                <a:ea typeface="Consolas"/>
                <a:cs typeface="Consolas"/>
              </a:rPr>
              <a:t> id </a:t>
            </a:r>
            <a:r>
              <a:rPr lang="es-ES" sz="1800" b="0" i="0" strike="noStrike" cap="none" baseline="0">
                <a:solidFill>
                  <a:srgbClr val="0000FF"/>
                </a:solidFill>
                <a:effectLst/>
                <a:latin typeface="Consolas"/>
                <a:ea typeface="Consolas"/>
                <a:cs typeface="Consolas"/>
              </a:rPr>
              <a:t>SERIALPRIMARY KEY</a:t>
            </a:r>
            <a:r>
              <a:rPr lang="es-ES" sz="1800" b="0" i="0" strike="noStrike" cap="none" baseline="0">
                <a:solidFill>
                  <a:srgbClr val="000000"/>
                </a:solidFill>
                <a:effectLst/>
                <a:latin typeface="Consolas"/>
                <a:ea typeface="Consolas"/>
                <a:cs typeface="Consolas"/>
              </a:rPr>
              <a:t>,</a:t>
            </a:r>
            <a:endParaRPr sz="2400"/>
          </a:p>
          <a:p>
            <a:pPr>
              <a:defRPr/>
            </a:pPr>
            <a:r>
              <a:rPr lang="es-ES" sz="1800" b="0" i="0" strike="noStrike" cap="none" baseline="0">
                <a:solidFill>
                  <a:srgbClr val="000000"/>
                </a:solidFill>
                <a:effectLst/>
                <a:latin typeface="Consolas"/>
                <a:ea typeface="Consolas"/>
                <a:cs typeface="Consolas"/>
              </a:rPr>
              <a:t> document_id </a:t>
            </a:r>
            <a:r>
              <a:rPr lang="es-ES" sz="1800" b="0" i="0" strike="noStrike" cap="none" baseline="0">
                <a:solidFill>
                  <a:srgbClr val="0000FF"/>
                </a:solidFill>
                <a:effectLst/>
                <a:latin typeface="Consolas"/>
                <a:ea typeface="Consolas"/>
                <a:cs typeface="Consolas"/>
              </a:rPr>
              <a:t>INTREFERENCES</a:t>
            </a:r>
            <a:endParaRPr sz="2400"/>
          </a:p>
          <a:p>
            <a:pPr>
              <a:defRPr/>
            </a:pPr>
            <a:r>
              <a:rPr lang="es-ES" sz="1800" b="0" i="0" strike="noStrike" cap="none" baseline="0">
                <a:solidFill>
                  <a:srgbClr val="000000"/>
                </a:solidFill>
                <a:effectLst/>
                <a:latin typeface="Consolas"/>
                <a:ea typeface="Consolas"/>
                <a:cs typeface="Consolas"/>
              </a:rPr>
              <a:t> source_documents(id),</a:t>
            </a:r>
            <a:endParaRPr sz="2400"/>
          </a:p>
          <a:p>
            <a:pPr>
              <a:defRPr/>
            </a:pPr>
            <a:r>
              <a:rPr lang="es-ES" sz="1800" b="0" i="0" strike="noStrike" cap="none" baseline="0">
                <a:solidFill>
                  <a:srgbClr val="000000"/>
                </a:solidFill>
                <a:effectLst/>
                <a:latin typeface="Consolas"/>
                <a:ea typeface="Consolas"/>
                <a:cs typeface="Consolas"/>
              </a:rPr>
              <a:t> </a:t>
            </a:r>
            <a:r>
              <a:rPr lang="es-ES" sz="1800" b="0" i="0" strike="noStrike" cap="none" baseline="0">
                <a:solidFill>
                  <a:srgbClr val="0000FF"/>
                </a:solidFill>
                <a:effectLst/>
                <a:latin typeface="Consolas"/>
                <a:ea typeface="Consolas"/>
                <a:cs typeface="Consolas"/>
              </a:rPr>
              <a:t>chunk_index INTNOT NULL</a:t>
            </a:r>
            <a:r>
              <a:rPr lang="es-ES" sz="1800" b="0" i="0" strike="noStrike" cap="none" baseline="0">
                <a:solidFill>
                  <a:srgbClr val="000000"/>
                </a:solidFill>
                <a:effectLst/>
                <a:latin typeface="Consolas"/>
                <a:ea typeface="Consolas"/>
                <a:cs typeface="Consolas"/>
              </a:rPr>
              <a:t>,</a:t>
            </a:r>
            <a:endParaRPr sz="2400"/>
          </a:p>
          <a:p>
            <a:pPr>
              <a:defRPr/>
            </a:pPr>
            <a:r>
              <a:rPr lang="es-ES" sz="1800" b="0" i="0" strike="noStrike" cap="none" baseline="0">
                <a:solidFill>
                  <a:srgbClr val="000000"/>
                </a:solidFill>
                <a:effectLst/>
                <a:latin typeface="Consolas"/>
                <a:ea typeface="Consolas"/>
                <a:cs typeface="Consolas"/>
              </a:rPr>
              <a:t> content </a:t>
            </a:r>
            <a:r>
              <a:rPr lang="es-ES" sz="1800" b="0" i="0" strike="noStrike" cap="none" baseline="0">
                <a:solidFill>
                  <a:srgbClr val="0000FF"/>
                </a:solidFill>
                <a:effectLst/>
                <a:latin typeface="Consolas"/>
                <a:ea typeface="Consolas"/>
                <a:cs typeface="Consolas"/>
              </a:rPr>
              <a:t>TEXTNOT NULL</a:t>
            </a:r>
            <a:r>
              <a:rPr lang="es-ES" sz="1800" b="0" i="0" strike="noStrike" cap="none" baseline="0">
                <a:solidFill>
                  <a:srgbClr val="000000"/>
                </a:solidFill>
                <a:effectLst/>
                <a:latin typeface="Consolas"/>
                <a:ea typeface="Consolas"/>
                <a:cs typeface="Consolas"/>
              </a:rPr>
              <a:t>,</a:t>
            </a:r>
            <a:endParaRPr sz="2400"/>
          </a:p>
          <a:p>
            <a:pPr>
              <a:defRPr/>
            </a:pPr>
            <a:r>
              <a:rPr lang="es-ES" sz="1800" b="0" i="0" strike="noStrike" cap="none" baseline="0">
                <a:solidFill>
                  <a:srgbClr val="000000"/>
                </a:solidFill>
                <a:effectLst/>
                <a:latin typeface="Consolas"/>
                <a:ea typeface="Consolas"/>
                <a:cs typeface="Consolas"/>
              </a:rPr>
              <a:t> embedding </a:t>
            </a:r>
            <a:r>
              <a:rPr lang="es-ES" sz="1800" b="0" i="0" strike="noStrike" cap="none" baseline="0">
                <a:solidFill>
                  <a:srgbClr val="0000FF"/>
                </a:solidFill>
                <a:effectLst/>
                <a:latin typeface="Consolas"/>
                <a:ea typeface="Consolas"/>
                <a:cs typeface="Consolas"/>
              </a:rPr>
              <a:t>vector</a:t>
            </a:r>
            <a:r>
              <a:rPr lang="es-ES" sz="1800" b="0" i="0" strike="noStrike" cap="none" baseline="0">
                <a:solidFill>
                  <a:srgbClr val="000000"/>
                </a:solidFill>
                <a:effectLst/>
                <a:latin typeface="Consolas"/>
                <a:ea typeface="Consolas"/>
                <a:cs typeface="Consolas"/>
              </a:rPr>
              <a:t>(</a:t>
            </a:r>
            <a:r>
              <a:rPr lang="es-ES" sz="1800" b="0" i="0" strike="noStrike" cap="none" baseline="0">
                <a:solidFill>
                  <a:srgbClr val="098658"/>
                </a:solidFill>
                <a:effectLst/>
                <a:latin typeface="Consolas"/>
                <a:ea typeface="Consolas"/>
                <a:cs typeface="Consolas"/>
              </a:rPr>
              <a:t>1536</a:t>
            </a:r>
            <a:r>
              <a:rPr lang="es-ES" sz="1800" b="0" i="0" strike="noStrike" cap="none" baseline="0">
                <a:solidFill>
                  <a:srgbClr val="000000"/>
                </a:solidFill>
                <a:effectLst/>
                <a:latin typeface="Consolas"/>
                <a:ea typeface="Consolas"/>
                <a:cs typeface="Consolas"/>
              </a:rPr>
              <a:t>),</a:t>
            </a:r>
            <a:endParaRPr sz="2400"/>
          </a:p>
          <a:p>
            <a:pPr>
              <a:defRPr/>
            </a:pPr>
            <a:r>
              <a:rPr lang="es-ES" sz="1800" b="0" i="0" strike="noStrike" cap="none" baseline="0">
                <a:solidFill>
                  <a:srgbClr val="000000"/>
                </a:solidFill>
                <a:effectLst/>
                <a:latin typeface="Consolas"/>
                <a:ea typeface="Consolas"/>
                <a:cs typeface="Consolas"/>
              </a:rPr>
              <a:t> token_count </a:t>
            </a:r>
            <a:r>
              <a:rPr lang="es-ES" sz="1800" b="0" i="0" strike="noStrike" cap="none" baseline="0">
                <a:solidFill>
                  <a:srgbClr val="0000FF"/>
                </a:solidFill>
                <a:effectLst/>
                <a:latin typeface="Consolas"/>
                <a:ea typeface="Consolas"/>
                <a:cs typeface="Consolas"/>
              </a:rPr>
              <a:t>INT</a:t>
            </a:r>
            <a:endParaRPr sz="2400"/>
          </a:p>
          <a:p>
            <a:pPr>
              <a:defRPr/>
            </a:pPr>
            <a:r>
              <a:rPr sz="1800" b="0" i="0" u="none">
                <a:solidFill>
                  <a:srgbClr val="000000"/>
                </a:solidFill>
                <a:latin typeface="Consolas"/>
                <a:ea typeface="Consolas"/>
                <a:cs typeface="Consolas"/>
              </a:rPr>
              <a:t>);</a:t>
            </a:r>
            <a:endParaRPr sz="24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2073633"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1007639066"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3" y="2043463"/>
            <a:ext cx="4467224" cy="3307645"/>
          </a:xfrm>
          <a:prstGeom prst="rect">
            <a:avLst/>
          </a:prstGeom>
          <a:solidFill>
            <a:srgbClr val="F4F4F7"/>
          </a:solidFill>
          <a:ln>
            <a:noFill/>
          </a:ln>
        </p:spPr>
      </p:pic>
      <p:sp>
        <p:nvSpPr>
          <p:cNvPr id="36424623" name="Text Placeholder 4"/>
          <p:cNvSpPr>
            <a:spLocks noGrp="1"/>
          </p:cNvSpPr>
          <p:nvPr>
            <p:ph type="body" sz="quarter" idx="16"/>
          </p:nvPr>
        </p:nvSpPr>
        <p:spPr bwMode="auto">
          <a:xfrm>
            <a:off x="584199" y="1594153"/>
            <a:ext cx="4749801" cy="731520"/>
          </a:xfrm>
        </p:spPr>
        <p:txBody>
          <a:bodyPr/>
          <a:lstStyle/>
          <a:p>
            <a:pPr>
              <a:defRPr/>
            </a:pPr>
            <a:r>
              <a:rPr lang="es-ES" sz="1600" b="0" i="0" strike="noStrike" cap="none" baseline="0" dirty="0">
                <a:solidFill>
                  <a:srgbClr val="000000"/>
                </a:solidFill>
                <a:effectLst/>
                <a:latin typeface="Segoe UI Semibold"/>
                <a:ea typeface="Segoe UI Semibold"/>
                <a:cs typeface="Segoe UI Semibold"/>
              </a:rPr>
              <a:t>Implementar vector de búsqueda en Azure </a:t>
            </a:r>
            <a:r>
              <a:rPr lang="es-ES" sz="1600" b="0" i="0" strike="noStrike" cap="none" baseline="0" dirty="0" err="1">
                <a:solidFill>
                  <a:srgbClr val="000000"/>
                </a:solidFill>
                <a:effectLst/>
                <a:latin typeface="Segoe UI Semibold"/>
                <a:ea typeface="Segoe UI Semibold"/>
                <a:cs typeface="Segoe UI Semibold"/>
              </a:rPr>
              <a:t>Database</a:t>
            </a:r>
            <a:r>
              <a:rPr lang="es-ES" sz="1600" b="0" i="0" strike="noStrike" cap="none" baseline="0" dirty="0">
                <a:solidFill>
                  <a:srgbClr val="000000"/>
                </a:solidFill>
                <a:effectLst/>
                <a:latin typeface="Segoe UI Semibold"/>
                <a:ea typeface="Segoe UI Semibold"/>
                <a:cs typeface="Segoe UI Semibold"/>
              </a:rPr>
              <a:t> </a:t>
            </a:r>
            <a:r>
              <a:rPr lang="es-ES" sz="1600" b="0" i="0" strike="noStrike" cap="none" baseline="0" dirty="0" err="1">
                <a:solidFill>
                  <a:srgbClr val="000000"/>
                </a:solidFill>
                <a:effectLst/>
                <a:latin typeface="Segoe UI Semibold"/>
                <a:ea typeface="Segoe UI Semibold"/>
                <a:cs typeface="Segoe UI Semibold"/>
              </a:rPr>
              <a:t>for</a:t>
            </a:r>
            <a:r>
              <a:rPr lang="es-ES" sz="1600" b="0" i="0" strike="noStrike" cap="none" baseline="0" dirty="0">
                <a:solidFill>
                  <a:srgbClr val="000000"/>
                </a:solidFill>
                <a:effectLst/>
                <a:latin typeface="Segoe UI Semibold"/>
                <a:ea typeface="Segoe UI Semibold"/>
                <a:cs typeface="Segoe UI Semibold"/>
              </a:rPr>
              <a:t> PostgreSQL</a:t>
            </a:r>
            <a:endParaRPr lang="en-US" dirty="0"/>
          </a:p>
          <a:p>
            <a:pPr>
              <a:defRPr/>
            </a:pPr>
            <a:endParaRPr lang="en-US" dirty="0"/>
          </a:p>
        </p:txBody>
      </p:sp>
      <p:sp>
        <p:nvSpPr>
          <p:cNvPr id="640295764" name="Text Placeholder 61"/>
          <p:cNvSpPr>
            <a:spLocks noGrp="1"/>
          </p:cNvSpPr>
          <p:nvPr>
            <p:ph type="body" sz="quarter" idx="15"/>
          </p:nvPr>
        </p:nvSpPr>
        <p:spPr bwMode="auto">
          <a:xfrm>
            <a:off x="579438" y="2501489"/>
            <a:ext cx="5654884" cy="2194560"/>
          </a:xfrm>
        </p:spPr>
        <p:txBody>
          <a:bodyPr vert="horz" wrap="square" lIns="0" tIns="0" rIns="0" bIns="0" rtlCol="0" anchor="t">
            <a:spAutoFit/>
          </a:bodyPr>
          <a:lstStyle/>
          <a:p>
            <a:pPr marL="0" indent="0">
              <a:buNone/>
              <a:defRPr/>
            </a:pPr>
            <a:r>
              <a:rPr lang="es-ES" sz="1600" b="0" i="0" strike="noStrike" cap="none" baseline="0" dirty="0">
                <a:solidFill>
                  <a:srgbClr val="000000"/>
                </a:solidFill>
                <a:effectLst/>
                <a:latin typeface="Segoe UI"/>
                <a:ea typeface="Segoe UI"/>
                <a:cs typeface="Segoe UI"/>
              </a:rPr>
              <a:t>En este ejercicio, crearás una aplicación de búsqueda de similitud de productos mediante Azure </a:t>
            </a:r>
            <a:r>
              <a:rPr lang="es-ES" sz="1600" b="0" i="0" strike="noStrike" cap="none" baseline="0" dirty="0" err="1">
                <a:solidFill>
                  <a:srgbClr val="000000"/>
                </a:solidFill>
                <a:effectLst/>
                <a:latin typeface="Segoe UI"/>
                <a:ea typeface="Segoe UI"/>
                <a:cs typeface="Segoe UI"/>
              </a:rPr>
              <a:t>Database</a:t>
            </a:r>
            <a:r>
              <a:rPr lang="es-ES" sz="1600" b="0" i="0" strike="noStrike" cap="none" baseline="0" dirty="0">
                <a:solidFill>
                  <a:srgbClr val="000000"/>
                </a:solidFill>
                <a:effectLst/>
                <a:latin typeface="Segoe UI"/>
                <a:ea typeface="Segoe UI"/>
                <a:cs typeface="Segoe UI"/>
              </a:rPr>
              <a:t> </a:t>
            </a:r>
            <a:r>
              <a:rPr lang="es-ES" sz="1600" b="0" i="0" strike="noStrike" cap="none" baseline="0" dirty="0" err="1">
                <a:solidFill>
                  <a:srgbClr val="000000"/>
                </a:solidFill>
                <a:effectLst/>
                <a:latin typeface="Segoe UI"/>
                <a:ea typeface="Segoe UI"/>
                <a:cs typeface="Segoe UI"/>
              </a:rPr>
              <a:t>for</a:t>
            </a:r>
            <a:r>
              <a:rPr lang="es-ES" sz="1600" b="0" i="0" strike="noStrike" cap="none" baseline="0" dirty="0">
                <a:solidFill>
                  <a:srgbClr val="000000"/>
                </a:solidFill>
                <a:effectLst/>
                <a:latin typeface="Segoe UI"/>
                <a:ea typeface="Segoe UI"/>
                <a:cs typeface="Segoe UI"/>
              </a:rPr>
              <a:t> PostgreSQL y la extensión </a:t>
            </a:r>
            <a:r>
              <a:rPr lang="es-ES" sz="1600" b="0" i="0" strike="noStrike" cap="none" baseline="0" dirty="0" err="1">
                <a:solidFill>
                  <a:srgbClr val="000000"/>
                </a:solidFill>
                <a:effectLst/>
                <a:latin typeface="Segoe UI"/>
                <a:ea typeface="Segoe UI"/>
                <a:cs typeface="Segoe UI"/>
              </a:rPr>
              <a:t>pgvector</a:t>
            </a:r>
            <a:r>
              <a:rPr lang="es-ES" sz="1600" b="0" i="0" strike="noStrike" cap="none" baseline="0" dirty="0">
                <a:solidFill>
                  <a:srgbClr val="000000"/>
                </a:solidFill>
                <a:effectLst/>
                <a:latin typeface="Segoe UI"/>
                <a:ea typeface="Segoe UI"/>
                <a:cs typeface="Segoe UI"/>
              </a:rPr>
              <a:t>.</a:t>
            </a:r>
            <a:endParaRPr dirty="0"/>
          </a:p>
          <a:p>
            <a:pPr marL="0" indent="0">
              <a:buNone/>
              <a:defRPr/>
            </a:pPr>
            <a:endParaRPr lang="en-US" dirty="0">
              <a:cs typeface="Segoe UI"/>
            </a:endParaRPr>
          </a:p>
          <a:p>
            <a:pPr marL="0" indent="0">
              <a:buNone/>
              <a:defRPr/>
            </a:pPr>
            <a:r>
              <a:rPr lang="es-ES" sz="1600" b="0" i="0" strike="noStrike" cap="none" baseline="0" dirty="0">
                <a:solidFill>
                  <a:srgbClr val="000000"/>
                </a:solidFill>
                <a:effectLst/>
                <a:latin typeface="Segoe UI Semibold"/>
                <a:ea typeface="Segoe UI Semibold"/>
                <a:cs typeface="Segoe UI Semibold"/>
              </a:rPr>
              <a:t>Tiempo estimado: </a:t>
            </a:r>
            <a:r>
              <a:rPr lang="es-ES" sz="1600" b="0" i="0" strike="noStrike" cap="none" baseline="0" dirty="0">
                <a:solidFill>
                  <a:srgbClr val="000000"/>
                </a:solidFill>
                <a:effectLst/>
                <a:latin typeface="Segoe UI"/>
                <a:ea typeface="Segoe UI"/>
                <a:cs typeface="Segoe UI"/>
              </a:rPr>
              <a:t>30 minutos</a:t>
            </a:r>
            <a:endParaRPr dirty="0"/>
          </a:p>
          <a:p>
            <a:pPr>
              <a:defRPr/>
            </a:pPr>
            <a:endParaRPr lang="en-US" dirty="0">
              <a:cs typeface="Segoe UI"/>
            </a:endParaRPr>
          </a:p>
          <a:p>
            <a:pPr marL="0" indent="0">
              <a:buNone/>
              <a:defRPr/>
            </a:pPr>
            <a:r>
              <a:rPr lang="es-ES" sz="1600" b="0" i="0" strike="noStrike" cap="none" baseline="0" dirty="0">
                <a:solidFill>
                  <a:srgbClr val="000000"/>
                </a:solidFill>
                <a:effectLst/>
                <a:latin typeface="Segoe UI"/>
                <a:ea typeface="Segoe UI"/>
                <a:cs typeface="Segoe UI"/>
              </a:rPr>
              <a:t>Inicia el ejercicio en:</a:t>
            </a:r>
            <a:endParaRPr lang="en-US" dirty="0"/>
          </a:p>
          <a:p>
            <a:pPr marL="0" indent="0">
              <a:buNone/>
              <a:defRPr/>
            </a:pPr>
            <a:r>
              <a:rPr lang="es-ES" sz="1600" b="0" i="0" u="sng" strike="noStrike" cap="none" baseline="0" dirty="0">
                <a:solidFill>
                  <a:srgbClr val="0077D3"/>
                </a:solidFill>
                <a:effectLst/>
                <a:uFill>
                  <a:solidFill>
                    <a:srgbClr val="0077D3"/>
                  </a:solidFill>
                </a:uFill>
                <a:latin typeface="Segoe UI"/>
                <a:ea typeface="Segoe UI"/>
                <a:cs typeface="Segoe UI"/>
                <a:hlinkClick r:id="rId4" history="0"/>
              </a:rPr>
              <a:t>https://go.microsoft.com/fwlink/?linkid=2348708</a:t>
            </a:r>
            <a:endParaRPr dirty="0"/>
          </a:p>
          <a:p>
            <a:pPr marL="0" indent="0">
              <a:buNone/>
              <a:defRPr/>
            </a:pPr>
            <a:endParaRPr lang="en-US" dirty="0"/>
          </a:p>
        </p:txBody>
      </p:sp>
      <p:sp>
        <p:nvSpPr>
          <p:cNvPr id="1600127430" name="Flowchart: Off-page Connector 7"/>
          <p:cNvSpPr/>
          <p:nvPr/>
        </p:nvSpPr>
        <p:spPr bwMode="auto">
          <a:xfrm rot="5400000">
            <a:off x="6119823" y="2297180"/>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1464960130"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0571928"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2</a:t>
            </a:r>
            <a:endParaRPr/>
          </a:p>
        </p:txBody>
      </p:sp>
      <p:sp>
        <p:nvSpPr>
          <p:cNvPr id="1051627965" name="Oval 8"/>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421032259" name="Text Placeholder 43"/>
          <p:cNvSpPr txBox="1"/>
          <p:nvPr/>
        </p:nvSpPr>
        <p:spPr bwMode="auto">
          <a:xfrm>
            <a:off x="1641205" y="1783917"/>
            <a:ext cx="9217197" cy="1755210"/>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¿Qué operador de distancia de pgvector debe utilizar cuando las incrustaciones están normalizadas a longitud unitaria y desea medir la similitud semántica?</a:t>
            </a:r>
            <a:endParaRPr sz="2600"/>
          </a:p>
          <a:p>
            <a:pPr marL="261850" indent="-261850">
              <a:buFont typeface="Arial"/>
              <a:buAutoNum type="alphaUcPeriod"/>
              <a:defRPr/>
            </a:pPr>
            <a:r>
              <a:rPr lang="es-ES" sz="1600" b="0" i="0" strike="noStrike" cap="none" baseline="0">
                <a:solidFill>
                  <a:srgbClr val="000000"/>
                </a:solidFill>
                <a:effectLst/>
                <a:latin typeface="Consolas"/>
                <a:ea typeface="Consolas"/>
                <a:cs typeface="Consolas"/>
              </a:rPr>
              <a:t>&lt;=&gt;</a:t>
            </a:r>
            <a:r>
              <a:rPr lang="es-ES" sz="1600" b="0" i="0" strike="noStrike" cap="none" baseline="0">
                <a:solidFill>
                  <a:srgbClr val="000000"/>
                </a:solidFill>
                <a:effectLst/>
                <a:latin typeface="Segoe UI"/>
                <a:ea typeface="Segoe UI"/>
                <a:cs typeface="Segoe UI"/>
              </a:rPr>
              <a:t> (distancia de coseno)</a:t>
            </a:r>
            <a:endParaRPr lang="en-US" sz="1600" b="0" i="0" u="none" strike="noStrike" cap="none" spc="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Consolas"/>
                <a:ea typeface="Consolas"/>
                <a:cs typeface="Consolas"/>
              </a:rPr>
              <a:t>&lt;-&gt;</a:t>
            </a:r>
            <a:r>
              <a:rPr lang="es-ES" sz="1600" b="0" i="0" strike="noStrike" cap="none" baseline="0">
                <a:solidFill>
                  <a:srgbClr val="000000"/>
                </a:solidFill>
                <a:effectLst/>
                <a:latin typeface="Segoe UI"/>
                <a:ea typeface="Segoe UI"/>
                <a:cs typeface="Segoe UI"/>
              </a:rPr>
              <a:t> (distancia L2)</a:t>
            </a:r>
            <a:endParaRPr lang="en-US" sz="1600" b="0" i="0" u="none" strike="noStrike" cap="none" spc="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Consolas"/>
                <a:ea typeface="Consolas"/>
                <a:cs typeface="Consolas"/>
              </a:rPr>
              <a:t>&lt;#&gt;</a:t>
            </a:r>
            <a:r>
              <a:rPr lang="es-ES" sz="1600" b="0" i="0" strike="noStrike" cap="none" baseline="0">
                <a:solidFill>
                  <a:srgbClr val="000000"/>
                </a:solidFill>
                <a:effectLst/>
                <a:latin typeface="Segoe UI"/>
                <a:ea typeface="Segoe UI"/>
                <a:cs typeface="Segoe UI"/>
              </a:rPr>
              <a:t> (producto interno negativo)</a:t>
            </a:r>
            <a:endParaRPr sz="1600"/>
          </a:p>
        </p:txBody>
      </p:sp>
      <p:sp>
        <p:nvSpPr>
          <p:cNvPr id="1707596917" name="Oval 10"/>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1236279636" name="Text Placeholder 43"/>
          <p:cNvSpPr txBox="1"/>
          <p:nvPr/>
        </p:nvSpPr>
        <p:spPr bwMode="auto">
          <a:xfrm>
            <a:off x="1641204" y="3860982"/>
            <a:ext cx="9217197" cy="1882186"/>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Estás creando una canalización RAG que necesita recuperar los fragmentos de documentos pertinentes rápidamente de 5 millones de incrustaciones. La colección recibe actualizaciones por lotes ocasionales, pero no hay inserciones en tiempo real. ¿Qué tipo de índice deberías elegir?</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IVFFlat con un número adecuado de listas</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HNSW con un valor de ef_construction alto</a:t>
            </a: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Sin índice, utilizando un examen secuencial exacto</a:t>
            </a:r>
            <a:endParaRPr lang="en-US" sz="1600" b="0" i="0" u="none" strike="noStrike" cap="none" spc="0">
              <a:solidFill>
                <a:schemeClr val="tx1"/>
              </a:solidFill>
              <a:latin typeface="Segoe UI"/>
              <a:cs typeface="Segoe UI"/>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046155954"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2090250848" name="Text Placeholder 1"/>
          <p:cNvSpPr>
            <a:spLocks noGrp="1"/>
          </p:cNvSpPr>
          <p:nvPr>
            <p:ph type="body" sz="quarter" idx="4294967295"/>
          </p:nvPr>
        </p:nvSpPr>
        <p:spPr bwMode="auto">
          <a:xfrm>
            <a:off x="4798236" y="2051473"/>
            <a:ext cx="6722370" cy="3231239"/>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b="0" i="0" u="none" strike="noStrike" cap="none" spc="0">
                <a:solidFill>
                  <a:schemeClr val="tx1"/>
                </a:solidFill>
                <a:latin typeface="Segoe UI"/>
                <a:ea typeface="Segoe UI"/>
                <a:cs typeface="Segoe UI"/>
              </a:rPr>
              <a:t>As a PostgreSQL expert, please create three multiple-choice questions that assess knowledge of implementing vector search in Azure Database for PostgreSQL.</a:t>
            </a:r>
            <a:r>
              <a:rPr lang="en-US" sz="2000">
                <a:latin typeface="Segoe UI"/>
                <a:ea typeface="Segoe UI"/>
                <a:cs typeface="Segoe UI"/>
              </a:rPr>
              <a:t> Present one question at a time and wait for my response before continuing. After each answer, provide a brief explanation of the correct choice before moving on to the next question.</a:t>
            </a:r>
            <a:endParaRPr/>
          </a:p>
        </p:txBody>
      </p:sp>
      <p:pic>
        <p:nvPicPr>
          <p:cNvPr id="1017551280"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2427903"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2</a:t>
            </a:r>
            <a:endParaRPr sz="2800"/>
          </a:p>
        </p:txBody>
      </p:sp>
      <p:sp>
        <p:nvSpPr>
          <p:cNvPr id="1691690768" name="Rounded Rectangle 3_1"/>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841725342" name="TextBox 2"/>
          <p:cNvSpPr txBox="1"/>
          <p:nvPr/>
        </p:nvSpPr>
        <p:spPr bwMode="auto">
          <a:xfrm>
            <a:off x="889961" y="1541909"/>
            <a:ext cx="9828023" cy="3449191"/>
          </a:xfrm>
          <a:prstGeom prst="rect">
            <a:avLst/>
          </a:prstGeom>
          <a:noFill/>
        </p:spPr>
        <p:txBody>
          <a:bodyPr wrap="square" lIns="91440" tIns="45720" rIns="91440" bIns="45720" anchor="t">
            <a:noAutofit/>
          </a:bodyPr>
          <a:lstStyle/>
          <a:p>
            <a:pPr marL="228600" marR="0" indent="-228600">
              <a:spcAft>
                <a:spcPts val="575"/>
              </a:spcAft>
              <a:buFont typeface="Arial"/>
              <a:buChar char="•"/>
              <a:defRPr/>
            </a:pPr>
            <a:r>
              <a:rPr lang="es-ES" sz="1600" b="0" i="0" strike="noStrike" cap="none" baseline="0" dirty="0">
                <a:solidFill>
                  <a:srgbClr val="000000"/>
                </a:solidFill>
                <a:effectLst/>
                <a:latin typeface="Segoe UI Semibold"/>
                <a:ea typeface="Segoe UI Semibold"/>
                <a:cs typeface="Segoe UI Semibold"/>
              </a:rPr>
              <a:t>Extensión </a:t>
            </a:r>
            <a:r>
              <a:rPr lang="es-ES" sz="1600" b="0" i="0" strike="noStrike" cap="none" baseline="0" dirty="0" err="1">
                <a:solidFill>
                  <a:srgbClr val="000000"/>
                </a:solidFill>
                <a:effectLst/>
                <a:latin typeface="Segoe UI Semibold"/>
                <a:ea typeface="Segoe UI Semibold"/>
                <a:cs typeface="Segoe UI Semibold"/>
              </a:rPr>
              <a:t>pgvector</a:t>
            </a:r>
            <a:r>
              <a:rPr lang="es-ES" sz="1600" b="0" i="0" strike="noStrike" cap="none" baseline="0" dirty="0">
                <a:solidFill>
                  <a:srgbClr val="000000"/>
                </a:solidFill>
                <a:effectLst/>
                <a:latin typeface="Segoe UI Semibold"/>
                <a:ea typeface="Segoe UI Semibold"/>
                <a:cs typeface="Segoe UI Semibold"/>
              </a:rPr>
              <a:t>:</a:t>
            </a:r>
            <a:r>
              <a:rPr lang="es-ES" sz="1600" b="0" i="0" strike="noStrike" cap="none" baseline="0" dirty="0">
                <a:solidFill>
                  <a:srgbClr val="000000"/>
                </a:solidFill>
                <a:effectLst/>
                <a:latin typeface="Segoe UI"/>
                <a:ea typeface="Segoe UI"/>
                <a:cs typeface="Segoe UI"/>
              </a:rPr>
              <a:t> agrega tipos de vector y operadores de distancia directamente a PostgreSQL; no se necesita ninguna base de datos vectorial independiente</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575"/>
              </a:spcAft>
              <a:buFont typeface="Arial"/>
              <a:buChar char="•"/>
              <a:defRPr/>
            </a:pPr>
            <a:r>
              <a:rPr lang="es-ES" sz="1600" b="0" i="0" strike="noStrike" cap="none" baseline="0" dirty="0">
                <a:solidFill>
                  <a:srgbClr val="000000"/>
                </a:solidFill>
                <a:effectLst/>
                <a:latin typeface="Segoe UI Semibold"/>
                <a:ea typeface="Segoe UI Semibold"/>
                <a:cs typeface="Segoe UI Semibold"/>
              </a:rPr>
              <a:t>Opción de métrica de distancia:</a:t>
            </a:r>
            <a:r>
              <a:rPr lang="es-ES" sz="1600" b="0" i="0" strike="noStrike" cap="none" baseline="0" dirty="0">
                <a:solidFill>
                  <a:srgbClr val="000000"/>
                </a:solidFill>
                <a:effectLst/>
                <a:latin typeface="Segoe UI"/>
                <a:ea typeface="Segoe UI"/>
                <a:cs typeface="Segoe UI"/>
              </a:rPr>
              <a:t> la distancia de coseno es la predeterminada para las inserciones de texto; no se usará la clase de operador de coincidencia con el operador de distancia o los índices</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575"/>
              </a:spcAft>
              <a:buFont typeface="Arial"/>
              <a:buChar char="•"/>
              <a:defRPr/>
            </a:pPr>
            <a:r>
              <a:rPr lang="es-ES" sz="1600" b="0" i="0" strike="noStrike" cap="none" baseline="0" dirty="0">
                <a:solidFill>
                  <a:srgbClr val="000000"/>
                </a:solidFill>
                <a:effectLst/>
                <a:latin typeface="Segoe UI Semibold"/>
                <a:ea typeface="Segoe UI Semibold"/>
                <a:cs typeface="Segoe UI Semibold"/>
              </a:rPr>
              <a:t>HNSW frente a </a:t>
            </a:r>
            <a:r>
              <a:rPr lang="es-ES" sz="1600" b="0" i="0" strike="noStrike" cap="none" baseline="0" dirty="0" err="1">
                <a:solidFill>
                  <a:srgbClr val="000000"/>
                </a:solidFill>
                <a:effectLst/>
                <a:latin typeface="Segoe UI Semibold"/>
                <a:ea typeface="Segoe UI Semibold"/>
                <a:cs typeface="Segoe UI Semibold"/>
              </a:rPr>
              <a:t>IVFFlat</a:t>
            </a:r>
            <a:r>
              <a:rPr lang="es-ES" sz="1600" b="0" i="0" strike="noStrike" cap="none" baseline="0" dirty="0">
                <a:solidFill>
                  <a:srgbClr val="000000"/>
                </a:solidFill>
                <a:effectLst/>
                <a:latin typeface="Segoe UI Semibold"/>
                <a:ea typeface="Segoe UI Semibold"/>
                <a:cs typeface="Segoe UI Semibold"/>
              </a:rPr>
              <a:t>:</a:t>
            </a:r>
            <a:r>
              <a:rPr lang="es-ES" sz="1600" b="0" i="0" strike="noStrike" cap="none" baseline="0" dirty="0">
                <a:solidFill>
                  <a:srgbClr val="000000"/>
                </a:solidFill>
                <a:effectLst/>
                <a:latin typeface="Segoe UI"/>
                <a:ea typeface="Segoe UI"/>
                <a:cs typeface="Segoe UI"/>
              </a:rPr>
              <a:t> HNSW ofrece mejores inserciones de recuperación e incrementales; </a:t>
            </a:r>
            <a:r>
              <a:rPr lang="es-ES" sz="1600" b="0" i="0" strike="noStrike" cap="none" baseline="0" dirty="0" err="1">
                <a:solidFill>
                  <a:srgbClr val="000000"/>
                </a:solidFill>
                <a:effectLst/>
                <a:latin typeface="Segoe UI"/>
                <a:ea typeface="Segoe UI"/>
                <a:cs typeface="Segoe UI"/>
              </a:rPr>
              <a:t>IVFFlat</a:t>
            </a:r>
            <a:r>
              <a:rPr lang="es-ES" sz="1600" b="0" i="0" strike="noStrike" cap="none" baseline="0" dirty="0">
                <a:solidFill>
                  <a:srgbClr val="000000"/>
                </a:solidFill>
                <a:effectLst/>
                <a:latin typeface="Segoe UI"/>
                <a:ea typeface="Segoe UI"/>
                <a:cs typeface="Segoe UI"/>
              </a:rPr>
              <a:t> usa menos memoria y compila más rápido para los datos estáticos</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575"/>
              </a:spcAft>
              <a:buFont typeface="Arial"/>
              <a:buChar char="•"/>
              <a:defRPr/>
            </a:pPr>
            <a:r>
              <a:rPr lang="es-ES" sz="1600" b="0" i="0" strike="noStrike" cap="none" baseline="0" dirty="0">
                <a:solidFill>
                  <a:srgbClr val="000000"/>
                </a:solidFill>
                <a:effectLst/>
                <a:latin typeface="Segoe UI Semibold"/>
                <a:ea typeface="Segoe UI Semibold"/>
                <a:cs typeface="Segoe UI Semibold"/>
              </a:rPr>
              <a:t>Ciclo de vida del índice:</a:t>
            </a:r>
            <a:r>
              <a:rPr lang="es-ES" sz="1600" b="0" i="0" strike="noStrike" cap="none" baseline="0" dirty="0">
                <a:solidFill>
                  <a:srgbClr val="000000"/>
                </a:solidFill>
                <a:effectLst/>
                <a:latin typeface="Segoe UI"/>
                <a:ea typeface="Segoe UI"/>
                <a:cs typeface="Segoe UI"/>
              </a:rPr>
              <a:t> </a:t>
            </a:r>
            <a:r>
              <a:rPr lang="es-ES" sz="1600" b="0" i="0" strike="noStrike" cap="none" baseline="0" dirty="0" err="1">
                <a:solidFill>
                  <a:srgbClr val="000000"/>
                </a:solidFill>
                <a:effectLst/>
                <a:latin typeface="Segoe UI"/>
                <a:ea typeface="Segoe UI"/>
                <a:cs typeface="Segoe UI"/>
              </a:rPr>
              <a:t>recompilación</a:t>
            </a:r>
            <a:r>
              <a:rPr lang="es-ES" sz="1600" b="0" i="0" strike="noStrike" cap="none" baseline="0" dirty="0">
                <a:solidFill>
                  <a:srgbClr val="000000"/>
                </a:solidFill>
                <a:effectLst/>
                <a:latin typeface="Segoe UI"/>
                <a:ea typeface="Segoe UI"/>
                <a:cs typeface="Segoe UI"/>
              </a:rPr>
              <a:t> después de cambios significativos en la distribución de datos; usa la creación simultánea de índices para el mantenimiento sin tiempo de inactividad</a:t>
            </a:r>
            <a:endParaRPr sz="1600" b="0" i="0" u="none" strike="noStrike" cap="none" spc="0" dirty="0">
              <a:solidFill>
                <a:schemeClr val="tx1"/>
              </a:solidFill>
              <a:latin typeface="Segoe UI"/>
              <a:cs typeface="Segoe UI"/>
            </a:endParaRPr>
          </a:p>
          <a:p>
            <a:pPr marL="228600" marR="0" indent="-228600" algn="l">
              <a:lnSpc>
                <a:spcPct val="100000"/>
              </a:lnSpc>
              <a:spcBef>
                <a:spcPct val="0"/>
              </a:spcBef>
              <a:spcAft>
                <a:spcPts val="575"/>
              </a:spcAft>
              <a:buFont typeface="Arial"/>
              <a:buChar char="•"/>
              <a:defRPr/>
            </a:pPr>
            <a:r>
              <a:rPr lang="es-ES" sz="1600" b="0" i="0" strike="noStrike" cap="none" baseline="0" dirty="0">
                <a:solidFill>
                  <a:srgbClr val="000000"/>
                </a:solidFill>
                <a:effectLst/>
                <a:latin typeface="Segoe UI Semibold"/>
                <a:ea typeface="Segoe UI Semibold"/>
                <a:cs typeface="Segoe UI Semibold"/>
              </a:rPr>
              <a:t>Incrustación de migraciones:</a:t>
            </a:r>
            <a:r>
              <a:rPr lang="es-ES" sz="1600" b="0" i="0" strike="noStrike" cap="none" baseline="0" dirty="0">
                <a:solidFill>
                  <a:srgbClr val="000000"/>
                </a:solidFill>
                <a:effectLst/>
                <a:latin typeface="Segoe UI"/>
                <a:ea typeface="Segoe UI"/>
                <a:cs typeface="Segoe UI"/>
              </a:rPr>
              <a:t> la estrategia de columnas paralelas permite validar nuevas incrustaciones antes de cambiar, con funcionalidad de reversión</a:t>
            </a:r>
            <a:endParaRPr sz="1600" b="0" i="0" u="none" strike="noStrike" cap="none" spc="0" dirty="0">
              <a:solidFill>
                <a:schemeClr val="tx1"/>
              </a:solidFill>
              <a:latin typeface="Segoe UI"/>
              <a:cs typeface="Segoe UI"/>
            </a:endParaRPr>
          </a:p>
          <a:p>
            <a:pPr marL="228600" marR="0" lvl="0" indent="-228600" algn="l">
              <a:lnSpc>
                <a:spcPct val="100000"/>
              </a:lnSpc>
              <a:spcBef>
                <a:spcPct val="0"/>
              </a:spcBef>
              <a:spcAft>
                <a:spcPts val="575"/>
              </a:spcAft>
              <a:buFont typeface="Arial"/>
              <a:buChar char="•"/>
              <a:defRPr/>
            </a:pPr>
            <a:r>
              <a:rPr lang="es-ES" sz="1600" b="0" i="0" strike="noStrike" cap="none" baseline="0" dirty="0">
                <a:solidFill>
                  <a:srgbClr val="000000"/>
                </a:solidFill>
                <a:effectLst/>
                <a:latin typeface="Segoe UI Semibold"/>
                <a:ea typeface="Segoe UI Semibold"/>
                <a:cs typeface="Segoe UI Semibold"/>
              </a:rPr>
              <a:t>Calidad de recuperación de RAG:</a:t>
            </a:r>
            <a:r>
              <a:rPr lang="es-ES" sz="1600" b="0" i="0" strike="noStrike" cap="none" baseline="0" dirty="0">
                <a:solidFill>
                  <a:srgbClr val="000000"/>
                </a:solidFill>
                <a:effectLst/>
                <a:latin typeface="Segoe UI"/>
                <a:ea typeface="Segoe UI"/>
                <a:cs typeface="Segoe UI"/>
              </a:rPr>
              <a:t> separa documentos de fragmentos, realiza un seguimiento de los presupuestos de tokens y mide la precisión o recuperación con un conjunto de datos de evaluación</a:t>
            </a:r>
            <a:endParaRPr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9349151" name="Title 3"/>
          <p:cNvSpPr>
            <a:spLocks noGrp="1"/>
          </p:cNvSpPr>
          <p:nvPr>
            <p:ph type="title"/>
          </p:nvPr>
        </p:nvSpPr>
        <p:spPr bwMode="auto">
          <a:xfrm>
            <a:off x="581338" y="1677446"/>
            <a:ext cx="5819462" cy="2824439"/>
          </a:xfrm>
        </p:spPr>
        <p:txBody>
          <a:bodyPr/>
          <a:lstStyle/>
          <a:p>
            <a:pPr>
              <a:defRPr/>
            </a:pPr>
            <a:r>
              <a:rPr lang="es-ES" sz="4100" b="0" i="0" strike="noStrike" cap="none" baseline="0" dirty="0">
                <a:solidFill>
                  <a:srgbClr val="000000"/>
                </a:solidFill>
                <a:effectLst/>
                <a:latin typeface="Segoe UI"/>
                <a:ea typeface="Segoe UI"/>
                <a:cs typeface="Segoe UI"/>
              </a:rPr>
              <a:t>Módulo 3: Optimización de vector de búsqueda en Azure </a:t>
            </a:r>
            <a:r>
              <a:rPr lang="es-ES" sz="4100" b="0" i="0" strike="noStrike" cap="none" baseline="0" dirty="0" err="1">
                <a:solidFill>
                  <a:srgbClr val="000000"/>
                </a:solidFill>
                <a:effectLst/>
                <a:latin typeface="Segoe UI"/>
                <a:ea typeface="Segoe UI"/>
                <a:cs typeface="Segoe UI"/>
              </a:rPr>
              <a:t>Database</a:t>
            </a:r>
            <a:r>
              <a:rPr lang="es-ES" sz="4100" b="0" i="0" strike="noStrike" cap="none" baseline="0" dirty="0">
                <a:solidFill>
                  <a:srgbClr val="000000"/>
                </a:solidFill>
                <a:effectLst/>
                <a:latin typeface="Segoe UI"/>
                <a:ea typeface="Segoe UI"/>
                <a:cs typeface="Segoe UI"/>
              </a:rPr>
              <a:t> </a:t>
            </a:r>
            <a:r>
              <a:rPr lang="es-ES" sz="4100" b="0" i="0" strike="noStrike" cap="none" baseline="0" dirty="0" err="1">
                <a:solidFill>
                  <a:srgbClr val="000000"/>
                </a:solidFill>
                <a:effectLst/>
                <a:latin typeface="Segoe UI"/>
                <a:ea typeface="Segoe UI"/>
                <a:cs typeface="Segoe UI"/>
              </a:rPr>
              <a:t>for</a:t>
            </a:r>
            <a:r>
              <a:rPr lang="es-ES" sz="4100" b="0" i="0" strike="noStrike" cap="none" baseline="0" dirty="0">
                <a:solidFill>
                  <a:srgbClr val="000000"/>
                </a:solidFill>
                <a:effectLst/>
                <a:latin typeface="Segoe UI"/>
                <a:ea typeface="Segoe UI"/>
                <a:cs typeface="Segoe UI"/>
              </a:rPr>
              <a:t> PostgreSQL</a:t>
            </a:r>
            <a:endParaRPr dirty="0"/>
          </a:p>
          <a:p>
            <a:pPr>
              <a:defRPr/>
            </a:pPr>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386643" name="Title 3"/>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Objetivos de aprendizaje</a:t>
            </a:r>
            <a:endParaRPr/>
          </a:p>
        </p:txBody>
      </p:sp>
      <p:sp>
        <p:nvSpPr>
          <p:cNvPr id="1875371237" name="Content Placeholder 2"/>
          <p:cNvSpPr>
            <a:spLocks noGrp="1"/>
          </p:cNvSpPr>
          <p:nvPr>
            <p:ph sz="quarter" idx="10"/>
          </p:nvPr>
        </p:nvSpPr>
        <p:spPr bwMode="auto">
          <a:xfrm>
            <a:off x="457200" y="1235075"/>
            <a:ext cx="10866120" cy="4816475"/>
          </a:xfrm>
        </p:spPr>
        <p:txBody>
          <a:bodyPr vert="horz" lIns="0" tIns="0" rIns="0" bIns="0" rtlCol="0" anchor="t">
            <a:normAutofit/>
          </a:bodyPr>
          <a:lstStyle/>
          <a:p>
            <a:pPr>
              <a:spcAft>
                <a:spcPts val="1511"/>
              </a:spcAft>
              <a:defRPr/>
            </a:pPr>
            <a:r>
              <a:rPr lang="es-ES" sz="2200" b="0" i="0" strike="noStrike" cap="none" baseline="0" dirty="0">
                <a:solidFill>
                  <a:srgbClr val="000000"/>
                </a:solidFill>
                <a:effectLst/>
                <a:latin typeface="Segoe UI"/>
                <a:ea typeface="Segoe UI"/>
                <a:cs typeface="Segoe UI"/>
              </a:rPr>
              <a:t>Ajusta de los parámetros de configuración de PostgreSQL y </a:t>
            </a:r>
            <a:r>
              <a:rPr lang="es-ES" sz="2200" b="0" i="0" strike="noStrike" cap="none" baseline="0" dirty="0" err="1">
                <a:solidFill>
                  <a:srgbClr val="000000"/>
                </a:solidFill>
                <a:effectLst/>
                <a:latin typeface="Segoe UI"/>
                <a:ea typeface="Segoe UI"/>
                <a:cs typeface="Segoe UI"/>
              </a:rPr>
              <a:t>pgvector</a:t>
            </a:r>
            <a:r>
              <a:rPr lang="es-ES" sz="2200" b="0" i="0" strike="noStrike" cap="none" baseline="0" dirty="0">
                <a:solidFill>
                  <a:srgbClr val="000000"/>
                </a:solidFill>
                <a:effectLst/>
                <a:latin typeface="Segoe UI"/>
                <a:ea typeface="Segoe UI"/>
                <a:cs typeface="Segoe UI"/>
              </a:rPr>
              <a:t> para optimizar la latencia de consulta y el uso de memoria para cargas de trabajo de IA</a:t>
            </a:r>
            <a:endParaRPr lang="en-US" sz="2200" b="0" i="0" u="none" strike="noStrike" cap="none" spc="0" dirty="0">
              <a:solidFill>
                <a:schemeClr val="tx1"/>
              </a:solidFill>
              <a:latin typeface="Segoe UI"/>
              <a:cs typeface="Segoe UI"/>
            </a:endParaRPr>
          </a:p>
          <a:p>
            <a:pPr>
              <a:spcAft>
                <a:spcPts val="1511"/>
              </a:spcAft>
              <a:defRPr/>
            </a:pPr>
            <a:r>
              <a:rPr lang="es-ES" sz="2200" b="0" i="0" strike="noStrike" cap="none" baseline="0" dirty="0">
                <a:solidFill>
                  <a:srgbClr val="000000"/>
                </a:solidFill>
                <a:effectLst/>
                <a:latin typeface="Segoe UI"/>
                <a:ea typeface="Segoe UI"/>
                <a:cs typeface="Segoe UI"/>
              </a:rPr>
              <a:t>Selecciona y configura el tipo de índice vectorial adecuado en función del tamaño del conjunto de datos, los patrones de consulta y los requisitos de precisión</a:t>
            </a:r>
            <a:endParaRPr lang="en-US" sz="2200" b="0" i="0" u="none" strike="noStrike" cap="none" spc="0" dirty="0">
              <a:solidFill>
                <a:schemeClr val="tx1"/>
              </a:solidFill>
              <a:latin typeface="Segoe UI"/>
              <a:cs typeface="Segoe UI"/>
            </a:endParaRPr>
          </a:p>
          <a:p>
            <a:pPr>
              <a:spcAft>
                <a:spcPts val="1511"/>
              </a:spcAft>
              <a:defRPr/>
            </a:pPr>
            <a:r>
              <a:rPr lang="es-ES" sz="2200" b="0" i="0" strike="noStrike" cap="none" baseline="0" dirty="0">
                <a:solidFill>
                  <a:srgbClr val="000000"/>
                </a:solidFill>
                <a:effectLst/>
                <a:latin typeface="Segoe UI"/>
                <a:ea typeface="Segoe UI"/>
                <a:cs typeface="Segoe UI"/>
              </a:rPr>
              <a:t>Realiza diseños de datos que optimizan el rendimiento de filtrado de metadatos y almacenamiento de vectores</a:t>
            </a:r>
            <a:endParaRPr lang="en-US" sz="2200" b="0" i="0" u="none" strike="noStrike" cap="none" spc="0" dirty="0">
              <a:solidFill>
                <a:schemeClr val="tx1"/>
              </a:solidFill>
              <a:latin typeface="Segoe UI"/>
              <a:cs typeface="Segoe UI"/>
            </a:endParaRPr>
          </a:p>
          <a:p>
            <a:pPr>
              <a:spcAft>
                <a:spcPts val="1511"/>
              </a:spcAft>
              <a:defRPr/>
            </a:pPr>
            <a:r>
              <a:rPr lang="es-ES" sz="2200" b="0" i="0" strike="noStrike" cap="none" baseline="0" dirty="0">
                <a:solidFill>
                  <a:srgbClr val="000000"/>
                </a:solidFill>
                <a:effectLst/>
                <a:latin typeface="Segoe UI"/>
                <a:ea typeface="Segoe UI"/>
                <a:cs typeface="Segoe UI"/>
              </a:rPr>
              <a:t>Escala Azure </a:t>
            </a:r>
            <a:r>
              <a:rPr lang="es-ES" sz="2200" b="0" i="0" strike="noStrike" cap="none" baseline="0" dirty="0" err="1">
                <a:solidFill>
                  <a:srgbClr val="000000"/>
                </a:solidFill>
                <a:effectLst/>
                <a:latin typeface="Segoe UI"/>
                <a:ea typeface="Segoe UI"/>
                <a:cs typeface="Segoe UI"/>
              </a:rPr>
              <a:t>Database</a:t>
            </a:r>
            <a:r>
              <a:rPr lang="es-ES" sz="2200" b="0" i="0" strike="noStrike" cap="none" baseline="0" dirty="0">
                <a:solidFill>
                  <a:srgbClr val="000000"/>
                </a:solidFill>
                <a:effectLst/>
                <a:latin typeface="Segoe UI"/>
                <a:ea typeface="Segoe UI"/>
                <a:cs typeface="Segoe UI"/>
              </a:rPr>
              <a:t> </a:t>
            </a:r>
            <a:r>
              <a:rPr lang="es-ES" sz="2200" b="0" i="0" strike="noStrike" cap="none" baseline="0" dirty="0" err="1">
                <a:solidFill>
                  <a:srgbClr val="000000"/>
                </a:solidFill>
                <a:effectLst/>
                <a:latin typeface="Segoe UI"/>
                <a:ea typeface="Segoe UI"/>
                <a:cs typeface="Segoe UI"/>
              </a:rPr>
              <a:t>for</a:t>
            </a:r>
            <a:r>
              <a:rPr lang="es-ES" sz="2200" b="0" i="0" strike="noStrike" cap="none" baseline="0" dirty="0">
                <a:solidFill>
                  <a:srgbClr val="000000"/>
                </a:solidFill>
                <a:effectLst/>
                <a:latin typeface="Segoe UI"/>
                <a:ea typeface="Segoe UI"/>
                <a:cs typeface="Segoe UI"/>
              </a:rPr>
              <a:t> PostgreSQL para controlar cargas de trabajo de vectores de alto volumen</a:t>
            </a:r>
            <a:endParaRPr lang="en-US" sz="2200" b="0" i="0" u="none" strike="noStrike" cap="none" spc="0" dirty="0">
              <a:solidFill>
                <a:schemeClr val="tx1"/>
              </a:solidFill>
              <a:latin typeface="Segoe UI"/>
              <a:cs typeface="Segoe UI"/>
            </a:endParaRPr>
          </a:p>
          <a:p>
            <a:pPr lvl="0">
              <a:lnSpc>
                <a:spcPct val="100000"/>
              </a:lnSpc>
              <a:spcBef>
                <a:spcPct val="0"/>
              </a:spcBef>
              <a:spcAft>
                <a:spcPts val="1511"/>
              </a:spcAft>
              <a:defRPr/>
            </a:pPr>
            <a:r>
              <a:rPr lang="es-ES" sz="2200" b="0" i="0" strike="noStrike" cap="none" baseline="0" dirty="0">
                <a:solidFill>
                  <a:srgbClr val="000000"/>
                </a:solidFill>
                <a:effectLst/>
                <a:latin typeface="Segoe UI"/>
                <a:ea typeface="Segoe UI"/>
                <a:cs typeface="Segoe UI"/>
              </a:rPr>
              <a:t>Implementa estrategias de administración de sesiones y agrupación de conexiones para aplicaciones de IA</a:t>
            </a:r>
            <a:endParaRPr sz="240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0380269" name="Title 2"/>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Introducción</a:t>
            </a:r>
            <a:endParaRPr/>
          </a:p>
        </p:txBody>
      </p:sp>
      <p:sp>
        <p:nvSpPr>
          <p:cNvPr id="1943706797" name="Content Placeholder 3"/>
          <p:cNvSpPr>
            <a:spLocks noGrp="1"/>
          </p:cNvSpPr>
          <p:nvPr>
            <p:ph sz="quarter" idx="10"/>
          </p:nvPr>
        </p:nvSpPr>
        <p:spPr bwMode="auto">
          <a:xfrm>
            <a:off x="457199" y="1235074"/>
            <a:ext cx="10394782" cy="3051649"/>
          </a:xfrm>
        </p:spPr>
        <p:txBody>
          <a:bodyPr vertOverflow="overflow" horzOverflow="overflow" vert="horz" wrap="square" lIns="0" tIns="0" rIns="0" bIns="0" numCol="1" spcCol="0" rtlCol="0" fromWordArt="0" anchor="t" anchorCtr="0" forceAA="0" compatLnSpc="0">
            <a:normAutofit/>
          </a:bodyPr>
          <a:lstStyle/>
          <a:p>
            <a:pPr>
              <a:spcAft>
                <a:spcPts val="1295"/>
              </a:spcAft>
              <a:defRPr/>
            </a:pPr>
            <a:r>
              <a:rPr lang="es-ES" sz="2000" b="0" i="0" strike="noStrike" cap="none" baseline="0">
                <a:solidFill>
                  <a:srgbClr val="000000"/>
                </a:solidFill>
                <a:effectLst/>
                <a:latin typeface="Segoe UI"/>
                <a:ea typeface="Segoe UI"/>
                <a:cs typeface="Segoe UI"/>
              </a:rPr>
              <a:t>La extensión pgvector habilita la búsqueda de similitud de vectores en PostgreSQL</a:t>
            </a:r>
            <a:endParaRPr lang="en-US" sz="2000" b="0" i="0" u="none" strike="noStrike" cap="none" spc="0">
              <a:solidFill>
                <a:schemeClr val="tx1"/>
              </a:solidFill>
              <a:latin typeface="Segoe UI"/>
              <a:cs typeface="Segoe UI"/>
            </a:endParaRPr>
          </a:p>
          <a:p>
            <a:pPr>
              <a:spcAft>
                <a:spcPts val="1295"/>
              </a:spcAft>
              <a:defRPr/>
            </a:pPr>
            <a:r>
              <a:rPr lang="es-ES" sz="2000" b="0" i="0" strike="noStrike" cap="none" baseline="0">
                <a:solidFill>
                  <a:srgbClr val="000000"/>
                </a:solidFill>
                <a:effectLst/>
                <a:latin typeface="Segoe UI"/>
                <a:ea typeface="Segoe UI"/>
                <a:cs typeface="Segoe UI"/>
              </a:rPr>
              <a:t>Admite índices de vecino más próximo aproximados de IVFFlat y HNSW</a:t>
            </a:r>
            <a:endParaRPr lang="en-US" sz="2000" b="0" i="0" u="none" strike="noStrike" cap="none" spc="0">
              <a:solidFill>
                <a:schemeClr val="tx1"/>
              </a:solidFill>
              <a:latin typeface="Segoe UI"/>
              <a:cs typeface="Segoe UI"/>
            </a:endParaRPr>
          </a:p>
          <a:p>
            <a:pPr>
              <a:spcAft>
                <a:spcPts val="1295"/>
              </a:spcAft>
              <a:defRPr/>
            </a:pPr>
            <a:r>
              <a:rPr lang="es-ES" sz="2000" b="0" i="0" strike="noStrike" cap="none" baseline="0">
                <a:solidFill>
                  <a:srgbClr val="000000"/>
                </a:solidFill>
                <a:effectLst/>
                <a:latin typeface="Segoe UI"/>
                <a:ea typeface="Segoe UI"/>
                <a:cs typeface="Segoe UI"/>
              </a:rPr>
              <a:t>Azure Database for PostgreSQL proporciona una infraestructura administrada con PgBouncer integrado</a:t>
            </a:r>
            <a:endParaRPr lang="en-US" sz="2000" b="0" i="0" u="none" strike="noStrike" cap="none" spc="0">
              <a:solidFill>
                <a:schemeClr val="tx1"/>
              </a:solidFill>
              <a:latin typeface="Segoe UI"/>
              <a:cs typeface="Segoe UI"/>
            </a:endParaRPr>
          </a:p>
          <a:p>
            <a:pPr>
              <a:spcAft>
                <a:spcPts val="1295"/>
              </a:spcAft>
              <a:defRPr/>
            </a:pPr>
            <a:r>
              <a:rPr lang="es-ES" sz="2000" b="0" i="0" strike="noStrike" cap="none" baseline="0">
                <a:solidFill>
                  <a:srgbClr val="000000"/>
                </a:solidFill>
                <a:effectLst/>
                <a:latin typeface="Segoe UI"/>
                <a:ea typeface="Segoe UI"/>
                <a:cs typeface="Segoe UI"/>
              </a:rPr>
              <a:t>La optimización de la configuración, la indexación y la administración de conexiones afectan directamente a la latencia de las consultas</a:t>
            </a:r>
            <a:endParaRPr lang="en-US" sz="2000" b="0" i="0" u="none" strike="noStrike" cap="none" spc="0">
              <a:solidFill>
                <a:schemeClr val="tx1"/>
              </a:solidFill>
              <a:latin typeface="Segoe UI"/>
              <a:cs typeface="Segoe UI"/>
            </a:endParaRPr>
          </a:p>
          <a:p>
            <a:pPr>
              <a:lnSpc>
                <a:spcPct val="100000"/>
              </a:lnSpc>
              <a:spcBef>
                <a:spcPct val="0"/>
              </a:spcBef>
              <a:spcAft>
                <a:spcPts val="1295"/>
              </a:spcAft>
              <a:defRPr/>
            </a:pPr>
            <a:r>
              <a:rPr lang="es-ES" sz="2000" b="0" i="0" strike="noStrike" cap="none" baseline="0">
                <a:solidFill>
                  <a:srgbClr val="000000"/>
                </a:solidFill>
                <a:effectLst/>
                <a:latin typeface="Segoe UI"/>
                <a:ea typeface="Segoe UI"/>
                <a:cs typeface="Segoe UI"/>
              </a:rPr>
              <a:t>Las optimizaciones admiten recomendaciones, búsqueda semántica y canalizaciones RAG</a:t>
            </a:r>
            <a:endParaRPr lang="en-US" sz="2600"/>
          </a:p>
        </p:txBody>
      </p:sp>
      <p:pic>
        <p:nvPicPr>
          <p:cNvPr id="1747156438" name="Picture 1" descr="Database icon representing Azure Database for PostgreSQL with pgvector&#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10147436" y="4366281"/>
            <a:ext cx="1788425" cy="2262465"/>
          </a:xfrm>
          <a:prstGeom prst="rect">
            <a:avLst/>
          </a:prstGeom>
          <a:noFill/>
          <a:ln w="9525">
            <a:noFill/>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8508226"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Ajustar PostgreSQL para pgvector</a:t>
            </a:r>
            <a:endParaRPr/>
          </a:p>
        </p:txBody>
      </p:sp>
      <p:sp>
        <p:nvSpPr>
          <p:cNvPr id="1374424417" name="TextBox 2"/>
          <p:cNvSpPr txBox="1"/>
          <p:nvPr/>
        </p:nvSpPr>
        <p:spPr bwMode="auto">
          <a:xfrm>
            <a:off x="457200" y="1225296"/>
            <a:ext cx="5796506" cy="4952027"/>
          </a:xfrm>
          <a:prstGeom prst="rect">
            <a:avLst/>
          </a:prstGeom>
          <a:noFill/>
        </p:spPr>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a:spcAft>
                <a:spcPts val="359"/>
              </a:spcAft>
              <a:defRPr/>
            </a:pPr>
            <a:r>
              <a:rPr lang="es-ES" sz="2000" b="0" i="0" strike="noStrike" cap="none" baseline="0">
                <a:solidFill>
                  <a:srgbClr val="000000"/>
                </a:solidFill>
                <a:effectLst/>
                <a:latin typeface="Segoe UI Semibold"/>
                <a:ea typeface="Segoe UI Semibold"/>
                <a:cs typeface="Segoe UI Semibold"/>
              </a:rPr>
              <a:t>Optimización de memoria y planificador:</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Consolas"/>
                <a:ea typeface="Consolas"/>
                <a:cs typeface="Consolas"/>
              </a:rPr>
              <a:t>shared_buffers</a:t>
            </a:r>
            <a:r>
              <a:rPr lang="es-ES" sz="1800" b="0" i="0" strike="noStrike" cap="none" baseline="0">
                <a:solidFill>
                  <a:srgbClr val="000000"/>
                </a:solidFill>
                <a:effectLst/>
                <a:latin typeface="Segoe UI"/>
                <a:ea typeface="Segoe UI"/>
                <a:cs typeface="Segoe UI"/>
              </a:rPr>
              <a:t> y </a:t>
            </a:r>
            <a:r>
              <a:rPr lang="es-ES" sz="1800" b="0" i="0" strike="noStrike" cap="none" baseline="0">
                <a:solidFill>
                  <a:srgbClr val="000000"/>
                </a:solidFill>
                <a:effectLst/>
                <a:latin typeface="Consolas"/>
                <a:ea typeface="Consolas"/>
                <a:cs typeface="Consolas"/>
              </a:rPr>
              <a:t>work_mem</a:t>
            </a:r>
            <a:r>
              <a:rPr lang="es-ES" sz="1800" b="0" i="0" strike="noStrike" cap="none" baseline="0">
                <a:solidFill>
                  <a:srgbClr val="000000"/>
                </a:solidFill>
                <a:effectLst/>
                <a:latin typeface="Segoe UI"/>
                <a:ea typeface="Segoe UI"/>
                <a:cs typeface="Segoe UI"/>
              </a:rPr>
              <a:t> dimensionados para el volumen de datos vectoriales</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Consolas"/>
                <a:ea typeface="Consolas"/>
                <a:cs typeface="Consolas"/>
              </a:rPr>
              <a:t>random_page_cost</a:t>
            </a:r>
            <a:r>
              <a:rPr lang="es-ES" sz="1800" b="0" i="0" strike="noStrike" cap="none" baseline="0">
                <a:solidFill>
                  <a:srgbClr val="000000"/>
                </a:solidFill>
                <a:effectLst/>
                <a:latin typeface="Segoe UI"/>
                <a:ea typeface="Segoe UI"/>
                <a:cs typeface="Segoe UI"/>
              </a:rPr>
              <a:t> reducido a 1,1 para el almacenamiento en SSD</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Consolas"/>
                <a:ea typeface="Consolas"/>
                <a:cs typeface="Consolas"/>
              </a:rPr>
              <a:t>effective_io_concurrency</a:t>
            </a:r>
            <a:r>
              <a:rPr lang="es-ES" sz="1800" b="0" i="0" strike="noStrike" cap="none" baseline="0">
                <a:solidFill>
                  <a:srgbClr val="000000"/>
                </a:solidFill>
                <a:effectLst/>
                <a:latin typeface="Segoe UI"/>
                <a:ea typeface="Segoe UI"/>
                <a:cs typeface="Segoe UI"/>
              </a:rPr>
              <a:t> establecido en 200 para E/S en paralelo</a:t>
            </a:r>
            <a:endParaRPr lang="en-US" sz="1800" b="0" i="0" u="none" strike="noStrike" cap="none" spc="0">
              <a:solidFill>
                <a:schemeClr val="tx1"/>
              </a:solidFill>
              <a:latin typeface="Segoe UI"/>
              <a:cs typeface="Segoe UI"/>
            </a:endParaRPr>
          </a:p>
          <a:p>
            <a:pPr marL="0" marR="0" indent="0" algn="l">
              <a:lnSpc>
                <a:spcPct val="100000"/>
              </a:lnSpc>
              <a:spcBef>
                <a:spcPts val="1583"/>
              </a:spcBef>
              <a:spcAft>
                <a:spcPts val="359"/>
              </a:spcAft>
              <a:defRPr/>
            </a:pPr>
            <a:r>
              <a:rPr lang="es-ES" sz="2000" b="0" i="0" strike="noStrike" cap="none" baseline="0">
                <a:solidFill>
                  <a:srgbClr val="000000"/>
                </a:solidFill>
                <a:effectLst/>
                <a:latin typeface="Segoe UI Semibold"/>
                <a:ea typeface="Segoe UI Semibold"/>
                <a:cs typeface="Segoe UI Semibold"/>
              </a:rPr>
              <a:t>Parámetros de búsqueda pgvector:</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Consolas"/>
                <a:ea typeface="Consolas"/>
                <a:cs typeface="Consolas"/>
              </a:rPr>
              <a:t>ivfflat.probes</a:t>
            </a:r>
            <a:r>
              <a:rPr lang="es-ES" sz="1800" b="0" i="0" strike="noStrike" cap="none" baseline="0">
                <a:solidFill>
                  <a:srgbClr val="000000"/>
                </a:solidFill>
                <a:effectLst/>
                <a:latin typeface="Segoe UI"/>
                <a:ea typeface="Segoe UI"/>
                <a:cs typeface="Segoe UI"/>
              </a:rPr>
              <a:t> controla la recuperación frente a la compensación de velocidad</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Consolas"/>
                <a:ea typeface="Consolas"/>
                <a:cs typeface="Consolas"/>
              </a:rPr>
              <a:t>hnsw.ef_search</a:t>
            </a:r>
            <a:r>
              <a:rPr lang="es-ES" sz="1800" b="0" i="0" strike="noStrike" cap="none" baseline="0">
                <a:solidFill>
                  <a:srgbClr val="000000"/>
                </a:solidFill>
                <a:effectLst/>
                <a:latin typeface="Segoe UI"/>
                <a:ea typeface="Segoe UI"/>
                <a:cs typeface="Segoe UI"/>
              </a:rPr>
              <a:t> controla la profundidad de exploración del grafo</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Consolas"/>
                <a:cs typeface="Segoe UI"/>
              </a:rPr>
              <a:t>EXPLAIN ANALYZE</a:t>
            </a:r>
            <a:r>
              <a:rPr lang="es-ES" sz="1800" b="0" i="0" strike="noStrike" cap="none" baseline="0">
                <a:solidFill>
                  <a:srgbClr val="000000"/>
                </a:solidFill>
                <a:effectLst/>
                <a:latin typeface="Segoe UI"/>
                <a:ea typeface="Segoe UI"/>
                <a:cs typeface="Segoe UI"/>
              </a:rPr>
              <a:t> valida el uso y el tiempo del índice</a:t>
            </a:r>
            <a:endParaRPr sz="1800"/>
          </a:p>
        </p:txBody>
      </p:sp>
      <p:sp>
        <p:nvSpPr>
          <p:cNvPr id="1357521316" name=" 1357521315"/>
          <p:cNvSpPr/>
          <p:nvPr/>
        </p:nvSpPr>
        <p:spPr bwMode="auto">
          <a:xfrm>
            <a:off x="7431440" y="1410750"/>
            <a:ext cx="4250889" cy="3627121"/>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600" dirty="0">
                <a:solidFill>
                  <a:srgbClr val="008000"/>
                </a:solidFill>
                <a:latin typeface="Consolas"/>
                <a:ea typeface="Consolas"/>
                <a:cs typeface="Consolas"/>
              </a:rPr>
              <a:t>-- Server parameters</a:t>
            </a:r>
            <a:endParaRPr lang="en-US" sz="2200" dirty="0"/>
          </a:p>
          <a:p>
            <a:pPr>
              <a:defRPr/>
            </a:pPr>
            <a:r>
              <a:rPr lang="en-US" sz="1600" dirty="0">
                <a:solidFill>
                  <a:srgbClr val="0000FF"/>
                </a:solidFill>
                <a:latin typeface="Consolas"/>
                <a:ea typeface="Consolas"/>
                <a:cs typeface="Consolas"/>
              </a:rPr>
              <a:t>SET</a:t>
            </a:r>
            <a:r>
              <a:rPr lang="en-US" sz="1600" dirty="0">
                <a:solidFill>
                  <a:srgbClr val="000000"/>
                </a:solidFill>
                <a:latin typeface="Consolas"/>
                <a:ea typeface="Consolas"/>
                <a:cs typeface="Consolas"/>
              </a:rPr>
              <a:t> </a:t>
            </a:r>
            <a:r>
              <a:rPr lang="en-US" sz="1600" dirty="0" err="1">
                <a:solidFill>
                  <a:srgbClr val="000000"/>
                </a:solidFill>
                <a:latin typeface="Consolas"/>
                <a:ea typeface="Consolas"/>
                <a:cs typeface="Consolas"/>
              </a:rPr>
              <a:t>shared_buffers</a:t>
            </a:r>
            <a:r>
              <a:rPr lang="en-US" sz="1600" dirty="0">
                <a:solidFill>
                  <a:srgbClr val="000000"/>
                </a:solidFill>
                <a:latin typeface="Consolas"/>
                <a:ea typeface="Consolas"/>
                <a:cs typeface="Consolas"/>
              </a:rPr>
              <a:t> = </a:t>
            </a:r>
            <a:r>
              <a:rPr lang="en-US" sz="1600" dirty="0">
                <a:solidFill>
                  <a:srgbClr val="A31515"/>
                </a:solidFill>
                <a:latin typeface="Consolas"/>
                <a:ea typeface="Consolas"/>
                <a:cs typeface="Consolas"/>
              </a:rPr>
              <a:t>'2GB'</a:t>
            </a:r>
            <a:r>
              <a:rPr lang="en-US" sz="1600" dirty="0">
                <a:solidFill>
                  <a:srgbClr val="000000"/>
                </a:solidFill>
                <a:latin typeface="Consolas"/>
                <a:ea typeface="Consolas"/>
                <a:cs typeface="Consolas"/>
              </a:rPr>
              <a:t>;</a:t>
            </a:r>
            <a:endParaRPr lang="en-US" sz="2200" dirty="0"/>
          </a:p>
          <a:p>
            <a:pPr>
              <a:defRPr/>
            </a:pPr>
            <a:r>
              <a:rPr lang="en-US" sz="1600" dirty="0">
                <a:solidFill>
                  <a:srgbClr val="0000FF"/>
                </a:solidFill>
                <a:latin typeface="Consolas"/>
                <a:ea typeface="Consolas"/>
                <a:cs typeface="Consolas"/>
              </a:rPr>
              <a:t>SET</a:t>
            </a:r>
            <a:r>
              <a:rPr lang="en-US" sz="1600" dirty="0">
                <a:solidFill>
                  <a:srgbClr val="000000"/>
                </a:solidFill>
                <a:latin typeface="Consolas"/>
                <a:ea typeface="Consolas"/>
                <a:cs typeface="Consolas"/>
              </a:rPr>
              <a:t> </a:t>
            </a:r>
            <a:r>
              <a:rPr lang="en-US" sz="1600" dirty="0" err="1">
                <a:solidFill>
                  <a:srgbClr val="000000"/>
                </a:solidFill>
                <a:latin typeface="Consolas"/>
                <a:ea typeface="Consolas"/>
                <a:cs typeface="Consolas"/>
              </a:rPr>
              <a:t>work_mem</a:t>
            </a:r>
            <a:r>
              <a:rPr lang="en-US" sz="1600" dirty="0">
                <a:solidFill>
                  <a:srgbClr val="000000"/>
                </a:solidFill>
                <a:latin typeface="Consolas"/>
                <a:ea typeface="Consolas"/>
                <a:cs typeface="Consolas"/>
              </a:rPr>
              <a:t> = </a:t>
            </a:r>
            <a:r>
              <a:rPr lang="en-US" sz="1600" dirty="0">
                <a:solidFill>
                  <a:srgbClr val="A31515"/>
                </a:solidFill>
                <a:latin typeface="Consolas"/>
                <a:ea typeface="Consolas"/>
                <a:cs typeface="Consolas"/>
              </a:rPr>
              <a:t>'256MB'</a:t>
            </a:r>
            <a:r>
              <a:rPr lang="en-US" sz="1600" dirty="0">
                <a:solidFill>
                  <a:srgbClr val="000000"/>
                </a:solidFill>
                <a:latin typeface="Consolas"/>
                <a:ea typeface="Consolas"/>
                <a:cs typeface="Consolas"/>
              </a:rPr>
              <a:t>;</a:t>
            </a:r>
            <a:endParaRPr lang="en-US" sz="2200" dirty="0"/>
          </a:p>
          <a:p>
            <a:pPr>
              <a:defRPr/>
            </a:pPr>
            <a:r>
              <a:rPr lang="en-US" sz="1600" dirty="0">
                <a:solidFill>
                  <a:srgbClr val="0000FF"/>
                </a:solidFill>
                <a:latin typeface="Consolas"/>
                <a:ea typeface="Consolas"/>
                <a:cs typeface="Consolas"/>
              </a:rPr>
              <a:t>SET</a:t>
            </a:r>
            <a:r>
              <a:rPr lang="en-US" sz="1600" dirty="0">
                <a:solidFill>
                  <a:srgbClr val="000000"/>
                </a:solidFill>
                <a:latin typeface="Consolas"/>
                <a:ea typeface="Consolas"/>
                <a:cs typeface="Consolas"/>
              </a:rPr>
              <a:t> </a:t>
            </a:r>
            <a:r>
              <a:rPr lang="en-US" sz="1600" dirty="0" err="1">
                <a:solidFill>
                  <a:srgbClr val="000000"/>
                </a:solidFill>
                <a:latin typeface="Consolas"/>
                <a:ea typeface="Consolas"/>
                <a:cs typeface="Consolas"/>
              </a:rPr>
              <a:t>random_page_cost</a:t>
            </a:r>
            <a:r>
              <a:rPr lang="en-US" sz="1600" dirty="0">
                <a:solidFill>
                  <a:srgbClr val="000000"/>
                </a:solidFill>
                <a:latin typeface="Consolas"/>
                <a:ea typeface="Consolas"/>
                <a:cs typeface="Consolas"/>
              </a:rPr>
              <a:t> = </a:t>
            </a:r>
            <a:r>
              <a:rPr lang="en-US" sz="1600" dirty="0">
                <a:solidFill>
                  <a:srgbClr val="098658"/>
                </a:solidFill>
                <a:latin typeface="Consolas"/>
                <a:ea typeface="Consolas"/>
                <a:cs typeface="Consolas"/>
              </a:rPr>
              <a:t>1</a:t>
            </a:r>
            <a:r>
              <a:rPr lang="en-US" sz="1600" dirty="0">
                <a:solidFill>
                  <a:srgbClr val="000000"/>
                </a:solidFill>
                <a:latin typeface="Consolas"/>
                <a:ea typeface="Consolas"/>
                <a:cs typeface="Consolas"/>
              </a:rPr>
              <a:t>.</a:t>
            </a:r>
            <a:r>
              <a:rPr lang="en-US" sz="1600" dirty="0">
                <a:solidFill>
                  <a:srgbClr val="098658"/>
                </a:solidFill>
                <a:latin typeface="Consolas"/>
                <a:ea typeface="Consolas"/>
                <a:cs typeface="Consolas"/>
              </a:rPr>
              <a:t>1</a:t>
            </a:r>
            <a:r>
              <a:rPr lang="en-US" sz="1600" dirty="0">
                <a:solidFill>
                  <a:srgbClr val="000000"/>
                </a:solidFill>
                <a:latin typeface="Consolas"/>
                <a:ea typeface="Consolas"/>
                <a:cs typeface="Consolas"/>
              </a:rPr>
              <a:t>;</a:t>
            </a:r>
            <a:endParaRPr lang="en-US" sz="2200" dirty="0"/>
          </a:p>
          <a:p>
            <a:pPr>
              <a:defRPr/>
            </a:pPr>
            <a:r>
              <a:rPr lang="en-US" sz="1600" dirty="0">
                <a:solidFill>
                  <a:srgbClr val="0000FF"/>
                </a:solidFill>
                <a:latin typeface="Consolas"/>
                <a:ea typeface="Consolas"/>
                <a:cs typeface="Consolas"/>
              </a:rPr>
              <a:t>SET</a:t>
            </a:r>
            <a:r>
              <a:rPr lang="en-US" sz="1600" dirty="0">
                <a:solidFill>
                  <a:srgbClr val="000000"/>
                </a:solidFill>
                <a:latin typeface="Consolas"/>
                <a:ea typeface="Consolas"/>
                <a:cs typeface="Consolas"/>
              </a:rPr>
              <a:t> </a:t>
            </a:r>
            <a:r>
              <a:rPr lang="en-US" sz="1600" dirty="0" err="1">
                <a:solidFill>
                  <a:srgbClr val="000000"/>
                </a:solidFill>
                <a:latin typeface="Consolas"/>
                <a:ea typeface="Consolas"/>
                <a:cs typeface="Consolas"/>
              </a:rPr>
              <a:t>effective_io_concurrency</a:t>
            </a:r>
            <a:r>
              <a:rPr lang="en-US" sz="1600" dirty="0">
                <a:solidFill>
                  <a:srgbClr val="000000"/>
                </a:solidFill>
                <a:latin typeface="Consolas"/>
                <a:ea typeface="Consolas"/>
                <a:cs typeface="Consolas"/>
              </a:rPr>
              <a:t> = </a:t>
            </a:r>
            <a:r>
              <a:rPr lang="en-US" sz="1600" dirty="0">
                <a:solidFill>
                  <a:srgbClr val="098658"/>
                </a:solidFill>
                <a:latin typeface="Consolas"/>
                <a:ea typeface="Consolas"/>
                <a:cs typeface="Consolas"/>
              </a:rPr>
              <a:t>200</a:t>
            </a:r>
            <a:r>
              <a:rPr lang="en-US" sz="1600" dirty="0">
                <a:solidFill>
                  <a:srgbClr val="000000"/>
                </a:solidFill>
                <a:latin typeface="Consolas"/>
                <a:ea typeface="Consolas"/>
                <a:cs typeface="Consolas"/>
              </a:rPr>
              <a:t>;</a:t>
            </a:r>
            <a:br>
              <a:rPr lang="en-US" sz="1600" dirty="0">
                <a:solidFill>
                  <a:srgbClr val="000000"/>
                </a:solidFill>
                <a:latin typeface="Consolas"/>
                <a:ea typeface="Consolas"/>
                <a:cs typeface="Consolas"/>
              </a:rPr>
            </a:br>
            <a:endParaRPr lang="en-US" sz="2200" dirty="0"/>
          </a:p>
          <a:p>
            <a:pPr>
              <a:defRPr/>
            </a:pPr>
            <a:r>
              <a:rPr lang="en-US" sz="1600" dirty="0">
                <a:solidFill>
                  <a:srgbClr val="008000"/>
                </a:solidFill>
                <a:latin typeface="Consolas"/>
                <a:ea typeface="Consolas"/>
                <a:cs typeface="Consolas"/>
              </a:rPr>
              <a:t>-- Search parameters (per session)</a:t>
            </a:r>
            <a:endParaRPr lang="en-US" sz="2200" dirty="0"/>
          </a:p>
          <a:p>
            <a:pPr>
              <a:defRPr/>
            </a:pPr>
            <a:r>
              <a:rPr lang="en-US" sz="1600" dirty="0">
                <a:solidFill>
                  <a:srgbClr val="0000FF"/>
                </a:solidFill>
                <a:latin typeface="Consolas"/>
                <a:ea typeface="Consolas"/>
                <a:cs typeface="Consolas"/>
              </a:rPr>
              <a:t>SET</a:t>
            </a:r>
            <a:r>
              <a:rPr lang="en-US" sz="1600" dirty="0">
                <a:solidFill>
                  <a:srgbClr val="000000"/>
                </a:solidFill>
                <a:latin typeface="Consolas"/>
                <a:ea typeface="Consolas"/>
                <a:cs typeface="Consolas"/>
              </a:rPr>
              <a:t> </a:t>
            </a:r>
            <a:r>
              <a:rPr lang="en-US" sz="1600" dirty="0" err="1">
                <a:solidFill>
                  <a:srgbClr val="000000"/>
                </a:solidFill>
                <a:latin typeface="Consolas"/>
                <a:ea typeface="Consolas"/>
                <a:cs typeface="Consolas"/>
              </a:rPr>
              <a:t>ivfflat.probes</a:t>
            </a:r>
            <a:r>
              <a:rPr lang="en-US" sz="1600" dirty="0">
                <a:solidFill>
                  <a:srgbClr val="000000"/>
                </a:solidFill>
                <a:latin typeface="Consolas"/>
                <a:ea typeface="Consolas"/>
                <a:cs typeface="Consolas"/>
              </a:rPr>
              <a:t> = </a:t>
            </a:r>
            <a:r>
              <a:rPr lang="en-US" sz="1600" dirty="0">
                <a:solidFill>
                  <a:srgbClr val="098658"/>
                </a:solidFill>
                <a:latin typeface="Consolas"/>
                <a:ea typeface="Consolas"/>
                <a:cs typeface="Consolas"/>
              </a:rPr>
              <a:t>10</a:t>
            </a:r>
            <a:r>
              <a:rPr lang="en-US" sz="1600" dirty="0">
                <a:solidFill>
                  <a:srgbClr val="000000"/>
                </a:solidFill>
                <a:latin typeface="Consolas"/>
                <a:ea typeface="Consolas"/>
                <a:cs typeface="Consolas"/>
              </a:rPr>
              <a:t>;</a:t>
            </a:r>
            <a:endParaRPr lang="en-US" sz="2200" dirty="0"/>
          </a:p>
          <a:p>
            <a:pPr>
              <a:defRPr/>
            </a:pPr>
            <a:r>
              <a:rPr lang="en-US" sz="1600" dirty="0">
                <a:solidFill>
                  <a:srgbClr val="0000FF"/>
                </a:solidFill>
                <a:latin typeface="Consolas"/>
                <a:ea typeface="Consolas"/>
                <a:cs typeface="Consolas"/>
              </a:rPr>
              <a:t>SET</a:t>
            </a:r>
            <a:r>
              <a:rPr lang="en-US" sz="1600" dirty="0">
                <a:solidFill>
                  <a:srgbClr val="000000"/>
                </a:solidFill>
                <a:latin typeface="Consolas"/>
                <a:ea typeface="Consolas"/>
                <a:cs typeface="Consolas"/>
              </a:rPr>
              <a:t> </a:t>
            </a:r>
            <a:r>
              <a:rPr lang="en-US" sz="1600" dirty="0" err="1">
                <a:solidFill>
                  <a:srgbClr val="000000"/>
                </a:solidFill>
                <a:latin typeface="Consolas"/>
                <a:ea typeface="Consolas"/>
                <a:cs typeface="Consolas"/>
              </a:rPr>
              <a:t>hnsw.ef_search</a:t>
            </a:r>
            <a:r>
              <a:rPr lang="en-US" sz="1600" dirty="0">
                <a:solidFill>
                  <a:srgbClr val="000000"/>
                </a:solidFill>
                <a:latin typeface="Consolas"/>
                <a:ea typeface="Consolas"/>
                <a:cs typeface="Consolas"/>
              </a:rPr>
              <a:t> = </a:t>
            </a:r>
            <a:r>
              <a:rPr lang="en-US" sz="1600" dirty="0">
                <a:solidFill>
                  <a:srgbClr val="098658"/>
                </a:solidFill>
                <a:latin typeface="Consolas"/>
                <a:ea typeface="Consolas"/>
                <a:cs typeface="Consolas"/>
              </a:rPr>
              <a:t>100</a:t>
            </a:r>
            <a:r>
              <a:rPr lang="en-US" sz="1600" dirty="0">
                <a:solidFill>
                  <a:srgbClr val="000000"/>
                </a:solidFill>
                <a:latin typeface="Consolas"/>
                <a:ea typeface="Consolas"/>
                <a:cs typeface="Consolas"/>
              </a:rPr>
              <a:t>;</a:t>
            </a:r>
          </a:p>
          <a:p>
            <a:pPr>
              <a:defRPr/>
            </a:pPr>
            <a:endParaRPr lang="en-US" sz="1600" dirty="0"/>
          </a:p>
          <a:p>
            <a:pPr>
              <a:defRPr/>
            </a:pPr>
            <a:r>
              <a:rPr lang="en-US" sz="1600" dirty="0">
                <a:solidFill>
                  <a:srgbClr val="008000"/>
                </a:solidFill>
                <a:latin typeface="Consolas"/>
                <a:ea typeface="Consolas"/>
                <a:cs typeface="Consolas"/>
              </a:rPr>
              <a:t>-- Validate index usage</a:t>
            </a:r>
          </a:p>
          <a:p>
            <a:pPr>
              <a:defRPr/>
            </a:pPr>
            <a:r>
              <a:rPr lang="en-US" sz="1600" dirty="0">
                <a:solidFill>
                  <a:srgbClr val="000000"/>
                </a:solidFill>
                <a:latin typeface="Consolas"/>
                <a:ea typeface="Consolas"/>
                <a:cs typeface="Consolas"/>
              </a:rPr>
              <a:t>EXPLAIN ANALYZE</a:t>
            </a:r>
            <a:endParaRPr lang="en-US" sz="2200" dirty="0"/>
          </a:p>
          <a:p>
            <a:pPr>
              <a:defRPr/>
            </a:pPr>
            <a:r>
              <a:rPr lang="en-US" sz="1600" dirty="0">
                <a:solidFill>
                  <a:srgbClr val="0000FF"/>
                </a:solidFill>
                <a:latin typeface="Consolas"/>
                <a:ea typeface="Consolas"/>
                <a:cs typeface="Consolas"/>
              </a:rPr>
              <a:t>SELECT</a:t>
            </a:r>
            <a:r>
              <a:rPr lang="en-US" sz="1600" dirty="0">
                <a:solidFill>
                  <a:srgbClr val="000000"/>
                </a:solidFill>
                <a:latin typeface="Consolas"/>
                <a:ea typeface="Consolas"/>
                <a:cs typeface="Consolas"/>
              </a:rPr>
              <a:t> * </a:t>
            </a:r>
            <a:r>
              <a:rPr lang="en-US" sz="1600" dirty="0">
                <a:solidFill>
                  <a:srgbClr val="0000FF"/>
                </a:solidFill>
                <a:latin typeface="Consolas"/>
                <a:ea typeface="Consolas"/>
                <a:cs typeface="Consolas"/>
              </a:rPr>
              <a:t>FROM</a:t>
            </a:r>
            <a:r>
              <a:rPr lang="en-US" sz="1600" dirty="0">
                <a:solidFill>
                  <a:srgbClr val="000000"/>
                </a:solidFill>
                <a:latin typeface="Consolas"/>
                <a:ea typeface="Consolas"/>
                <a:cs typeface="Consolas"/>
              </a:rPr>
              <a:t> products</a:t>
            </a:r>
            <a:endParaRPr lang="en-US" sz="2200" dirty="0"/>
          </a:p>
          <a:p>
            <a:pPr>
              <a:defRPr/>
            </a:pPr>
            <a:r>
              <a:rPr lang="en-US" sz="1600" dirty="0">
                <a:solidFill>
                  <a:srgbClr val="0000FF"/>
                </a:solidFill>
                <a:latin typeface="Consolas"/>
                <a:ea typeface="Consolas"/>
                <a:cs typeface="Consolas"/>
              </a:rPr>
              <a:t>ORDER BY</a:t>
            </a:r>
            <a:r>
              <a:rPr lang="en-US" sz="1600" dirty="0">
                <a:solidFill>
                  <a:srgbClr val="000000"/>
                </a:solidFill>
                <a:latin typeface="Consolas"/>
                <a:ea typeface="Consolas"/>
                <a:cs typeface="Consolas"/>
              </a:rPr>
              <a:t> embedding &lt;=&gt; $</a:t>
            </a:r>
            <a:r>
              <a:rPr lang="en-US" sz="1600" dirty="0">
                <a:solidFill>
                  <a:srgbClr val="098658"/>
                </a:solidFill>
                <a:latin typeface="Consolas"/>
                <a:ea typeface="Consolas"/>
                <a:cs typeface="Consolas"/>
              </a:rPr>
              <a:t>1</a:t>
            </a:r>
            <a:r>
              <a:rPr lang="en-US" sz="1600" dirty="0">
                <a:solidFill>
                  <a:srgbClr val="000000"/>
                </a:solidFill>
                <a:latin typeface="Consolas"/>
                <a:ea typeface="Consolas"/>
                <a:cs typeface="Consolas"/>
              </a:rPr>
              <a:t> </a:t>
            </a:r>
            <a:r>
              <a:rPr lang="en-US" sz="1600" dirty="0">
                <a:solidFill>
                  <a:srgbClr val="0000FF"/>
                </a:solidFill>
                <a:latin typeface="Consolas"/>
                <a:ea typeface="Consolas"/>
                <a:cs typeface="Consolas"/>
              </a:rPr>
              <a:t>LIMIT</a:t>
            </a:r>
            <a:r>
              <a:rPr lang="en-US" sz="1600" dirty="0">
                <a:solidFill>
                  <a:srgbClr val="000000"/>
                </a:solidFill>
                <a:latin typeface="Consolas"/>
                <a:ea typeface="Consolas"/>
                <a:cs typeface="Consolas"/>
              </a:rPr>
              <a:t> </a:t>
            </a:r>
            <a:r>
              <a:rPr lang="en-US" sz="1600" dirty="0">
                <a:solidFill>
                  <a:srgbClr val="098658"/>
                </a:solidFill>
                <a:latin typeface="Consolas"/>
                <a:ea typeface="Consolas"/>
                <a:cs typeface="Consolas"/>
              </a:rPr>
              <a:t>10</a:t>
            </a:r>
            <a:r>
              <a:rPr lang="en-US" sz="1600" dirty="0">
                <a:solidFill>
                  <a:srgbClr val="000000"/>
                </a:solidFill>
                <a:latin typeface="Consolas"/>
                <a:ea typeface="Consolas"/>
                <a:cs typeface="Consolas"/>
              </a:rPr>
              <a:t>;</a:t>
            </a:r>
            <a:endParaRPr lang="en-US" sz="2200"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9070263"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Elegir y configurar índices vectoriales</a:t>
            </a:r>
            <a:endParaRPr lang="en-US"/>
          </a:p>
        </p:txBody>
      </p:sp>
      <p:sp>
        <p:nvSpPr>
          <p:cNvPr id="555314185" name="TextBox 2"/>
          <p:cNvSpPr txBox="1"/>
          <p:nvPr/>
        </p:nvSpPr>
        <p:spPr bwMode="auto">
          <a:xfrm>
            <a:off x="582239" y="1229358"/>
            <a:ext cx="5172363" cy="4843371"/>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spcAft>
                <a:spcPts val="359"/>
              </a:spcAft>
              <a:defRPr/>
            </a:pPr>
            <a:r>
              <a:rPr lang="es-ES" sz="2200" b="0" i="0" strike="noStrike" cap="none" baseline="0">
                <a:solidFill>
                  <a:srgbClr val="000000"/>
                </a:solidFill>
                <a:effectLst/>
                <a:latin typeface="Segoe UI Semibold"/>
                <a:ea typeface="Segoe UI Semibold"/>
                <a:cs typeface="Segoe UI Semibold"/>
              </a:rPr>
              <a:t>IVFFlat (basado en clústeres):</a:t>
            </a:r>
            <a:endParaRPr sz="1600" b="0" i="0" u="none" strike="noStrike" cap="none" spc="0">
              <a:solidFill>
                <a:srgbClr val="000000"/>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Partición de vectores en listas a través de la agrupación en clústeres k-means</a:t>
            </a:r>
            <a:endParaRPr sz="1800" b="0" i="0" u="none" strike="noStrike" cap="none" spc="0">
              <a:solidFill>
                <a:srgbClr val="000000"/>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Tiempos de compilación rápidos, menor uso de memoria</a:t>
            </a:r>
            <a:endParaRPr sz="1800" b="0" i="0" u="none" strike="noStrike" cap="none" spc="0">
              <a:solidFill>
                <a:srgbClr val="000000"/>
              </a:solidFill>
              <a:latin typeface="Segoe UI"/>
              <a:cs typeface="Segoe UI"/>
            </a:endParaRPr>
          </a:p>
          <a:p>
            <a:pPr marL="228600" marR="0" indent="-228600">
              <a:spcAft>
                <a:spcPts val="359"/>
              </a:spcAft>
              <a:buFont typeface="Arial"/>
              <a:buChar char="•"/>
              <a:defRPr/>
            </a:pPr>
            <a:r>
              <a:rPr lang="es-ES" sz="1800" b="0" i="0" strike="noStrike" cap="none" baseline="0">
                <a:solidFill>
                  <a:srgbClr val="000000"/>
                </a:solidFill>
                <a:effectLst/>
                <a:latin typeface="Segoe UI"/>
                <a:ea typeface="Segoe UI"/>
                <a:cs typeface="Segoe UI"/>
              </a:rPr>
              <a:t>Ideal para recompilaciones frecuentes o presupuestos de memoria limitados</a:t>
            </a:r>
            <a:endParaRPr sz="1600" b="0" i="0" u="none" strike="noStrike" cap="none" spc="0">
              <a:solidFill>
                <a:srgbClr val="000000"/>
              </a:solidFill>
              <a:latin typeface="Segoe UI"/>
              <a:cs typeface="Segoe UI"/>
            </a:endParaRPr>
          </a:p>
          <a:p>
            <a:pPr marL="0" marR="0" indent="0" algn="l">
              <a:lnSpc>
                <a:spcPct val="100000"/>
              </a:lnSpc>
              <a:spcBef>
                <a:spcPts val="1583"/>
              </a:spcBef>
              <a:spcAft>
                <a:spcPts val="359"/>
              </a:spcAft>
              <a:defRPr/>
            </a:pPr>
            <a:r>
              <a:rPr lang="es-ES" sz="2200" b="0" i="0" strike="noStrike" cap="none" baseline="0">
                <a:solidFill>
                  <a:srgbClr val="000000"/>
                </a:solidFill>
                <a:effectLst/>
                <a:latin typeface="Segoe UI Semibold"/>
                <a:ea typeface="Segoe UI Semibold"/>
                <a:cs typeface="Segoe UI Semibold"/>
              </a:rPr>
              <a:t>HNSW (basado en grafos):</a:t>
            </a:r>
            <a:endParaRPr sz="1600" b="0" i="0" u="none" strike="noStrike" cap="none" spc="0">
              <a:solidFill>
                <a:srgbClr val="000000"/>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Estructura de grafos navegables de varias capas</a:t>
            </a:r>
            <a:endParaRPr lang="en-US" sz="1800" b="0" i="0" u="none" strike="noStrike" cap="none" spc="0">
              <a:solidFill>
                <a:srgbClr val="000000"/>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Mayor recuperación (99 %+), latencia de consulta coherente</a:t>
            </a:r>
            <a:endParaRPr lang="en-US" sz="1800" b="0" i="0" u="none" strike="noStrike" cap="none" spc="0">
              <a:solidFill>
                <a:srgbClr val="000000"/>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Ideal para cargas de trabajo de lectura intensiva y en las que la precisión es fundamental</a:t>
            </a:r>
            <a:endParaRPr sz="2000"/>
          </a:p>
        </p:txBody>
      </p:sp>
      <p:pic>
        <p:nvPicPr>
          <p:cNvPr id="1047159939" name="Picture 1" descr="Image showing a comparison of IVFFlat cluster-based and HNSW graph-based index approache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7304742" y="1031287"/>
            <a:ext cx="3483864" cy="5239512"/>
          </a:xfrm>
          <a:prstGeom prst="rect">
            <a:avLst/>
          </a:prstGeom>
          <a:noFill/>
          <a:ln w="9525">
            <a:noFill/>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0886966"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Optimizar la distribución de datos</a:t>
            </a:r>
            <a:endParaRPr lang="en-US"/>
          </a:p>
        </p:txBody>
      </p:sp>
      <p:sp>
        <p:nvSpPr>
          <p:cNvPr id="899580394" name="TextBox 2"/>
          <p:cNvSpPr txBox="1"/>
          <p:nvPr/>
        </p:nvSpPr>
        <p:spPr bwMode="auto">
          <a:xfrm>
            <a:off x="457199" y="1226083"/>
            <a:ext cx="5341621" cy="4885157"/>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spcAft>
                <a:spcPts val="359"/>
              </a:spcAft>
              <a:defRPr/>
            </a:pPr>
            <a:r>
              <a:rPr lang="es-ES" sz="2000" b="0" i="0" strike="noStrike" cap="none" baseline="0" dirty="0">
                <a:solidFill>
                  <a:srgbClr val="000000"/>
                </a:solidFill>
                <a:effectLst/>
                <a:latin typeface="Segoe UI Semibold"/>
                <a:ea typeface="Segoe UI Semibold"/>
                <a:cs typeface="Segoe UI Semibold"/>
              </a:rPr>
              <a:t>Diseño de esquema para la búsqueda filtrada:</a:t>
            </a:r>
            <a:endParaRPr lang="en-US" sz="1800" b="0" i="0" u="none" strike="noStrike" cap="none" spc="0" dirty="0">
              <a:solidFill>
                <a:schemeClr val="tx1"/>
              </a:solidFill>
              <a:latin typeface="Segoe UI"/>
              <a:cs typeface="Segoe UI"/>
            </a:endParaRPr>
          </a:p>
          <a:p>
            <a:pPr marL="228598" marR="0" indent="-228598"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Columnas estructuradas con índices de árbol B para filtros comunes</a:t>
            </a:r>
            <a:endParaRPr lang="en-US" sz="1800" b="0" i="0" u="none" strike="noStrike" cap="none" spc="0" dirty="0">
              <a:solidFill>
                <a:schemeClr val="tx1"/>
              </a:solidFill>
              <a:latin typeface="Segoe UI"/>
              <a:cs typeface="Segoe UI"/>
            </a:endParaRPr>
          </a:p>
          <a:p>
            <a:pPr marL="228598" marR="0" indent="-228598"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JSONB para atributos dinámicos o filtrados rara vez</a:t>
            </a:r>
            <a:endParaRPr lang="en-US" sz="1800" b="0" i="0" u="none" strike="noStrike" cap="none" spc="0" dirty="0">
              <a:solidFill>
                <a:schemeClr val="tx1"/>
              </a:solidFill>
              <a:latin typeface="Segoe UI"/>
              <a:cs typeface="Segoe UI"/>
            </a:endParaRPr>
          </a:p>
          <a:p>
            <a:pPr marL="228598" marR="0" indent="-228598" algn="l">
              <a:lnSpc>
                <a:spcPct val="100000"/>
              </a:lnSpc>
              <a:spcBef>
                <a:spcPct val="0"/>
              </a:spcBef>
              <a:spcAft>
                <a:spcPts val="574"/>
              </a:spcAft>
              <a:buChar char="•"/>
              <a:defRPr/>
            </a:pPr>
            <a:r>
              <a:rPr lang="es-ES" sz="1800" b="0" i="0" strike="noStrike" cap="none" baseline="0" dirty="0">
                <a:solidFill>
                  <a:srgbClr val="000000"/>
                </a:solidFill>
                <a:effectLst/>
                <a:latin typeface="Segoe UI"/>
                <a:ea typeface="Segoe UI"/>
                <a:cs typeface="Segoe UI"/>
              </a:rPr>
              <a:t>Los índices compuestos coinciden con patrones de filtro de varias columnas</a:t>
            </a:r>
            <a:endParaRPr lang="en-US" sz="1800" b="0" i="0" u="none" strike="noStrike" cap="none" spc="0" dirty="0">
              <a:solidFill>
                <a:schemeClr val="tx1"/>
              </a:solidFill>
              <a:latin typeface="Segoe UI"/>
              <a:cs typeface="Segoe UI"/>
            </a:endParaRPr>
          </a:p>
          <a:p>
            <a:pPr marL="0" marR="0" indent="0" algn="l">
              <a:lnSpc>
                <a:spcPct val="100000"/>
              </a:lnSpc>
              <a:spcBef>
                <a:spcPts val="719"/>
              </a:spcBef>
              <a:spcAft>
                <a:spcPts val="359"/>
              </a:spcAft>
              <a:defRPr/>
            </a:pPr>
            <a:r>
              <a:rPr lang="es-ES" sz="2000" b="0" i="0" strike="noStrike" cap="none" baseline="0" dirty="0">
                <a:solidFill>
                  <a:srgbClr val="000000"/>
                </a:solidFill>
                <a:effectLst/>
                <a:latin typeface="Segoe UI Semibold"/>
                <a:ea typeface="Segoe UI Semibold"/>
                <a:cs typeface="Segoe UI Semibold"/>
              </a:rPr>
              <a:t>Patrones de ejecución de consultas:</a:t>
            </a:r>
            <a:endParaRPr lang="en-US" sz="1800" b="0" i="0" u="none" strike="noStrike" cap="none" spc="0" dirty="0">
              <a:solidFill>
                <a:schemeClr val="tx1"/>
              </a:solidFill>
              <a:latin typeface="Segoe UI"/>
              <a:cs typeface="Segoe UI"/>
            </a:endParaRPr>
          </a:p>
          <a:p>
            <a:pPr marL="228598" marR="0" indent="-228598" algn="l">
              <a:lnSpc>
                <a:spcPct val="100000"/>
              </a:lnSpc>
              <a:spcBef>
                <a:spcPct val="0"/>
              </a:spcBef>
              <a:spcAft>
                <a:spcPts val="574"/>
              </a:spcAft>
              <a:buFont typeface="Arial"/>
              <a:buChar char="•"/>
              <a:defRPr/>
            </a:pPr>
            <a:r>
              <a:rPr lang="es-ES" sz="1800" b="0" i="0" strike="noStrike" cap="none" baseline="0" dirty="0">
                <a:solidFill>
                  <a:srgbClr val="000000"/>
                </a:solidFill>
                <a:effectLst/>
                <a:latin typeface="Segoe UI"/>
                <a:ea typeface="Segoe UI"/>
                <a:cs typeface="Segoe UI"/>
              </a:rPr>
              <a:t>Los filtros de metadatos limitan los candidatos antes del vector de búsqueda</a:t>
            </a:r>
            <a:endParaRPr lang="en-US" sz="1800" b="0" i="0" u="none" strike="noStrike" cap="none" spc="0" dirty="0">
              <a:solidFill>
                <a:schemeClr val="tx1"/>
              </a:solidFill>
              <a:latin typeface="Segoe UI"/>
              <a:cs typeface="Segoe UI"/>
            </a:endParaRPr>
          </a:p>
          <a:p>
            <a:pPr marL="228598" marR="0" indent="-228598" algn="l">
              <a:lnSpc>
                <a:spcPct val="100000"/>
              </a:lnSpc>
              <a:spcBef>
                <a:spcPct val="0"/>
              </a:spcBef>
              <a:spcAft>
                <a:spcPts val="574"/>
              </a:spcAft>
              <a:buFont typeface="Arial"/>
              <a:buChar char="•"/>
              <a:defRPr/>
            </a:pPr>
            <a:r>
              <a:rPr lang="es-ES" sz="1800" b="0" i="0" strike="noStrike" cap="none" baseline="0" dirty="0">
                <a:solidFill>
                  <a:srgbClr val="000000"/>
                </a:solidFill>
                <a:effectLst/>
                <a:latin typeface="Segoe UI"/>
                <a:ea typeface="Segoe UI"/>
                <a:cs typeface="Segoe UI"/>
              </a:rPr>
              <a:t>Patrón posterior al filtro para predicados de baja selectividad</a:t>
            </a:r>
            <a:endParaRPr lang="en-US" sz="1800" b="0" i="0" u="none" strike="noStrike" cap="none" spc="0" dirty="0">
              <a:solidFill>
                <a:schemeClr val="tx1"/>
              </a:solidFill>
              <a:latin typeface="Segoe UI"/>
              <a:cs typeface="Segoe UI"/>
            </a:endParaRPr>
          </a:p>
          <a:p>
            <a:pPr marL="228599" marR="0" lvl="0" indent="-228599">
              <a:lnSpc>
                <a:spcPct val="100000"/>
              </a:lnSpc>
              <a:spcBef>
                <a:spcPct val="0"/>
              </a:spcBef>
              <a:spcAft>
                <a:spcPts val="575"/>
              </a:spcAft>
              <a:buFont typeface="Arial"/>
              <a:buChar char="•"/>
              <a:defRPr/>
            </a:pPr>
            <a:r>
              <a:rPr lang="es-ES" sz="1800" b="0" i="0" strike="noStrike" cap="none" baseline="0" dirty="0">
                <a:solidFill>
                  <a:srgbClr val="000000"/>
                </a:solidFill>
                <a:effectLst/>
                <a:latin typeface="Segoe UI"/>
                <a:ea typeface="Segoe UI"/>
                <a:cs typeface="Segoe UI"/>
              </a:rPr>
              <a:t>Creación de particiones de tablas para decenas de millones de filas</a:t>
            </a:r>
            <a:endParaRPr sz="1800" dirty="0"/>
          </a:p>
        </p:txBody>
      </p:sp>
      <p:pic>
        <p:nvPicPr>
          <p:cNvPr id="829230080" name="Picture 1" descr="Flow diagram showing all rows narrowed by metadata filter, then vector search, to top-K results&#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885432" y="1051559"/>
            <a:ext cx="3374136" cy="4754879"/>
          </a:xfrm>
          <a:prstGeom prst="rect">
            <a:avLst/>
          </a:prstGeom>
          <a:noFill/>
          <a:ln w="9525">
            <a:noFill/>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9062651"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Escalado para cargas de trabajo de gran volumen</a:t>
            </a:r>
            <a:endParaRPr lang="en-US"/>
          </a:p>
        </p:txBody>
      </p:sp>
      <p:sp>
        <p:nvSpPr>
          <p:cNvPr id="548719384" name="TextBox 2"/>
          <p:cNvSpPr txBox="1"/>
          <p:nvPr/>
        </p:nvSpPr>
        <p:spPr bwMode="auto">
          <a:xfrm>
            <a:off x="457199" y="1226083"/>
            <a:ext cx="4807570" cy="4405825"/>
          </a:xfrm>
          <a:prstGeom prst="rect">
            <a:avLst/>
          </a:prstGeom>
          <a:noFill/>
        </p:spPr>
        <p:txBody>
          <a:bodyPr rot="0" spcFirstLastPara="0" vertOverflow="overflow" horzOverflow="overflow" vert="horz" wrap="square" lIns="91440" tIns="45720" rIns="0" bIns="45720" numCol="1" spcCol="0" rtlCol="0" fromWordArt="0" anchor="t" anchorCtr="0" forceAA="0" compatLnSpc="1">
            <a:prstTxWarp prst="textNoShape">
              <a:avLst/>
            </a:prstTxWarp>
            <a:noAutofit/>
          </a:bodyPr>
          <a:lstStyle/>
          <a:p>
            <a:pPr>
              <a:spcAft>
                <a:spcPts val="359"/>
              </a:spcAft>
              <a:defRPr/>
            </a:pPr>
            <a:r>
              <a:rPr lang="es-ES" sz="2000" b="0" i="0" strike="noStrike" cap="none" baseline="0">
                <a:solidFill>
                  <a:srgbClr val="000000"/>
                </a:solidFill>
                <a:effectLst/>
                <a:latin typeface="Segoe UI Semibold"/>
                <a:ea typeface="Segoe UI Semibold"/>
                <a:cs typeface="Segoe UI Semibold"/>
              </a:rPr>
              <a:t>Escalado vertical:</a:t>
            </a:r>
            <a:endParaRPr lang="en-US" sz="1800" b="0" i="0" u="none" strike="noStrike" cap="none" spc="0">
              <a:solidFill>
                <a:schemeClr val="tx1"/>
              </a:solidFill>
              <a:latin typeface="Segoe UI"/>
              <a:cs typeface="Segoe UI"/>
            </a:endParaRPr>
          </a:p>
          <a:p>
            <a:pPr marL="228600" marR="0" indent="-226728" algn="l">
              <a:lnSpc>
                <a:spcPct val="100000"/>
              </a:lnSpc>
              <a:spcBef>
                <a:spcPct val="0"/>
              </a:spcBef>
              <a:spcAft>
                <a:spcPts val="286"/>
              </a:spcAft>
              <a:buChar char="•"/>
              <a:defRPr/>
            </a:pPr>
            <a:r>
              <a:rPr lang="es-ES" sz="1800" b="0" i="0" strike="noStrike" cap="none" baseline="0">
                <a:solidFill>
                  <a:srgbClr val="000000"/>
                </a:solidFill>
                <a:effectLst/>
                <a:latin typeface="Segoe UI"/>
                <a:ea typeface="Segoe UI"/>
                <a:cs typeface="Segoe UI"/>
              </a:rPr>
              <a:t>El nivel optimizado para memoria (8 GB/núcleo virtual) mantiene los índices almacenados en caché</a:t>
            </a:r>
            <a:endParaRPr lang="en-US" sz="1800" b="0" i="0" u="none" strike="noStrike" cap="none" spc="0">
              <a:solidFill>
                <a:schemeClr val="tx1"/>
              </a:solidFill>
              <a:latin typeface="Segoe UI"/>
              <a:cs typeface="Segoe UI"/>
            </a:endParaRPr>
          </a:p>
          <a:p>
            <a:pPr marL="228600" marR="0" indent="-226728" algn="l">
              <a:lnSpc>
                <a:spcPct val="100000"/>
              </a:lnSpc>
              <a:spcBef>
                <a:spcPct val="0"/>
              </a:spcBef>
              <a:spcAft>
                <a:spcPts val="286"/>
              </a:spcAft>
              <a:buChar char="•"/>
              <a:defRPr/>
            </a:pPr>
            <a:r>
              <a:rPr lang="es-ES" sz="1800" b="0" i="0" strike="noStrike" cap="none" baseline="0">
                <a:solidFill>
                  <a:srgbClr val="000000"/>
                </a:solidFill>
                <a:effectLst/>
                <a:latin typeface="Segoe UI"/>
                <a:ea typeface="Segoe UI"/>
                <a:cs typeface="Segoe UI"/>
              </a:rPr>
              <a:t>Escalado vertical cuando la latencia de una sola consulta es demasiado alta</a:t>
            </a:r>
            <a:endParaRPr lang="en-US" sz="1800" b="0" i="0" u="none" strike="noStrike" cap="none" spc="0">
              <a:solidFill>
                <a:schemeClr val="tx1"/>
              </a:solidFill>
              <a:latin typeface="Segoe UI"/>
              <a:cs typeface="Segoe UI"/>
            </a:endParaRPr>
          </a:p>
          <a:p>
            <a:pPr marL="228600" marR="0" indent="-226728" algn="l">
              <a:lnSpc>
                <a:spcPct val="100000"/>
              </a:lnSpc>
              <a:spcBef>
                <a:spcPct val="0"/>
              </a:spcBef>
              <a:spcAft>
                <a:spcPts val="286"/>
              </a:spcAft>
              <a:buChar char="•"/>
              <a:defRPr/>
            </a:pPr>
            <a:r>
              <a:rPr lang="es-ES" sz="1800" b="0" i="0" strike="noStrike" cap="none" baseline="0">
                <a:solidFill>
                  <a:srgbClr val="000000"/>
                </a:solidFill>
                <a:effectLst/>
                <a:latin typeface="Segoe UI"/>
                <a:ea typeface="Segoe UI"/>
                <a:cs typeface="Segoe UI"/>
              </a:rPr>
              <a:t>Supervisión de umbrales de E/S de CPU, memoria y almacenamiento</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defRPr/>
            </a:pPr>
            <a:r>
              <a:rPr lang="es-ES" sz="2000" b="0" i="0" strike="noStrike" cap="none" baseline="0">
                <a:solidFill>
                  <a:srgbClr val="000000"/>
                </a:solidFill>
                <a:effectLst/>
                <a:latin typeface="Segoe UI Semibold"/>
                <a:ea typeface="Segoe UI Semibold"/>
                <a:cs typeface="Segoe UI Semibold"/>
              </a:rPr>
              <a:t>Escalado horizontal y almacenamiento en caché:</a:t>
            </a:r>
            <a:endParaRPr lang="en-US" sz="1800" b="0" i="0" u="none" strike="noStrike" cap="none" spc="0">
              <a:solidFill>
                <a:schemeClr val="tx1"/>
              </a:solidFill>
              <a:latin typeface="Segoe UI"/>
              <a:cs typeface="Segoe UI"/>
            </a:endParaRPr>
          </a:p>
          <a:p>
            <a:pPr marL="228600" marR="0" indent="-226728" algn="l">
              <a:lnSpc>
                <a:spcPct val="100000"/>
              </a:lnSpc>
              <a:spcBef>
                <a:spcPct val="0"/>
              </a:spcBef>
              <a:spcAft>
                <a:spcPts val="286"/>
              </a:spcAft>
              <a:buChar char="•"/>
              <a:defRPr/>
            </a:pPr>
            <a:r>
              <a:rPr lang="es-ES" sz="1800" b="0" i="0" strike="noStrike" cap="none" baseline="0">
                <a:solidFill>
                  <a:srgbClr val="000000"/>
                </a:solidFill>
                <a:effectLst/>
                <a:latin typeface="Segoe UI"/>
                <a:ea typeface="Segoe UI"/>
                <a:cs typeface="Segoe UI"/>
              </a:rPr>
              <a:t>Hasta cinco réplicas de lectura para distribuciones de lectura intensiva</a:t>
            </a:r>
            <a:endParaRPr lang="en-US" sz="1800" b="0" i="0" u="none" strike="noStrike" cap="none" spc="0">
              <a:solidFill>
                <a:schemeClr val="tx1"/>
              </a:solidFill>
              <a:latin typeface="Segoe UI"/>
              <a:cs typeface="Segoe UI"/>
            </a:endParaRPr>
          </a:p>
          <a:p>
            <a:pPr marL="228600" marR="0" indent="-226728" algn="l">
              <a:lnSpc>
                <a:spcPct val="100000"/>
              </a:lnSpc>
              <a:spcBef>
                <a:spcPct val="0"/>
              </a:spcBef>
              <a:spcAft>
                <a:spcPts val="286"/>
              </a:spcAft>
              <a:buChar char="•"/>
              <a:defRPr/>
            </a:pPr>
            <a:r>
              <a:rPr lang="es-ES" sz="1800" b="0" i="0" strike="noStrike" cap="none" baseline="0">
                <a:solidFill>
                  <a:srgbClr val="000000"/>
                </a:solidFill>
                <a:effectLst/>
                <a:latin typeface="Segoe UI"/>
                <a:ea typeface="Segoe UI"/>
                <a:cs typeface="Segoe UI"/>
              </a:rPr>
              <a:t>Azure Cache for Redis para datos solicitados con frecuencia</a:t>
            </a:r>
            <a:endParaRPr lang="en-US" sz="1800" b="0" i="0" u="none" strike="noStrike" cap="none" spc="0">
              <a:solidFill>
                <a:schemeClr val="tx1"/>
              </a:solidFill>
              <a:latin typeface="Segoe UI"/>
              <a:cs typeface="Segoe UI"/>
            </a:endParaRPr>
          </a:p>
          <a:p>
            <a:pPr marL="228600" marR="0" lvl="0" indent="-226729" algn="l">
              <a:lnSpc>
                <a:spcPct val="100000"/>
              </a:lnSpc>
              <a:spcBef>
                <a:spcPct val="0"/>
              </a:spcBef>
              <a:spcAft>
                <a:spcPts val="287"/>
              </a:spcAft>
              <a:buChar char="•"/>
              <a:defRPr/>
            </a:pPr>
            <a:r>
              <a:rPr lang="es-ES" sz="1800" b="0" i="0" strike="noStrike" cap="none" baseline="0">
                <a:solidFill>
                  <a:srgbClr val="000000"/>
                </a:solidFill>
                <a:effectLst/>
                <a:latin typeface="Segoe UI"/>
                <a:ea typeface="Segoe UI"/>
                <a:cs typeface="Segoe UI"/>
              </a:rPr>
              <a:t>Descuentos de capacidad reservada hasta un 65 % para líneas de base estables</a:t>
            </a:r>
            <a:endParaRPr lang="en-US" sz="1800" b="0" i="0" u="none" strike="noStrike" cap="none" spc="0">
              <a:solidFill>
                <a:schemeClr val="tx1"/>
              </a:solidFill>
              <a:latin typeface="Segoe UI"/>
              <a:cs typeface="Segoe UI"/>
            </a:endParaRPr>
          </a:p>
        </p:txBody>
      </p:sp>
      <p:pic>
        <p:nvPicPr>
          <p:cNvPr id="454671300" name="Picture 1" descr="Image showing linear scaling progression from scale up to read replicas to cache&#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940295" y="1197864"/>
            <a:ext cx="4087367" cy="3931919"/>
          </a:xfrm>
          <a:prstGeom prst="rect">
            <a:avLst/>
          </a:prstGeom>
          <a:noFill/>
          <a:ln w="9525">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949784" name="Title 1"/>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Optimización de la conexión</a:t>
            </a:r>
            <a:endParaRPr lang="en-US"/>
          </a:p>
        </p:txBody>
      </p:sp>
      <p:sp>
        <p:nvSpPr>
          <p:cNvPr id="212597316" name="Content Placeholder 3"/>
          <p:cNvSpPr>
            <a:spLocks noGrp="1"/>
          </p:cNvSpPr>
          <p:nvPr/>
        </p:nvSpPr>
        <p:spPr bwMode="auto">
          <a:xfrm>
            <a:off x="457199" y="1225296"/>
            <a:ext cx="5542645" cy="4296360"/>
          </a:xfrm>
        </p:spPr>
        <p:txBody>
          <a:bodyPr vertOverflow="overflow" horzOverflow="overflow" vert="horz" wrap="square" lIns="91440" tIns="45720" rIns="91440" bIns="45720" numCol="1" spcCol="0" rtlCol="0" fromWordArt="0" anchor="t" anchorCtr="0" forceAA="0" compatLnSpc="0">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Agrupación de conexiones PgBouncer:</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Integrado en niveles de uso general y optimizado para memoria</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El modo de transacción multiplexa las conexiones de forma eficiente</a:t>
            </a:r>
            <a:endParaRPr lang="en-US" sz="1800" b="0" i="0" u="none" strike="noStrike" cap="none" spc="0">
              <a:solidFill>
                <a:schemeClr val="tx1"/>
              </a:solidFill>
              <a:latin typeface="Segoe UI"/>
              <a:cs typeface="Segoe UI"/>
            </a:endParaRPr>
          </a:p>
          <a:p>
            <a:pPr>
              <a:spcAft>
                <a:spcPts val="359"/>
              </a:spcAft>
              <a:defRPr/>
            </a:pPr>
            <a:r>
              <a:rPr lang="es-ES" sz="1800" b="0" i="0" strike="noStrike" cap="none" baseline="0">
                <a:solidFill>
                  <a:srgbClr val="000000"/>
                </a:solidFill>
                <a:effectLst/>
                <a:latin typeface="Segoe UI"/>
                <a:ea typeface="Segoe UI"/>
                <a:cs typeface="Segoe UI"/>
              </a:rPr>
              <a:t>Reduce la sobrecarga de 50-200 ms por nueva conexión</a:t>
            </a:r>
            <a:endParaRPr lang="en-US" sz="1800" b="0" i="0" u="none" strike="noStrike" cap="none" spc="0">
              <a:solidFill>
                <a:schemeClr val="tx1"/>
              </a:solidFill>
              <a:latin typeface="Segoe UI"/>
              <a:cs typeface="Segoe UI"/>
            </a:endParaRPr>
          </a:p>
          <a:p>
            <a:pPr marL="0" marR="0" indent="0" algn="l">
              <a:lnSpc>
                <a:spcPct val="100000"/>
              </a:lnSpc>
              <a:spcBef>
                <a:spcPts val="719"/>
              </a:spcBef>
              <a:spcAft>
                <a:spcPts val="359"/>
              </a:spcAft>
              <a:buFont typeface="Arial"/>
              <a:buNone/>
              <a:defRPr/>
            </a:pPr>
            <a:r>
              <a:rPr lang="es-ES" sz="2000" b="0" i="0" strike="noStrike" cap="none" baseline="0">
                <a:solidFill>
                  <a:srgbClr val="000000"/>
                </a:solidFill>
                <a:effectLst/>
                <a:latin typeface="Segoe UI Semibold"/>
                <a:ea typeface="Segoe UI Semibold"/>
                <a:cs typeface="Segoe UI Semibold"/>
              </a:rPr>
              <a:t>Patrones de nivel de aplicación:</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Tamaño del grupo equilibrado entre instancias de aplicación</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SET LOCAL para parámetros de vector de búsqueda por transacción</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359"/>
              </a:spcAft>
              <a:buChar char="•"/>
              <a:defRPr/>
            </a:pPr>
            <a:r>
              <a:rPr lang="es-ES" sz="1800" b="0" i="0" strike="noStrike" cap="none" baseline="0">
                <a:solidFill>
                  <a:srgbClr val="000000"/>
                </a:solidFill>
                <a:effectLst/>
                <a:latin typeface="Segoe UI"/>
                <a:ea typeface="Segoe UI"/>
                <a:cs typeface="Segoe UI"/>
              </a:rPr>
              <a:t>Reintento con retroceso exponencial para errores transitorios</a:t>
            </a:r>
            <a:endParaRPr lang="en-US" sz="1800" b="0" i="0" u="none" strike="noStrike" cap="none" spc="0">
              <a:solidFill>
                <a:schemeClr val="tx1"/>
              </a:solidFill>
              <a:latin typeface="Segoe UI"/>
              <a:cs typeface="Segoe UI"/>
            </a:endParaRPr>
          </a:p>
        </p:txBody>
      </p:sp>
      <p:pic>
        <p:nvPicPr>
          <p:cNvPr id="334294285" name="Picture 1" descr="Image showing three application instances connecting through PgBouncer to a single PostgreSQL connection&#10;"/>
          <p:cNvPicPr>
            <a:picLocks noGrp="1" noChangeAspect="1"/>
          </p:cNvPicPr>
          <p:nvPr/>
        </p:nvPicPr>
        <p:blipFill>
          <a:blip>
            <a:extLst>
              <a:ext uri="{96DAC541-7B7A-43D3-8B79-37D633B846F1}">
                <asvg:svgBlip xmlns:asvg="http://schemas.microsoft.com/office/drawing/2016/SVG/main" r:embed="rId3"/>
              </a:ext>
            </a:extLst>
          </a:blip>
          <a:stretch>
            <a:fillRect/>
          </a:stretch>
        </p:blipFill>
        <p:spPr bwMode="auto">
          <a:xfrm>
            <a:off x="6729984" y="1197864"/>
            <a:ext cx="4517136" cy="3986784"/>
          </a:xfrm>
          <a:prstGeom prst="rect">
            <a:avLst/>
          </a:prstGeom>
          <a:noFill/>
          <a:ln w="9525">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678456" name="Title 1"/>
          <p:cNvSpPr>
            <a:spLocks noGrp="1"/>
          </p:cNvSpPr>
          <p:nvPr>
            <p:ph type="title"/>
          </p:nvPr>
        </p:nvSpPr>
        <p:spPr bwMode="auto">
          <a:xfrm>
            <a:off x="588261" y="585216"/>
            <a:ext cx="5653640" cy="426720"/>
          </a:xfrm>
        </p:spPr>
        <p:txBody>
          <a:bodyPr/>
          <a:lstStyle/>
          <a:p>
            <a:pPr>
              <a:defRPr/>
            </a:pPr>
            <a:r>
              <a:rPr lang="es-ES" sz="2800" b="0" i="0" strike="noStrike" cap="none" baseline="0">
                <a:solidFill>
                  <a:srgbClr val="000000"/>
                </a:solidFill>
                <a:effectLst/>
                <a:latin typeface="Segoe UI Semibold"/>
                <a:ea typeface="Segoe UI Semibold"/>
                <a:cs typeface="Segoe UI Semibold"/>
              </a:rPr>
              <a:t>Ejercicio</a:t>
            </a:r>
            <a:endParaRPr sz="2800"/>
          </a:p>
        </p:txBody>
      </p:sp>
      <p:pic>
        <p:nvPicPr>
          <p:cNvPr id="240788644" name="Picture Placeholder 6">
            <a:extLs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18" r="117"/>
          <a:stretch>
            <a:fillRect/>
          </a:stretch>
        </p:blipFill>
        <p:spPr bwMode="ltGray">
          <a:xfrm>
            <a:off x="7724773" y="2043463"/>
            <a:ext cx="4467224" cy="3307645"/>
          </a:xfrm>
          <a:prstGeom prst="rect">
            <a:avLst/>
          </a:prstGeom>
          <a:solidFill>
            <a:srgbClr val="F4F4F7"/>
          </a:solidFill>
          <a:ln>
            <a:noFill/>
          </a:ln>
        </p:spPr>
      </p:pic>
      <p:sp>
        <p:nvSpPr>
          <p:cNvPr id="996871453" name="Text Placeholder 4"/>
          <p:cNvSpPr>
            <a:spLocks noGrp="1"/>
          </p:cNvSpPr>
          <p:nvPr>
            <p:ph type="body" sz="quarter" idx="16"/>
          </p:nvPr>
        </p:nvSpPr>
        <p:spPr bwMode="auto">
          <a:xfrm>
            <a:off x="584199" y="1594151"/>
            <a:ext cx="5655650" cy="731520"/>
          </a:xfrm>
        </p:spPr>
        <p:txBody>
          <a:bodyPr/>
          <a:lstStyle/>
          <a:p>
            <a:pPr>
              <a:defRPr/>
            </a:pPr>
            <a:r>
              <a:rPr lang="es-ES" sz="1600" b="0" i="0" strike="noStrike" cap="none" baseline="0">
                <a:solidFill>
                  <a:srgbClr val="000000"/>
                </a:solidFill>
                <a:effectLst/>
                <a:latin typeface="Segoe UI Semibold"/>
                <a:ea typeface="Segoe UI Semibold"/>
                <a:cs typeface="Segoe UI Semibold"/>
              </a:rPr>
              <a:t>Optimizar el rendimiento del vector de búsqueda en Azure Database for PostgreSQL</a:t>
            </a:r>
            <a:endParaRPr lang="en-US"/>
          </a:p>
          <a:p>
            <a:pPr>
              <a:defRPr/>
            </a:pPr>
            <a:endParaRPr lang="en-US"/>
          </a:p>
        </p:txBody>
      </p:sp>
      <p:sp>
        <p:nvSpPr>
          <p:cNvPr id="940012865" name="Text Placeholder 61"/>
          <p:cNvSpPr>
            <a:spLocks noGrp="1"/>
          </p:cNvSpPr>
          <p:nvPr>
            <p:ph type="body" sz="quarter" idx="15"/>
          </p:nvPr>
        </p:nvSpPr>
        <p:spPr bwMode="auto">
          <a:xfrm>
            <a:off x="579438" y="2501489"/>
            <a:ext cx="5654884" cy="2194560"/>
          </a:xfrm>
        </p:spPr>
        <p:txBody>
          <a:bodyPr vert="horz" wrap="square" lIns="0" tIns="0" rIns="0" bIns="0" rtlCol="0" anchor="t">
            <a:spAutoFit/>
          </a:bodyPr>
          <a:lstStyle/>
          <a:p>
            <a:pPr marL="0" indent="0">
              <a:buNone/>
              <a:defRPr/>
            </a:pPr>
            <a:r>
              <a:rPr lang="es-ES" sz="1600" b="0" i="0" strike="noStrike" cap="none" baseline="0">
                <a:solidFill>
                  <a:srgbClr val="000000"/>
                </a:solidFill>
                <a:effectLst/>
                <a:latin typeface="Segoe UI"/>
                <a:ea typeface="Segoe UI"/>
                <a:cs typeface="Segoe UI"/>
              </a:rPr>
              <a:t>En este ejercicio, implementarás una instancia de Azure Database for PostgreSQL y la optimizarás para cargas de trabajo de vector de búsqueda. </a:t>
            </a:r>
            <a:endParaRPr/>
          </a:p>
          <a:p>
            <a:pPr marL="0" indent="0">
              <a:buNone/>
              <a:defRPr/>
            </a:pPr>
            <a:endParaRPr lang="en-US">
              <a:cs typeface="Segoe UI"/>
            </a:endParaRPr>
          </a:p>
          <a:p>
            <a:pPr marL="0" indent="0">
              <a:buNone/>
              <a:defRPr/>
            </a:pPr>
            <a:r>
              <a:rPr lang="es-ES" sz="1600" b="0" i="0" strike="noStrike" cap="none" baseline="0">
                <a:solidFill>
                  <a:srgbClr val="000000"/>
                </a:solidFill>
                <a:effectLst/>
                <a:latin typeface="Segoe UI Semibold"/>
                <a:ea typeface="Segoe UI Semibold"/>
                <a:cs typeface="Segoe UI Semibold"/>
              </a:rPr>
              <a:t>Tiempo estimado: </a:t>
            </a:r>
            <a:r>
              <a:rPr lang="es-ES" sz="1600" b="0" i="0" strike="noStrike" cap="none" baseline="0">
                <a:solidFill>
                  <a:srgbClr val="000000"/>
                </a:solidFill>
                <a:effectLst/>
                <a:latin typeface="Segoe UI"/>
                <a:ea typeface="Segoe UI"/>
                <a:cs typeface="Segoe UI"/>
              </a:rPr>
              <a:t>30 minutos</a:t>
            </a:r>
            <a:endParaRPr/>
          </a:p>
          <a:p>
            <a:pPr>
              <a:defRPr/>
            </a:pPr>
            <a:endParaRPr lang="en-US">
              <a:cs typeface="Segoe UI"/>
            </a:endParaRPr>
          </a:p>
          <a:p>
            <a:pPr marL="0" indent="0">
              <a:buNone/>
              <a:defRPr/>
            </a:pPr>
            <a:r>
              <a:rPr lang="es-ES" sz="1600" b="0" i="0" strike="noStrike" cap="none" baseline="0">
                <a:solidFill>
                  <a:srgbClr val="000000"/>
                </a:solidFill>
                <a:effectLst/>
                <a:latin typeface="Segoe UI"/>
                <a:ea typeface="Segoe UI"/>
                <a:cs typeface="Segoe UI"/>
              </a:rPr>
              <a:t>Inicia el ejercicio en:</a:t>
            </a:r>
            <a:endParaRPr lang="en-US"/>
          </a:p>
          <a:p>
            <a:pPr marL="0" indent="0">
              <a:buNone/>
              <a:defRPr/>
            </a:pPr>
            <a:r>
              <a:rPr lang="es-ES" sz="1600" b="0" i="0" u="sng" strike="noStrike" cap="none" baseline="0">
                <a:solidFill>
                  <a:srgbClr val="0077D3"/>
                </a:solidFill>
                <a:effectLst/>
                <a:uFill>
                  <a:solidFill>
                    <a:srgbClr val="0077D3"/>
                  </a:solidFill>
                </a:uFill>
                <a:latin typeface="Segoe UI"/>
                <a:ea typeface="Segoe UI"/>
                <a:cs typeface="Segoe UI"/>
                <a:hlinkClick r:id="rId4" history="0"/>
              </a:rPr>
              <a:t>https://go.microsoft.com/fwlink/?linkid=2348919</a:t>
            </a:r>
            <a:endParaRPr/>
          </a:p>
          <a:p>
            <a:pPr marL="0" indent="0">
              <a:buNone/>
              <a:defRPr/>
            </a:pPr>
            <a:endParaRPr lang="en-US"/>
          </a:p>
        </p:txBody>
      </p:sp>
      <p:sp>
        <p:nvSpPr>
          <p:cNvPr id="790196884" name="Flowchart: Off-page Connector 7"/>
          <p:cNvSpPr/>
          <p:nvPr/>
        </p:nvSpPr>
        <p:spPr bwMode="auto">
          <a:xfrm rot="5400000">
            <a:off x="6119823" y="2297180"/>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vert270" wrap="square" lIns="274320" tIns="585216" rIns="274320" bIns="182880" numCol="1" spcCol="0" rtlCol="0" fromWordArt="0" anchor="ctr" anchorCtr="0" forceAA="0" compatLnSpc="1">
            <a:prstTxWarp prst="textNoShape">
              <a:avLst/>
            </a:prstTxWarp>
            <a:noAutofit/>
          </a:bodyPr>
          <a:lstStyle>
            <a:defPPr>
              <a:defRPr lang="en-US"/>
            </a:defPPr>
            <a:lvl1pPr marL="0" algn="l" defTabSz="914366" rtl="0">
              <a:defRPr sz="1750">
                <a:solidFill>
                  <a:schemeClr val="lt1"/>
                </a:solidFill>
                <a:latin typeface="+mn-lt"/>
                <a:ea typeface="+mn-ea"/>
                <a:cs typeface="+mn-cs"/>
              </a:defRPr>
            </a:lvl1pPr>
            <a:lvl2pPr marL="457182" algn="l" defTabSz="914366" rtl="0">
              <a:defRPr sz="1750">
                <a:solidFill>
                  <a:schemeClr val="lt1"/>
                </a:solidFill>
                <a:latin typeface="+mn-lt"/>
                <a:ea typeface="+mn-ea"/>
                <a:cs typeface="+mn-cs"/>
              </a:defRPr>
            </a:lvl2pPr>
            <a:lvl3pPr marL="914366" algn="l" defTabSz="914366" rtl="0">
              <a:defRPr sz="1750">
                <a:solidFill>
                  <a:schemeClr val="lt1"/>
                </a:solidFill>
                <a:latin typeface="+mn-lt"/>
                <a:ea typeface="+mn-ea"/>
                <a:cs typeface="+mn-cs"/>
              </a:defRPr>
            </a:lvl3pPr>
            <a:lvl4pPr marL="1371549" algn="l" defTabSz="914366" rtl="0">
              <a:defRPr sz="1750">
                <a:solidFill>
                  <a:schemeClr val="lt1"/>
                </a:solidFill>
                <a:latin typeface="+mn-lt"/>
                <a:ea typeface="+mn-ea"/>
                <a:cs typeface="+mn-cs"/>
              </a:defRPr>
            </a:lvl4pPr>
            <a:lvl5pPr marL="1828733" algn="l" defTabSz="914366" rtl="0">
              <a:defRPr sz="1750">
                <a:solidFill>
                  <a:schemeClr val="lt1"/>
                </a:solidFill>
                <a:latin typeface="+mn-lt"/>
                <a:ea typeface="+mn-ea"/>
                <a:cs typeface="+mn-cs"/>
              </a:defRPr>
            </a:lvl5pPr>
            <a:lvl6pPr marL="2285917" algn="l" defTabSz="914366" rtl="0">
              <a:defRPr sz="1750">
                <a:solidFill>
                  <a:schemeClr val="lt1"/>
                </a:solidFill>
                <a:latin typeface="+mn-lt"/>
                <a:ea typeface="+mn-ea"/>
                <a:cs typeface="+mn-cs"/>
              </a:defRPr>
            </a:lvl6pPr>
            <a:lvl7pPr marL="2743101" algn="l" defTabSz="914366" rtl="0">
              <a:defRPr sz="1750">
                <a:solidFill>
                  <a:schemeClr val="lt1"/>
                </a:solidFill>
                <a:latin typeface="+mn-lt"/>
                <a:ea typeface="+mn-ea"/>
                <a:cs typeface="+mn-cs"/>
              </a:defRPr>
            </a:lvl7pPr>
            <a:lvl8pPr marL="3200283" algn="l" defTabSz="914366" rtl="0">
              <a:defRPr sz="1750">
                <a:solidFill>
                  <a:schemeClr val="lt1"/>
                </a:solidFill>
                <a:latin typeface="+mn-lt"/>
                <a:ea typeface="+mn-ea"/>
                <a:cs typeface="+mn-cs"/>
              </a:defRPr>
            </a:lvl8pPr>
            <a:lvl9pPr marL="3657468" algn="l" defTabSz="914366" rtl="0">
              <a:defRPr sz="1750">
                <a:solidFill>
                  <a:schemeClr val="lt1"/>
                </a:solidFill>
                <a:latin typeface="+mn-lt"/>
                <a:ea typeface="+mn-ea"/>
                <a:cs typeface="+mn-cs"/>
              </a:defRPr>
            </a:lvl9pPr>
          </a:lstStyle>
          <a:p>
            <a:pPr marL="0" marR="0" lvl="0" indent="0" algn="l" defTabSz="932472" rtl="0">
              <a:lnSpc>
                <a:spcPct val="100000"/>
              </a:lnSpc>
              <a:spcBef>
                <a:spcPct val="0"/>
              </a:spcBef>
              <a:spcAft>
                <a:spcPts val="599"/>
              </a:spcAft>
              <a:buClrTx/>
              <a:buSzTx/>
              <a:buFontTx/>
              <a:buNone/>
              <a:defRPr/>
            </a:pPr>
            <a:r>
              <a:rPr lang="es-ES" sz="1600" b="1" i="0" strike="noStrike" cap="none" baseline="0" dirty="0">
                <a:solidFill>
                  <a:srgbClr val="000000"/>
                </a:solidFill>
                <a:effectLst/>
                <a:latin typeface="Segoe UI Semibold"/>
                <a:ea typeface="Segoe UI Semibold"/>
                <a:cs typeface="Segoe UI Semibold"/>
              </a:rPr>
              <a:t>Instructores: </a:t>
            </a:r>
            <a:endParaRPr lang="en-US" sz="1200" b="1" i="0" u="none" strike="noStrike" cap="none" spc="0" dirty="0">
              <a:ln>
                <a:noFill/>
              </a:ln>
              <a:solidFill>
                <a:srgbClr val="000000"/>
              </a:solidFill>
              <a:latin typeface="Segoe UI Semibold"/>
              <a:ea typeface="Segoe UI"/>
              <a:cs typeface="Segoe UI"/>
            </a:endParaRPr>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Personaliza esta diapositiva para incluir el vínculo al entorno de laboratorio hospedado y las instrucciones personalizadas.</a:t>
            </a:r>
            <a:endParaRPr sz="1600" dirty="0"/>
          </a:p>
          <a:p>
            <a:pPr marL="0" marR="0" lvl="0" indent="0" algn="l" defTabSz="932472" rtl="0">
              <a:lnSpc>
                <a:spcPct val="100000"/>
              </a:lnSpc>
              <a:spcBef>
                <a:spcPct val="0"/>
              </a:spcBef>
              <a:spcAft>
                <a:spcPts val="599"/>
              </a:spcAft>
              <a:buClrTx/>
              <a:buSzTx/>
              <a:buFontTx/>
              <a:buNone/>
              <a:defRPr/>
            </a:pPr>
            <a:r>
              <a:rPr lang="es-ES" sz="1200" b="0" i="0" strike="noStrike" cap="none" baseline="0" dirty="0">
                <a:solidFill>
                  <a:srgbClr val="000000"/>
                </a:solidFill>
                <a:effectLst/>
                <a:latin typeface="Segoe UI"/>
                <a:ea typeface="Segoe UI"/>
                <a:cs typeface="Segoe UI"/>
              </a:rPr>
              <a:t>(a continuación, quita esta flecha)</a:t>
            </a:r>
            <a:endParaRPr sz="1600" dirty="0"/>
          </a:p>
        </p:txBody>
      </p:sp>
      <p:sp>
        <p:nvSpPr>
          <p:cNvPr id="1008748503" name="Footer Placeholder 4"/>
          <p:cNvSpPr>
            <a:spLocks noGrp="1"/>
          </p:cNvSpPr>
          <p:nvPr>
            <p:ph type="ftr" sz="quarter" idx="3"/>
          </p:nvPr>
        </p:nvSpPr>
        <p:spPr bwMode="auto">
          <a:xfrm>
            <a:off x="579438" y="6421082"/>
            <a:ext cx="4151311" cy="197975"/>
          </a:xfrm>
        </p:spPr>
        <p:txBody>
          <a:body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2190461" name="Title 4"/>
          <p:cNvSpPr>
            <a:spLocks noGrp="1"/>
          </p:cNvSpPr>
          <p:nvPr>
            <p:ph type="title"/>
          </p:nvPr>
        </p:nvSpPr>
        <p:spPr bwMode="auto"/>
        <p:txBody>
          <a:bodyPr/>
          <a:lstStyle/>
          <a:p>
            <a:pPr>
              <a:defRPr/>
            </a:pPr>
            <a:r>
              <a:rPr lang="es-ES" sz="3200" b="0" i="0" strike="noStrike" cap="none" baseline="0">
                <a:solidFill>
                  <a:srgbClr val="000000"/>
                </a:solidFill>
                <a:effectLst/>
                <a:latin typeface="Segoe UI Semibold"/>
                <a:ea typeface="Segoe UI Semibold"/>
                <a:cs typeface="Segoe UI Semibold"/>
              </a:rPr>
              <a:t>Prueba de conocimientos del módulo 3</a:t>
            </a:r>
            <a:endParaRPr/>
          </a:p>
        </p:txBody>
      </p:sp>
      <p:sp>
        <p:nvSpPr>
          <p:cNvPr id="1942515451" name="Oval 8"/>
          <p:cNvSpPr/>
          <p:nvPr/>
        </p:nvSpPr>
        <p:spPr bwMode="auto">
          <a:xfrm>
            <a:off x="697221" y="1783917"/>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1</a:t>
            </a:r>
            <a:endParaRPr lang="en-IN" sz="2400" b="1">
              <a:solidFill>
                <a:schemeClr val="bg1"/>
              </a:solidFill>
            </a:endParaRPr>
          </a:p>
        </p:txBody>
      </p:sp>
      <p:sp>
        <p:nvSpPr>
          <p:cNvPr id="1119630164" name="Text Placeholder 43"/>
          <p:cNvSpPr txBox="1"/>
          <p:nvPr/>
        </p:nvSpPr>
        <p:spPr bwMode="auto">
          <a:xfrm>
            <a:off x="1641205" y="1783917"/>
            <a:ext cx="9624927" cy="1645082"/>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Necesitas un índice vectorial para 5 millones de incrustaciones de productos con actualizaciones completas diarias. El tiempo de compilación debe ser inferior a 30 minutos. ¿Qué índice deberías elegir?</a:t>
            </a:r>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IVFFlat con listas establecidas en sqrt(rows)</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HNSW con m=16 y ef_construction=64</a:t>
            </a:r>
            <a:endParaRPr lang="en-US" sz="1600" b="0" i="0" u="none" strike="noStrike" cap="none" spc="0">
              <a:solidFill>
                <a:schemeClr val="tx1"/>
              </a:solidFill>
              <a:latin typeface="Segoe UI"/>
              <a:cs typeface="Segoe UI"/>
            </a:endParaRPr>
          </a:p>
          <a:p>
            <a:pPr marL="228600" marR="0" indent="-228600">
              <a:buFont typeface="Arial"/>
              <a:buAutoNum type="alphaUcPeriod"/>
              <a:defRPr/>
            </a:pPr>
            <a:r>
              <a:rPr lang="es-ES" sz="1600" b="0" i="0" strike="noStrike" cap="none" baseline="0">
                <a:solidFill>
                  <a:srgbClr val="000000"/>
                </a:solidFill>
                <a:effectLst/>
                <a:latin typeface="Segoe UI"/>
                <a:ea typeface="Segoe UI"/>
                <a:cs typeface="Segoe UI"/>
              </a:rPr>
              <a:t>HNSW con m=8 y ef_construction=32</a:t>
            </a:r>
            <a:endParaRPr sz="1600"/>
          </a:p>
        </p:txBody>
      </p:sp>
      <p:sp>
        <p:nvSpPr>
          <p:cNvPr id="890837606" name="Oval 10"/>
          <p:cNvSpPr/>
          <p:nvPr/>
        </p:nvSpPr>
        <p:spPr bwMode="auto">
          <a:xfrm>
            <a:off x="697221" y="3862416"/>
            <a:ext cx="636370" cy="6363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6">
              <a:defRPr/>
            </a:pPr>
            <a:r>
              <a:rPr lang="es-ES" sz="2400" b="1" i="0" strike="noStrike" cap="none" baseline="0">
                <a:solidFill>
                  <a:srgbClr val="FFFFFF"/>
                </a:solidFill>
                <a:effectLst/>
                <a:latin typeface="Segoe UI"/>
                <a:ea typeface="Segoe UI"/>
                <a:cs typeface="Segoe UI"/>
              </a:rPr>
              <a:t>2</a:t>
            </a:r>
            <a:endParaRPr lang="en-IN" sz="2400" b="1">
              <a:solidFill>
                <a:schemeClr val="bg1"/>
              </a:solidFill>
            </a:endParaRPr>
          </a:p>
        </p:txBody>
      </p:sp>
      <p:sp>
        <p:nvSpPr>
          <p:cNvPr id="2133842820" name="Text Placeholder 43"/>
          <p:cNvSpPr txBox="1"/>
          <p:nvPr/>
        </p:nvSpPr>
        <p:spPr bwMode="auto">
          <a:xfrm>
            <a:off x="1641204" y="3860982"/>
            <a:ext cx="9217197" cy="2015093"/>
          </a:xfrm>
          <a:prstGeom prst="rect">
            <a:avLst/>
          </a:prstGeom>
        </p:spPr>
        <p:txBody>
          <a:bodyPr vert="horz" lIns="0" tIns="0" rIns="0" bIns="0" rtlCol="0" anchor="t">
            <a:noAutofit/>
          </a:bodyPr>
          <a:lstStyle>
            <a:lvl1pPr marL="228600" indent="-228600" algn="l" defTabSz="914400" rtl="0">
              <a:lnSpc>
                <a:spcPct val="100000"/>
              </a:lnSpc>
              <a:spcBef>
                <a:spcPct val="0"/>
              </a:spcBef>
              <a:buFont typeface="Arial"/>
              <a:buChar char="•"/>
              <a:defRPr sz="2800">
                <a:solidFill>
                  <a:schemeClr val="tx1"/>
                </a:solidFill>
                <a:latin typeface="Segoe UI"/>
                <a:ea typeface="+mn-ea"/>
                <a:cs typeface="Segoe UI"/>
              </a:defRPr>
            </a:lvl1pPr>
            <a:lvl2pPr marL="574674" indent="-234949" algn="l" defTabSz="914400" rtl="0">
              <a:lnSpc>
                <a:spcPct val="100000"/>
              </a:lnSpc>
              <a:spcBef>
                <a:spcPct val="0"/>
              </a:spcBef>
              <a:buFont typeface="Arial"/>
              <a:buChar char="•"/>
              <a:defRPr sz="2400">
                <a:solidFill>
                  <a:schemeClr val="tx1"/>
                </a:solidFill>
                <a:latin typeface="Segoe UI"/>
                <a:ea typeface="+mn-ea"/>
                <a:cs typeface="Segoe UI"/>
              </a:defRPr>
            </a:lvl2pPr>
            <a:lvl3pPr marL="914400" indent="-227012" algn="l" defTabSz="914400" rtl="0">
              <a:lnSpc>
                <a:spcPct val="100000"/>
              </a:lnSpc>
              <a:spcBef>
                <a:spcPct val="0"/>
              </a:spcBef>
              <a:buFont typeface="Arial"/>
              <a:buChar char="•"/>
              <a:defRPr sz="2000">
                <a:solidFill>
                  <a:schemeClr val="tx1"/>
                </a:solidFill>
                <a:latin typeface="Segoe UI"/>
                <a:ea typeface="+mn-ea"/>
                <a:cs typeface="Segoe UI"/>
              </a:defRPr>
            </a:lvl3pPr>
            <a:lvl4pPr marL="1141412" indent="-169861" algn="l" defTabSz="914400" rtl="0">
              <a:lnSpc>
                <a:spcPct val="100000"/>
              </a:lnSpc>
              <a:spcBef>
                <a:spcPct val="0"/>
              </a:spcBef>
              <a:buFont typeface="Arial"/>
              <a:buChar char="•"/>
              <a:defRPr sz="1800">
                <a:solidFill>
                  <a:schemeClr val="tx1"/>
                </a:solidFill>
                <a:latin typeface="Segoe UI"/>
                <a:ea typeface="+mn-ea"/>
                <a:cs typeface="Segoe UI"/>
              </a:defRPr>
            </a:lvl4pPr>
            <a:lvl5pPr marL="1376361" indent="-179387" algn="l" defTabSz="914400" rtl="0">
              <a:lnSpc>
                <a:spcPct val="100000"/>
              </a:lnSpc>
              <a:spcBef>
                <a:spcPct val="0"/>
              </a:spcBef>
              <a:buFont typeface="Arial"/>
              <a:buChar char="•"/>
              <a:defRPr sz="1800">
                <a:solidFill>
                  <a:schemeClr val="tx1"/>
                </a:solidFill>
                <a:latin typeface="Segoe UI"/>
                <a:ea typeface="+mn-ea"/>
                <a:cs typeface="Segoe UI"/>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lnSpc>
                <a:spcPct val="110000"/>
              </a:lnSpc>
              <a:spcAft>
                <a:spcPts val="599"/>
              </a:spcAft>
              <a:buNone/>
              <a:defRPr/>
            </a:pPr>
            <a:r>
              <a:rPr lang="es-ES" sz="1600" b="0" i="0" strike="noStrike" cap="none" baseline="0">
                <a:solidFill>
                  <a:srgbClr val="000000"/>
                </a:solidFill>
                <a:effectLst/>
                <a:latin typeface="Segoe UI"/>
                <a:ea typeface="Segoe UI"/>
                <a:cs typeface="Segoe UI"/>
              </a:rPr>
              <a:t>La consulta de vector de búsqueda filtra por </a:t>
            </a:r>
            <a:r>
              <a:rPr lang="es-ES" sz="1600" b="0" i="0" strike="noStrike" cap="none" baseline="0">
                <a:solidFill>
                  <a:srgbClr val="000000"/>
                </a:solidFill>
                <a:effectLst/>
                <a:latin typeface="Consolas"/>
                <a:ea typeface="Consolas"/>
                <a:cs typeface="Consolas"/>
              </a:rPr>
              <a:t>category_id</a:t>
            </a:r>
            <a:r>
              <a:rPr lang="es-ES" sz="1600" b="0" i="0" strike="noStrike" cap="none" baseline="0">
                <a:solidFill>
                  <a:srgbClr val="000000"/>
                </a:solidFill>
                <a:effectLst/>
                <a:latin typeface="Segoe UI"/>
                <a:ea typeface="Segoe UI"/>
                <a:cs typeface="Segoe UI"/>
              </a:rPr>
              <a:t> y ordena por similitud. El plan de consulta muestra un examen secuencial. ¿Qué deberías comprobar primero?</a:t>
            </a:r>
            <a:endParaRPr lang="en-US"/>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Comprobar que existe un índice de árbol B en </a:t>
            </a:r>
            <a:r>
              <a:rPr lang="es-ES" sz="1600" b="0" i="0" strike="noStrike" cap="none" baseline="0">
                <a:solidFill>
                  <a:srgbClr val="000000"/>
                </a:solidFill>
                <a:effectLst/>
                <a:latin typeface="Consolas"/>
                <a:ea typeface="Consolas"/>
                <a:cs typeface="Consolas"/>
              </a:rPr>
              <a:t>category_id</a:t>
            </a:r>
            <a:endParaRPr lang="en-US" sz="1600" b="0" i="0" u="none" strike="noStrike" cap="none" spc="0">
              <a:solidFill>
                <a:schemeClr val="tx1"/>
              </a:solidFill>
              <a:latin typeface="Segoe UI"/>
              <a:cs typeface="Segoe UI"/>
            </a:endParaRPr>
          </a:p>
          <a:p>
            <a:pPr marL="261850" indent="-261850">
              <a:buFont typeface="Arial"/>
              <a:buAutoNum type="alphaUcPeriod"/>
              <a:defRPr/>
            </a:pPr>
            <a:r>
              <a:rPr lang="es-ES" sz="1600" b="0" i="0" strike="noStrike" cap="none" baseline="0">
                <a:solidFill>
                  <a:srgbClr val="000000"/>
                </a:solidFill>
                <a:effectLst/>
                <a:latin typeface="Segoe UI"/>
                <a:ea typeface="Segoe UI"/>
                <a:cs typeface="Segoe UI"/>
              </a:rPr>
              <a:t>Comprobar que el índice vectorial usa la misma clase de operador que la consulta</a:t>
            </a:r>
            <a:endParaRPr lang="en-US" sz="1600" b="0" i="0" u="none" strike="noStrike" cap="none" spc="0">
              <a:solidFill>
                <a:schemeClr val="tx1"/>
              </a:solidFill>
              <a:latin typeface="Segoe UI"/>
              <a:cs typeface="Segoe UI"/>
            </a:endParaRPr>
          </a:p>
          <a:p>
            <a:pPr marL="261850" marR="0" indent="-261850" algn="l">
              <a:lnSpc>
                <a:spcPct val="100000"/>
              </a:lnSpc>
              <a:spcBef>
                <a:spcPct val="0"/>
              </a:spcBef>
              <a:spcAft>
                <a:spcPct val="0"/>
              </a:spcAft>
              <a:buFont typeface="Arial"/>
              <a:buAutoNum type="alphaUcPeriod"/>
              <a:defRPr/>
            </a:pPr>
            <a:r>
              <a:rPr lang="es-ES" sz="1600" b="0" i="0" strike="noStrike" cap="none" baseline="0">
                <a:solidFill>
                  <a:srgbClr val="000000"/>
                </a:solidFill>
                <a:effectLst/>
                <a:latin typeface="Segoe UI"/>
                <a:ea typeface="Segoe UI"/>
                <a:cs typeface="Segoe UI"/>
              </a:rPr>
              <a:t>Aumentar </a:t>
            </a:r>
            <a:r>
              <a:rPr lang="es-ES" sz="1600" b="0" i="0" strike="noStrike" cap="none" baseline="0">
                <a:solidFill>
                  <a:srgbClr val="000000"/>
                </a:solidFill>
                <a:effectLst/>
                <a:latin typeface="Consolas"/>
                <a:ea typeface="Consolas"/>
                <a:cs typeface="Consolas"/>
              </a:rPr>
              <a:t>hnsw.ef_search</a:t>
            </a:r>
            <a:r>
              <a:rPr lang="es-ES" sz="1600" b="0" i="0" strike="noStrike" cap="none" baseline="0">
                <a:solidFill>
                  <a:srgbClr val="000000"/>
                </a:solidFill>
                <a:effectLst/>
                <a:latin typeface="Segoe UI"/>
                <a:ea typeface="Segoe UI"/>
                <a:cs typeface="Segoe UI"/>
              </a:rPr>
              <a:t> para expandir el espacio de búsqueda</a:t>
            </a:r>
            <a:endParaRPr lang="en-US" sz="1600" b="0" i="0" u="none" strike="noStrike" cap="none" spc="0">
              <a:solidFill>
                <a:schemeClr val="tx1"/>
              </a:solidFill>
              <a:latin typeface="Segoe UI"/>
              <a:cs typeface="Segoe UI"/>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005357348" name="Title 16"/>
          <p:cNvSpPr txBox="1">
            <a:spLocks noGrp="1"/>
          </p:cNvSpPr>
          <p:nvPr>
            <p:ph type="title"/>
          </p:nvPr>
        </p:nvSpPr>
        <p:spPr bwMode="auto">
          <a:xfrm>
            <a:off x="457200" y="411480"/>
            <a:ext cx="11222609" cy="553997"/>
          </a:xfrm>
          <a:prstGeom prst="rect">
            <a:avLst/>
          </a:prstGeom>
          <a:noFill/>
          <a:ln>
            <a:noFill/>
            <a:prstDash val="soli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a:lnSpc>
                <a:spcPct val="100000"/>
              </a:lnSpc>
              <a:spcBef>
                <a:spcPct val="0"/>
              </a:spcBef>
              <a:buNone/>
              <a:defRPr lang="en-US" sz="3200" b="0" i="0" cap="none" spc="0">
                <a:ln w="3175">
                  <a:noFill/>
                </a:ln>
                <a:solidFill>
                  <a:schemeClr val="tx1"/>
                </a:solidFill>
                <a:latin typeface="+mj-lt"/>
                <a:ea typeface="+mn-ea"/>
                <a:cs typeface="Segoe UI Semibold"/>
              </a:defRPr>
            </a:lvl1pPr>
          </a:lstStyle>
          <a:p>
            <a:pPr>
              <a:defRPr/>
            </a:pPr>
            <a:r>
              <a:rPr lang="en-US" sz="3600">
                <a:cs typeface="Segoe UI Semibold"/>
              </a:rPr>
              <a:t>Interactive Knowledge</a:t>
            </a:r>
            <a:r>
              <a:rPr lang="en-US" sz="3600" b="0" i="0" u="none" strike="noStrike" cap="none" spc="0">
                <a:ln w="3175">
                  <a:noFill/>
                </a:ln>
                <a:latin typeface="Segoe UI Semibold"/>
                <a:ea typeface="Arial"/>
                <a:cs typeface="Segoe UI Semibold"/>
              </a:rPr>
              <a:t> check </a:t>
            </a:r>
            <a:endParaRPr/>
          </a:p>
        </p:txBody>
      </p:sp>
      <p:sp>
        <p:nvSpPr>
          <p:cNvPr id="190912666" name="Text Placeholder 1"/>
          <p:cNvSpPr>
            <a:spLocks noGrp="1"/>
          </p:cNvSpPr>
          <p:nvPr>
            <p:ph type="body" sz="quarter" idx="4294967295"/>
          </p:nvPr>
        </p:nvSpPr>
        <p:spPr bwMode="auto">
          <a:xfrm>
            <a:off x="4798236" y="2051473"/>
            <a:ext cx="6715530" cy="3231239"/>
          </a:xfrm>
        </p:spPr>
        <p:txBody>
          <a:bodyPr vert="horz" wrap="square" lIns="0" tIns="0" rIns="0" bIns="0" rtlCol="0" anchor="t">
            <a:spAutoFit/>
          </a:bodyPr>
          <a:lstStyle/>
          <a:p>
            <a:pPr marL="0" indent="0">
              <a:buNone/>
              <a:defRPr/>
            </a:pPr>
            <a:r>
              <a:rPr lang="en-US" sz="2400" b="0">
                <a:latin typeface="Segoe UI Semibold"/>
                <a:ea typeface="Segoe UI Semibold"/>
                <a:cs typeface="Segoe UI Semibold"/>
              </a:rPr>
              <a:t>Test your knowledge with this real time quiz. </a:t>
            </a:r>
            <a:endParaRPr b="0">
              <a:latin typeface="Segoe UI Semibold"/>
              <a:cs typeface="Segoe UI Semibold"/>
            </a:endParaRPr>
          </a:p>
          <a:p>
            <a:pPr marL="0" indent="0">
              <a:buNone/>
              <a:defRPr/>
            </a:pPr>
            <a:r>
              <a:rPr lang="en-US" sz="2400" b="0">
                <a:latin typeface="Segoe UI Semibold"/>
                <a:ea typeface="Segoe UI Semibold"/>
                <a:cs typeface="Segoe UI Semibold"/>
              </a:rPr>
              <a:t>Prompt Microsoft Copilot Chat: </a:t>
            </a:r>
            <a:endParaRPr lang="en-US"/>
          </a:p>
          <a:p>
            <a:pPr marL="0" indent="0">
              <a:buNone/>
              <a:defRPr/>
            </a:pPr>
            <a:endParaRPr lang="en-US" sz="2400" b="1"/>
          </a:p>
          <a:p>
            <a:pPr marL="0" indent="0">
              <a:buNone/>
              <a:defRPr/>
            </a:pPr>
            <a:r>
              <a:rPr lang="en-US" sz="2000" b="0" i="0" u="none" strike="noStrike" cap="none" spc="0">
                <a:solidFill>
                  <a:schemeClr val="tx1"/>
                </a:solidFill>
                <a:latin typeface="Segoe UI"/>
                <a:ea typeface="Segoe UI"/>
                <a:cs typeface="Segoe UI"/>
              </a:rPr>
              <a:t>As a PostgreSQL expert, please create three multiple-choice questions that assess knowledge of optimizing vector search in Azure Database for PostgreSQL.</a:t>
            </a:r>
            <a:r>
              <a:rPr lang="en-US" sz="2000">
                <a:latin typeface="Segoe UI"/>
                <a:ea typeface="Segoe UI"/>
                <a:cs typeface="Segoe UI"/>
              </a:rPr>
              <a:t> Present one question at a time and wait for my response before continuing. After each answer, provide a brief explanation of the correct choice before moving on to the next question.</a:t>
            </a:r>
            <a:endParaRPr/>
          </a:p>
        </p:txBody>
      </p:sp>
      <p:pic>
        <p:nvPicPr>
          <p:cNvPr id="1983564740" name="Picture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bwMode="auto">
          <a:xfrm>
            <a:off x="807647" y="2160061"/>
            <a:ext cx="3726420" cy="3257794"/>
          </a:xfrm>
          <a:prstGeom prst="rect">
            <a:avLst/>
          </a:prstGeom>
          <a:ln w="38100">
            <a:solidFill>
              <a:srgbClr val="C73ECC"/>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3233303" name="Title 9"/>
          <p:cNvSpPr>
            <a:spLocks noGrp="1"/>
          </p:cNvSpPr>
          <p:nvPr>
            <p:ph type="title"/>
          </p:nvPr>
        </p:nvSpPr>
        <p:spPr bwMode="auto"/>
        <p:txBody>
          <a:bodyPr>
            <a:noAutofit/>
          </a:bodyPr>
          <a:lstStyle/>
          <a:p>
            <a:pPr>
              <a:defRPr/>
            </a:pPr>
            <a:r>
              <a:rPr lang="es-ES" sz="2800" b="0" i="0" strike="noStrike" cap="none" baseline="0">
                <a:solidFill>
                  <a:srgbClr val="000000"/>
                </a:solidFill>
                <a:effectLst/>
                <a:latin typeface="Segoe UI Semibold"/>
                <a:ea typeface="Segoe UI Semibold"/>
                <a:cs typeface="Segoe UI Semibold"/>
              </a:rPr>
              <a:t>Resumen del módulo 3</a:t>
            </a:r>
            <a:endParaRPr sz="2800"/>
          </a:p>
        </p:txBody>
      </p:sp>
      <p:sp>
        <p:nvSpPr>
          <p:cNvPr id="408674457" name="Rounded Rectangle 3_1"/>
          <p:cNvSpPr/>
          <p:nvPr/>
        </p:nvSpPr>
        <p:spPr bwMode="auto">
          <a:xfrm>
            <a:off x="594774" y="1097167"/>
            <a:ext cx="10618656" cy="4328361"/>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a:lnSpc>
                <a:spcPct val="100000"/>
              </a:lnSpc>
              <a:spcBef>
                <a:spcPts val="1199"/>
              </a:spcBef>
              <a:spcAft>
                <a:spcPct val="0"/>
              </a:spcAft>
              <a:buClrTx/>
              <a:buSzPct val="90000"/>
              <a:buFont typeface="Wingdings"/>
              <a:buNone/>
              <a:defRPr/>
            </a:pPr>
            <a:r>
              <a:rPr lang="es-ES" sz="1800" b="0" i="0" strike="noStrike" cap="none" baseline="0">
                <a:solidFill>
                  <a:srgbClr val="FFFFFF"/>
                </a:solidFill>
                <a:effectLst/>
                <a:latin typeface="Segoe UI"/>
                <a:ea typeface="Segoe UI"/>
                <a:cs typeface="Segoe UI"/>
              </a:rPr>
              <a:t>La clave de partición es tu decisión de diseño más importante (no se puede cambiar más adelante el cliente singleton). Reutiliza CosmosClient para la agrupación de conexiones y el almacenamiento en caché. Usa lecturas puntuales sobre consultas si conoces el Id. y la clave de partición. Parametriza consultas para la seguridad y el almacenamiento en caché del plan de consulta. Las consultas de partición única cuestan menos que las consultas entre particiones. Supervisa el consumo de RU para identificar oportunidades de optimización. </a:t>
            </a:r>
            <a:endParaRPr lang="en-US" sz="1800">
              <a:solidFill>
                <a:schemeClr val="tx1"/>
              </a:solidFill>
              <a:cs typeface="Segoe UI"/>
            </a:endParaRPr>
          </a:p>
        </p:txBody>
      </p:sp>
      <p:sp>
        <p:nvSpPr>
          <p:cNvPr id="1876734700" name="TextBox 2"/>
          <p:cNvSpPr txBox="1"/>
          <p:nvPr/>
        </p:nvSpPr>
        <p:spPr bwMode="auto">
          <a:xfrm>
            <a:off x="889962" y="1435230"/>
            <a:ext cx="9828024" cy="3543908"/>
          </a:xfrm>
          <a:prstGeom prst="rect">
            <a:avLst/>
          </a:prstGeom>
          <a:noFill/>
        </p:spPr>
        <p:txBody>
          <a:bodyPr wrap="square" lIns="91440" tIns="45720" rIns="91440" bIns="45720" anchor="t">
            <a:noAutofit/>
          </a:bodyPr>
          <a:lstStyle/>
          <a:p>
            <a:pPr marL="228600" marR="0" indent="-228600" algn="l">
              <a:lnSpc>
                <a:spcPct val="100000"/>
              </a:lnSpc>
              <a:spcBef>
                <a:spcPct val="0"/>
              </a:spcBef>
              <a:spcAft>
                <a:spcPts val="935"/>
              </a:spcAft>
              <a:buFont typeface="Arial"/>
              <a:buChar char="•"/>
              <a:defRPr/>
            </a:pPr>
            <a:r>
              <a:rPr lang="es-ES" sz="1800" b="0" i="0" strike="noStrike" cap="none" baseline="0">
                <a:solidFill>
                  <a:srgbClr val="000000"/>
                </a:solidFill>
                <a:effectLst/>
                <a:latin typeface="Segoe UI Semibold"/>
                <a:ea typeface="Segoe UI Semibold"/>
                <a:cs typeface="Segoe UI Semibold"/>
              </a:rPr>
              <a:t>Configuración de la memoria:</a:t>
            </a:r>
            <a:r>
              <a:rPr lang="es-ES" sz="1800" b="0" i="0" strike="noStrike" cap="none" baseline="0">
                <a:solidFill>
                  <a:srgbClr val="000000"/>
                </a:solidFill>
                <a:effectLst/>
                <a:latin typeface="Segoe UI"/>
                <a:ea typeface="Segoe UI"/>
                <a:cs typeface="Segoe UI"/>
              </a:rPr>
              <a:t> dimensiona </a:t>
            </a:r>
            <a:r>
              <a:rPr lang="es-ES" sz="1800" b="0" i="0" strike="noStrike" cap="none" baseline="0">
                <a:solidFill>
                  <a:srgbClr val="000000"/>
                </a:solidFill>
                <a:effectLst/>
                <a:latin typeface="Consolas"/>
                <a:ea typeface="Consolas"/>
                <a:cs typeface="Consolas"/>
              </a:rPr>
              <a:t>shared_buffers</a:t>
            </a:r>
            <a:r>
              <a:rPr lang="es-ES" sz="1800" b="0" i="0" strike="noStrike" cap="none" baseline="0">
                <a:solidFill>
                  <a:srgbClr val="000000"/>
                </a:solidFill>
                <a:effectLst/>
                <a:latin typeface="Segoe UI"/>
                <a:ea typeface="Segoe UI"/>
                <a:cs typeface="Segoe UI"/>
              </a:rPr>
              <a:t> y </a:t>
            </a:r>
            <a:r>
              <a:rPr lang="es-ES" sz="1800" b="0" i="0" strike="noStrike" cap="none" baseline="0">
                <a:solidFill>
                  <a:srgbClr val="000000"/>
                </a:solidFill>
                <a:effectLst/>
                <a:latin typeface="Consolas"/>
                <a:ea typeface="Consolas"/>
                <a:cs typeface="Consolas"/>
              </a:rPr>
              <a:t>work_mem</a:t>
            </a:r>
            <a:r>
              <a:rPr lang="es-ES" sz="1800" b="0" i="0" strike="noStrike" cap="none" baseline="0">
                <a:solidFill>
                  <a:srgbClr val="000000"/>
                </a:solidFill>
                <a:effectLst/>
                <a:latin typeface="Segoe UI"/>
                <a:ea typeface="Segoe UI"/>
                <a:cs typeface="Segoe UI"/>
              </a:rPr>
              <a:t> para mantener los índices vectoriales en caché, lo que reduce las operaciones de E/S de disco</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935"/>
              </a:spcAft>
              <a:buFont typeface="Arial"/>
              <a:buChar char="•"/>
              <a:defRPr/>
            </a:pPr>
            <a:r>
              <a:rPr lang="es-ES" sz="1800" b="0" i="0" strike="noStrike" cap="none" baseline="0">
                <a:solidFill>
                  <a:srgbClr val="000000"/>
                </a:solidFill>
                <a:effectLst/>
                <a:latin typeface="Segoe UI Semibold"/>
                <a:ea typeface="Segoe UI Semibold"/>
                <a:cs typeface="Segoe UI Semibold"/>
              </a:rPr>
              <a:t>Selección de índice:</a:t>
            </a:r>
            <a:r>
              <a:rPr lang="es-ES" sz="1800" b="0" i="0" strike="noStrike" cap="none" baseline="0">
                <a:solidFill>
                  <a:srgbClr val="000000"/>
                </a:solidFill>
                <a:effectLst/>
                <a:latin typeface="Segoe UI"/>
                <a:ea typeface="Segoe UI"/>
                <a:cs typeface="Segoe UI"/>
              </a:rPr>
              <a:t> HNSW para cargas de trabajo elevadas de recuperación y lectura intensiva, IVFFlat para recompilaciones rápidas y memoria limitada</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935"/>
              </a:spcAft>
              <a:buFont typeface="Arial"/>
              <a:buChar char="•"/>
              <a:defRPr/>
            </a:pPr>
            <a:r>
              <a:rPr lang="es-ES" sz="1800" b="0" i="0" strike="noStrike" cap="none" baseline="0">
                <a:solidFill>
                  <a:srgbClr val="000000"/>
                </a:solidFill>
                <a:effectLst/>
                <a:latin typeface="Segoe UI Semibold"/>
                <a:ea typeface="Segoe UI Semibold"/>
                <a:cs typeface="Segoe UI Semibold"/>
              </a:rPr>
              <a:t>Filtrado de metadatos:</a:t>
            </a:r>
            <a:r>
              <a:rPr lang="es-ES" sz="1800" b="0" i="0" strike="noStrike" cap="none" baseline="0">
                <a:solidFill>
                  <a:srgbClr val="000000"/>
                </a:solidFill>
                <a:effectLst/>
                <a:latin typeface="Segoe UI"/>
                <a:ea typeface="Segoe UI"/>
                <a:cs typeface="Segoe UI"/>
              </a:rPr>
              <a:t> los índices de árbol B en columnas de filtro reducen los candidatos antes de los cálculos de distancia</a:t>
            </a:r>
            <a:endParaRPr lang="en-US" sz="1800" b="0" i="0" u="none" strike="noStrike" cap="none" spc="0">
              <a:solidFill>
                <a:schemeClr val="tx1"/>
              </a:solidFill>
              <a:latin typeface="Segoe UI"/>
              <a:cs typeface="Segoe UI"/>
            </a:endParaRPr>
          </a:p>
          <a:p>
            <a:pPr marL="228600" marR="0" indent="-228600" algn="l">
              <a:lnSpc>
                <a:spcPct val="100000"/>
              </a:lnSpc>
              <a:spcBef>
                <a:spcPct val="0"/>
              </a:spcBef>
              <a:spcAft>
                <a:spcPts val="935"/>
              </a:spcAft>
              <a:buFont typeface="Arial"/>
              <a:buChar char="•"/>
              <a:defRPr/>
            </a:pPr>
            <a:r>
              <a:rPr lang="es-ES" sz="1800" b="0" i="0" strike="noStrike" cap="none" baseline="0">
                <a:solidFill>
                  <a:srgbClr val="000000"/>
                </a:solidFill>
                <a:effectLst/>
                <a:latin typeface="Segoe UI Semibold"/>
                <a:ea typeface="Segoe UI Semibold"/>
                <a:cs typeface="Segoe UI Semibold"/>
              </a:rPr>
              <a:t>Estrategia de escalado</a:t>
            </a:r>
            <a:r>
              <a:rPr lang="es-ES" sz="1800" b="0" i="0" strike="noStrike" cap="none" baseline="0">
                <a:solidFill>
                  <a:srgbClr val="000000"/>
                </a:solidFill>
                <a:effectLst/>
                <a:latin typeface="Segoe UI"/>
                <a:ea typeface="Segoe UI"/>
                <a:cs typeface="Segoe UI"/>
              </a:rPr>
              <a:t>: escalado vertical primero (nivel optimizado para memoria) y, después, lectura de réplicas y almacenamiento en caché para el volumen</a:t>
            </a:r>
            <a:endParaRPr lang="en-US" sz="1800" b="0" i="0" u="none" strike="noStrike" cap="none" spc="0">
              <a:solidFill>
                <a:schemeClr val="tx1"/>
              </a:solidFill>
              <a:latin typeface="Segoe UI"/>
              <a:cs typeface="Segoe UI"/>
            </a:endParaRPr>
          </a:p>
          <a:p>
            <a:pPr marL="228600" marR="0" lvl="0" indent="-228600" algn="l">
              <a:lnSpc>
                <a:spcPct val="100000"/>
              </a:lnSpc>
              <a:spcBef>
                <a:spcPct val="0"/>
              </a:spcBef>
              <a:spcAft>
                <a:spcPts val="935"/>
              </a:spcAft>
              <a:buFont typeface="Arial"/>
              <a:buChar char="•"/>
              <a:defRPr/>
            </a:pPr>
            <a:r>
              <a:rPr lang="es-ES" sz="1800" b="0" i="0" strike="noStrike" cap="none" baseline="0">
                <a:solidFill>
                  <a:srgbClr val="000000"/>
                </a:solidFill>
                <a:effectLst/>
                <a:latin typeface="Segoe UI Semibold"/>
                <a:ea typeface="Segoe UI Semibold"/>
                <a:cs typeface="Segoe UI Semibold"/>
              </a:rPr>
              <a:t>Agrupación de conexiones:</a:t>
            </a:r>
            <a:r>
              <a:rPr lang="es-ES" sz="1800" b="0" i="0" strike="noStrike" cap="none" baseline="0">
                <a:solidFill>
                  <a:srgbClr val="000000"/>
                </a:solidFill>
                <a:effectLst/>
                <a:latin typeface="Segoe UI"/>
                <a:ea typeface="Segoe UI"/>
                <a:cs typeface="Segoe UI"/>
              </a:rPr>
              <a:t> PgBouncer en modo de transacción impide el agotamiento de conexiones en alta simultaneidad</a:t>
            </a:r>
            <a:endParaRPr sz="1800"/>
          </a:p>
          <a:p>
            <a:pPr>
              <a:defRPr/>
            </a:pPr>
            <a:endParaRPr sz="1600"/>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0.1160"/>
  <p:tag name="AS_RELEASE_DATE" val="2023.06.30"/>
  <p:tag name="AS_TITLE" val="Aspose.Slides for Java"/>
  <p:tag name="AS_VERSION" val="23.6.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LT Template">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Arial"/>
        <a:cs typeface="Arial"/>
      </a:majorFont>
      <a:minorFont>
        <a:latin typeface="Segoe UI"/>
        <a:ea typeface="Arial"/>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satMod val="150000"/>
              <a:alpha val="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a:path>
        </a:gradFill>
        <a:gradFill>
          <a:gsLst>
            <a:gs pos="0">
              <a:schemeClr val="phClr">
                <a:tint val="80000"/>
                <a:satMod val="300000"/>
              </a:schemeClr>
            </a:gs>
            <a:gs pos="100000">
              <a:schemeClr val="phClr">
                <a:shade val="30000"/>
                <a:satMod val="200000"/>
              </a:schemeClr>
            </a:gs>
          </a:gsLst>
          <a:path path="circle">
            <a:fillToRect/>
          </a:path>
        </a:gradFill>
      </a:bgFillStyleLst>
    </a:fmtScheme>
  </a:themeElements>
  <a:objectDefaults>
    <a:spDef>
      <a:spPr bwMode="auto">
        <a:prstGeom prst="rect">
          <a:avLst/>
        </a:prstGeom>
        <a:solidFill>
          <a:schemeClr val="accent1"/>
        </a:solidFill>
        <a:ln>
          <a:noFill/>
          <a:headEnd type="none" w="med" len="med"/>
          <a:tailEnd type="none" w="med" len="med"/>
        </a:ln>
        <a:effectLst/>
      </a:spPr>
      <a:bodyPr/>
      <a:lstStyle/>
      <a:style>
        <a:lnRef idx="1">
          <a:schemeClr val="accent2"/>
        </a:lnRef>
        <a:fillRef idx="3">
          <a:schemeClr val="accent2"/>
        </a:fillRef>
        <a:effectRef idx="2">
          <a:schemeClr val="accent2"/>
        </a:effectRef>
        <a:fontRef idx="minor">
          <a:schemeClr val="lt1"/>
        </a:fontRef>
      </a:style>
    </a:spDef>
    <a:lnDef>
      <a:spPr bwMode="auto">
        <a:prstGeom prst="rect">
          <a:avLst/>
        </a:prstGeom>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7</TotalTime>
  <Words>8180</Words>
  <Application>Microsoft Office PowerPoint</Application>
  <PresentationFormat>Panorámica</PresentationFormat>
  <Paragraphs>598</Paragraphs>
  <Slides>38</Slides>
  <Notes>38</Notes>
  <HiddenSlides>3</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38</vt:i4>
      </vt:variant>
    </vt:vector>
  </HeadingPairs>
  <TitlesOfParts>
    <vt:vector size="46" baseType="lpstr">
      <vt:lpstr>Aptos</vt:lpstr>
      <vt:lpstr>Arial</vt:lpstr>
      <vt:lpstr>Consolas</vt:lpstr>
      <vt:lpstr>Segoe UI</vt:lpstr>
      <vt:lpstr>Segoe UI Semibold</vt:lpstr>
      <vt:lpstr>Wingdings</vt:lpstr>
      <vt:lpstr>Office Theme</vt:lpstr>
      <vt:lpstr>LIGHT MODE</vt:lpstr>
      <vt:lpstr>AI-200T00A Desarrollo de soluciones de IA con Azure Database for PostgreSQL</vt:lpstr>
      <vt:lpstr>Agenda</vt:lpstr>
      <vt:lpstr>Módulo 1: Compilación y consulta con Azure Database for PostgreSQL</vt:lpstr>
      <vt:lpstr>Objetivos de aprendizaje</vt:lpstr>
      <vt:lpstr>Introducción</vt:lpstr>
      <vt:lpstr>Exploración de Azure Cosmos DB for NoSQL</vt:lpstr>
      <vt:lpstr>Conexión con PostgreSQL</vt:lpstr>
      <vt:lpstr>Creación y administración de esquemas</vt:lpstr>
      <vt:lpstr>Consultar datos</vt:lpstr>
      <vt:lpstr>Integración de SDK y aplicaciones</vt:lpstr>
      <vt:lpstr>Ejercicio</vt:lpstr>
      <vt:lpstr>Prueba de conocimientos del módulo 1</vt:lpstr>
      <vt:lpstr>Interactive Knowledge check </vt:lpstr>
      <vt:lpstr>Resumen del módulo 1</vt:lpstr>
      <vt:lpstr>Módulo 2: Implementación del vector de búsqueda  con Azure Database for  PostgreSQL </vt:lpstr>
      <vt:lpstr>Objetivos de aprendizaje</vt:lpstr>
      <vt:lpstr>Introducción</vt:lpstr>
      <vt:lpstr>Almacenamiento y consulta de inserciones con pgvector</vt:lpstr>
      <vt:lpstr>Realizar búsqueda rápida de similitud de vectores</vt:lpstr>
      <vt:lpstr>Administrar el ciclo de vida del índice e insertar actualizaciones</vt:lpstr>
      <vt:lpstr>Ejecución de la búsqueda de similitud de vectores para la recuperación semántica</vt:lpstr>
      <vt:lpstr>Implementación de patrones de recuperación para canalizaciones RAG</vt:lpstr>
      <vt:lpstr>Ejercicio</vt:lpstr>
      <vt:lpstr>Prueba de conocimientos del módulo 2</vt:lpstr>
      <vt:lpstr>Interactive Knowledge check </vt:lpstr>
      <vt:lpstr>Resumen del módulo 2</vt:lpstr>
      <vt:lpstr>Módulo 3: Optimización de vector de búsqueda en Azure Database for PostgreSQL </vt:lpstr>
      <vt:lpstr>Objetivos de aprendizaje</vt:lpstr>
      <vt:lpstr>Introducción</vt:lpstr>
      <vt:lpstr>Ajustar PostgreSQL para pgvector</vt:lpstr>
      <vt:lpstr>Elegir y configurar índices vectoriales</vt:lpstr>
      <vt:lpstr>Optimizar la distribución de datos</vt:lpstr>
      <vt:lpstr>Escalado para cargas de trabajo de gran volumen</vt:lpstr>
      <vt:lpstr>Optimización de la conexión</vt:lpstr>
      <vt:lpstr>Ejercicio</vt:lpstr>
      <vt:lpstr>Prueba de conocimientos del módulo 3</vt:lpstr>
      <vt:lpstr>Interactive Knowledge check </vt:lpstr>
      <vt:lpstr>Resumen del módulo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Julio Armando Estremadoyro Aguirre</cp:lastModifiedBy>
  <cp:revision>23</cp:revision>
  <dcterms:created xsi:type="dcterms:W3CDTF">2023-12-14T00:17:42Z</dcterms:created>
  <dcterms:modified xsi:type="dcterms:W3CDTF">2026-10-14T14:40:16Z</dcterms:modified>
</cp:coreProperties>
</file>