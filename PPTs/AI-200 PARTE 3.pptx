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6"/>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90" r:id="rId35"/>
  </p:sldIdLst>
  <p:sldSz cx="12192000" cy="6858000"/>
  <p:notesSz cx="6858000" cy="9144000"/>
  <p:custDataLst>
    <p:tags r:id="rId37"/>
  </p:custDataLst>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3840">
          <p15:clr>
            <a:srgbClr val="A4A3A4"/>
          </p15:clr>
        </p15:guide>
        <p15:guide id="2" orient="horz"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napVertSplitter="1" vertBarState="minimized" horzBarState="maximized">
    <p:restoredLeft sz="4346" autoAdjust="0"/>
    <p:restoredTop sz="94660"/>
  </p:normalViewPr>
  <p:slideViewPr>
    <p:cSldViewPr snapToGrid="0">
      <p:cViewPr varScale="1">
        <p:scale>
          <a:sx n="82" d="100"/>
          <a:sy n="82" d="100"/>
        </p:scale>
        <p:origin x="642" y="90"/>
      </p:cViewPr>
      <p:guideLst>
        <p:guide pos="3840"/>
        <p:guide orient="horz" pos="2160"/>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gs" Target="tags/tag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07430174"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439950488"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4C58D156-4B2E-4C57-9C33-59F659D18680}" type="datetimeFigureOut">
              <a:rPr lang="en-US"/>
              <a:t>10/9/2026</a:t>
            </a:fld>
            <a:endParaRPr lang="en-US"/>
          </a:p>
        </p:txBody>
      </p:sp>
      <p:sp>
        <p:nvSpPr>
          <p:cNvPr id="790843326" name="Slide Image Placeholder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sp>
      <p:sp>
        <p:nvSpPr>
          <p:cNvPr id="2146021492"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714284078"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848781621"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10B4D7BB-47DA-46D4-B152-A08B9EBCF1F1}" type="slidenum">
              <a:rPr lang="en-US"/>
              <a:t>‹Nº›</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learn.microsoft.com/training/paths/deploy-monitor-apps-azure-kubernetes-service/"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learn.microsoft.com/training/modules/deploy-apps-azure-kubernetes-service/"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learn.microsoft.com/training/modules/configure-apps-azure-kubernetes-service/"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learn.microsoft.com/training/modules/monitor-apps-azure-kubernetes-service/"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1472210" name="Slide Image Placeholder 1"/>
          <p:cNvSpPr>
            <a:spLocks noGrp="1" noRot="1" noChangeAspect="1"/>
          </p:cNvSpPr>
          <p:nvPr>
            <p:ph type="sldImg"/>
          </p:nvPr>
        </p:nvSpPr>
        <p:spPr bwMode="auto"/>
      </p:sp>
      <p:sp>
        <p:nvSpPr>
          <p:cNvPr id="687911227" name="Notes Placeholder 2"/>
          <p:cNvSpPr>
            <a:spLocks noGrp="1"/>
          </p:cNvSpPr>
          <p:nvPr>
            <p:ph type="body" idx="1"/>
          </p:nvPr>
        </p:nvSpPr>
        <p:spPr bwMode="auto"/>
        <p:txBody>
          <a:bodyPr/>
          <a:lstStyle/>
          <a:p>
            <a:pPr marL="0" marR="0" lvl="0" indent="0" algn="l" defTabSz="914400" rtl="0">
              <a:lnSpc>
                <a:spcPct val="100000"/>
              </a:lnSpc>
              <a:spcBef>
                <a:spcPct val="0"/>
              </a:spcBef>
              <a:spcAft>
                <a:spcPct val="0"/>
              </a:spcAft>
              <a:buClrTx/>
              <a:buSzTx/>
              <a:buFontTx/>
              <a:buNone/>
              <a:defRPr/>
            </a:pPr>
            <a:r>
              <a:rPr lang="es-ES" sz="1200" b="0" i="0" strike="noStrike" cap="none" baseline="0">
                <a:solidFill>
                  <a:srgbClr val="000000"/>
                </a:solidFill>
                <a:effectLst/>
                <a:latin typeface="Aptos"/>
                <a:ea typeface="Aptos"/>
                <a:cs typeface="Aptos"/>
              </a:rPr>
              <a:t>Estos módulos de Learn forman parte de la ruta de aprendizaje Implementación y supervisión de aplicaciones en Azure Kubernetes Service:</a:t>
            </a:r>
            <a:r>
              <a:rPr lang="es-ES" sz="1200" b="0" i="0" strike="noStrike" cap="none" baseline="0">
                <a:solidFill>
                  <a:srgbClr val="171717"/>
                </a:solidFill>
                <a:effectLst/>
                <a:latin typeface="Segoe UI"/>
                <a:ea typeface="Segoe UI"/>
                <a:cs typeface="Segoe UI"/>
              </a:rPr>
              <a:t> </a:t>
            </a:r>
            <a:r>
              <a:rPr lang="es-ES" sz="1200" b="0" i="0" u="sng" strike="noStrike" cap="none" baseline="0">
                <a:solidFill>
                  <a:srgbClr val="467886"/>
                </a:solidFill>
                <a:effectLst/>
                <a:uFill>
                  <a:solidFill>
                    <a:srgbClr val="467886"/>
                  </a:solidFill>
                </a:uFill>
                <a:latin typeface="Aptos"/>
                <a:ea typeface="Aptos"/>
                <a:cs typeface="Aptos"/>
                <a:hlinkClick r:id="rId3" history="0"/>
              </a:rPr>
              <a:t>https://learn.microsoft.com/training/paths/deploy-monitor-apps-azure-kubernetes-service/</a:t>
            </a:r>
            <a:endParaRPr/>
          </a:p>
          <a:p>
            <a:pPr>
              <a:defRPr/>
            </a:pPr>
            <a:endParaRPr lang="en-US"/>
          </a:p>
        </p:txBody>
      </p:sp>
      <p:sp>
        <p:nvSpPr>
          <p:cNvPr id="752183335" name="Slide Number Placeholder 3"/>
          <p:cNvSpPr>
            <a:spLocks noGrp="1"/>
          </p:cNvSpPr>
          <p:nvPr>
            <p:ph type="sldNum" sz="quarter" idx="5"/>
          </p:nvPr>
        </p:nvSpPr>
        <p:spPr bwMode="auto"/>
        <p:txBody>
          <a:bodyPr/>
          <a:lstStyle/>
          <a:p>
            <a:pPr>
              <a:defRPr/>
            </a:pPr>
            <a:fld id="{10B4D7BB-47DA-46D4-B152-A08B9EBCF1F1}"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6445966" name="Slide Image Placeholder 1"/>
          <p:cNvSpPr>
            <a:spLocks noGrp="1" noRot="1" noChangeAspect="1"/>
          </p:cNvSpPr>
          <p:nvPr>
            <p:ph type="sldImg"/>
          </p:nvPr>
        </p:nvSpPr>
        <p:spPr bwMode="auto"/>
      </p:sp>
      <p:sp>
        <p:nvSpPr>
          <p:cNvPr id="1724537232" name="Notes Placeholder 2"/>
          <p:cNvSpPr>
            <a:spLocks noGrp="1"/>
          </p:cNvSpPr>
          <p:nvPr>
            <p:ph type="body" idx="1"/>
          </p:nvPr>
        </p:nvSpPr>
        <p:spPr bwMode="auto"/>
        <p:txBody>
          <a:bodyPr/>
          <a:lstStyle/>
          <a:p>
            <a:pPr>
              <a:defRPr/>
            </a:pPr>
            <a:endParaRPr/>
          </a:p>
        </p:txBody>
      </p:sp>
      <p:sp>
        <p:nvSpPr>
          <p:cNvPr id="1672620439" name="Slide Number Placeholder 3"/>
          <p:cNvSpPr>
            <a:spLocks noGrp="1"/>
          </p:cNvSpPr>
          <p:nvPr>
            <p:ph type="sldNum" sz="quarter" idx="10"/>
          </p:nvPr>
        </p:nvSpPr>
        <p:spPr bwMode="auto"/>
        <p:txBody>
          <a:bodyPr/>
          <a:lstStyle/>
          <a:p>
            <a:pPr>
              <a:defRPr/>
            </a:pPr>
            <a:fld id="{61920445-B59E-9DB3-5289-71AB67717F23}"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2498518" name="Slide Image Placeholder 1"/>
          <p:cNvSpPr>
            <a:spLocks noGrp="1" noRot="1" noChangeAspect="1"/>
          </p:cNvSpPr>
          <p:nvPr>
            <p:ph type="sldImg"/>
          </p:nvPr>
        </p:nvSpPr>
        <p:spPr bwMode="auto"/>
      </p:sp>
      <p:sp>
        <p:nvSpPr>
          <p:cNvPr id="1643159275" name="Notes Placeholder 2"/>
          <p:cNvSpPr>
            <a:spLocks noGrp="1"/>
          </p:cNvSpPr>
          <p:nvPr>
            <p:ph type="body" idx="1"/>
          </p:nvPr>
        </p:nvSpPr>
        <p:spPr bwMode="auto"/>
        <p:txBody>
          <a:bodyPr/>
          <a:lstStyle/>
          <a:p>
            <a:pPr lvl="0">
              <a:defRPr/>
            </a:pPr>
            <a:r>
              <a:rPr lang="es-ES" sz="1200" b="0" i="0" strike="noStrike" cap="none" baseline="0">
                <a:solidFill>
                  <a:srgbClr val="000000"/>
                </a:solidFill>
                <a:effectLst/>
                <a:latin typeface="Aptos"/>
                <a:ea typeface="Aptos"/>
                <a:cs typeface="Aptos"/>
              </a:rPr>
              <a:t>En este módulo, se describe el flujo de trabajo de implementación principal en AKS: definir implementaciones, exponerlas con servicios, implementar con kubectl, comprobar el estado en tiempo de ejecución y solucionar problemas de errores comunes.</a:t>
            </a:r>
            <a:endParaRPr sz="1200"/>
          </a:p>
          <a:p>
            <a:pPr>
              <a:defRPr/>
            </a:pPr>
            <a:endParaRPr/>
          </a:p>
          <a:p>
            <a:pPr>
              <a:defRPr/>
            </a:pPr>
            <a:r>
              <a:rPr lang="es-ES" sz="1200" b="0" i="0" strike="noStrike" cap="none" baseline="0">
                <a:solidFill>
                  <a:srgbClr val="000000"/>
                </a:solidFill>
                <a:effectLst/>
                <a:latin typeface="Aptos"/>
                <a:ea typeface="Aptos"/>
                <a:cs typeface="Aptos"/>
              </a:rPr>
              <a:t>Vínculo al módulo: </a:t>
            </a:r>
            <a:r>
              <a:rPr lang="es-ES" sz="1200" b="0" i="0" u="sng" strike="noStrike" cap="none" baseline="0">
                <a:solidFill>
                  <a:srgbClr val="467886"/>
                </a:solidFill>
                <a:effectLst/>
                <a:uFill>
                  <a:solidFill>
                    <a:srgbClr val="467886"/>
                  </a:solidFill>
                </a:uFill>
                <a:latin typeface="Aptos"/>
                <a:ea typeface="Aptos"/>
                <a:cs typeface="Aptos"/>
                <a:hlinkClick r:id="rId3" history="0"/>
              </a:rPr>
              <a:t>https://learn.microsoft.com/training/modules/deploy-apps-azure-kubernetes-service/</a:t>
            </a:r>
            <a:endParaRPr/>
          </a:p>
        </p:txBody>
      </p:sp>
      <p:sp>
        <p:nvSpPr>
          <p:cNvPr id="22296350" name="Slide Number Placeholder 3"/>
          <p:cNvSpPr>
            <a:spLocks noGrp="1"/>
          </p:cNvSpPr>
          <p:nvPr>
            <p:ph type="sldNum" sz="quarter" idx="5"/>
          </p:nvPr>
        </p:nvSpPr>
        <p:spPr bwMode="auto"/>
        <p:txBody>
          <a:bodyPr/>
          <a:lstStyle/>
          <a:p>
            <a:pPr>
              <a:defRPr/>
            </a:pPr>
            <a:fld id="{10B4D7BB-47DA-46D4-B152-A08B9EBCF1F1}"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973257" name="Slide Image Placeholder 1"/>
          <p:cNvSpPr>
            <a:spLocks noGrp="1" noRot="1" noChangeAspect="1"/>
          </p:cNvSpPr>
          <p:nvPr>
            <p:ph type="sldImg"/>
          </p:nvPr>
        </p:nvSpPr>
        <p:spPr bwMode="auto"/>
      </p:sp>
      <p:sp>
        <p:nvSpPr>
          <p:cNvPr id="923180370" name="Notes Placeholder 2"/>
          <p:cNvSpPr>
            <a:spLocks noGrp="1"/>
          </p:cNvSpPr>
          <p:nvPr>
            <p:ph type="body" idx="1"/>
          </p:nvPr>
        </p:nvSpPr>
        <p:spPr bwMode="auto"/>
        <p:txBody>
          <a:bodyPr/>
          <a:lstStyle/>
          <a:p>
            <a:pPr>
              <a:defRPr/>
            </a:pPr>
            <a:r>
              <a:rPr lang="es-ES" sz="1200" b="0" i="0" strike="noStrike" cap="none" baseline="0">
                <a:solidFill>
                  <a:srgbClr val="000000"/>
                </a:solidFill>
                <a:effectLst/>
                <a:latin typeface="Aptos"/>
                <a:ea typeface="Aptos"/>
                <a:cs typeface="Aptos"/>
              </a:rPr>
              <a:t>Este módulo se centra en el conjunto mínimo de objetos de Kubernetes que los alumnos necesitan para enviar una aplicación en AKS con confianza.</a:t>
            </a:r>
            <a:endParaRPr lang="en-US" sz="1200" b="0" i="0" u="none" strike="noStrike" cap="none" spc="0">
              <a:solidFill>
                <a:schemeClr val="tx1"/>
              </a:solidFill>
              <a:latin typeface="Aptos"/>
              <a:cs typeface="Aptos"/>
            </a:endParaRPr>
          </a:p>
          <a:p>
            <a:pPr>
              <a:defRPr/>
            </a:pPr>
            <a:endParaRPr lang="en-US" sz="1200" b="0" i="0" u="none" strike="noStrike" cap="none" spc="0">
              <a:solidFill>
                <a:schemeClr val="tx1"/>
              </a:solidFill>
              <a:latin typeface="Aptos"/>
              <a:cs typeface="Aptos"/>
            </a:endParaRPr>
          </a:p>
          <a:p>
            <a:pPr>
              <a:defRPr/>
            </a:pPr>
            <a:r>
              <a:rPr lang="es-ES" sz="1200" b="0" i="0" strike="noStrike" cap="none" baseline="0">
                <a:solidFill>
                  <a:srgbClr val="000000"/>
                </a:solidFill>
                <a:effectLst/>
                <a:latin typeface="Aptos"/>
                <a:ea typeface="Aptos"/>
                <a:cs typeface="Aptos"/>
              </a:rPr>
              <a:t>Los alumnos deben salir comprendiendo los puntos de decisión clave: cuándo usar marcas de YAML frente a CLI, cómo fluyen los secretos en contenedores y cómo diagnosticar errores de implementación rápidamente.</a:t>
            </a:r>
            <a:endParaRPr/>
          </a:p>
        </p:txBody>
      </p:sp>
      <p:sp>
        <p:nvSpPr>
          <p:cNvPr id="72084174" name="Slide Number Placeholder 3"/>
          <p:cNvSpPr>
            <a:spLocks noGrp="1"/>
          </p:cNvSpPr>
          <p:nvPr>
            <p:ph type="sldNum" sz="quarter" idx="10"/>
          </p:nvPr>
        </p:nvSpPr>
        <p:spPr bwMode="auto"/>
        <p:txBody>
          <a:bodyPr/>
          <a:lstStyle/>
          <a:p>
            <a:pPr>
              <a:defRPr/>
            </a:pPr>
            <a:fld id="{8A5EA6C8-E85E-0208-FD7A-0202E7F6E981}" type="slidenum">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2591258" name="Slide Image Placeholder 1"/>
          <p:cNvSpPr>
            <a:spLocks noGrp="1" noRot="1" noChangeAspect="1"/>
          </p:cNvSpPr>
          <p:nvPr>
            <p:ph type="sldImg"/>
          </p:nvPr>
        </p:nvSpPr>
        <p:spPr bwMode="auto"/>
      </p:sp>
      <p:sp>
        <p:nvSpPr>
          <p:cNvPr id="116511161"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AKS proporciona a los alumnos un plano de control de Kubernetes administrado, pero el modelo de implementación de aplicaciones sigue siendo Kubernetes estándar.</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En el caso de las cargas de trabajo de IA, el patrón común es una API HTTP contenedorizada o un trabajador que necesita varias réplicas, solicitudes de recursos predecibles y exposición controlada a clientes.</a:t>
            </a:r>
            <a:endParaRPr sz="1200"/>
          </a:p>
          <a:p>
            <a:pPr marL="0" lvl="0" indent="0">
              <a:buNone/>
              <a:defRPr/>
            </a:pPr>
            <a:endParaRPr sz="1200"/>
          </a:p>
          <a:p>
            <a:pPr>
              <a:defRPr/>
            </a:pPr>
            <a:r>
              <a:rPr lang="es-ES" sz="1200" b="0" i="0" strike="noStrike" cap="none" baseline="0">
                <a:solidFill>
                  <a:srgbClr val="000000"/>
                </a:solidFill>
                <a:effectLst/>
                <a:latin typeface="Aptos"/>
                <a:ea typeface="Aptos"/>
                <a:cs typeface="Aptos"/>
              </a:rPr>
              <a:t>Enmarca el módulo en torno a cuatro conceptos: los pods ejecutan contenedores, las implementaciones administran pods, los servicios enrutan el tráfico y kubectl comprueba el resultado.</a:t>
            </a:r>
            <a:endParaRPr/>
          </a:p>
        </p:txBody>
      </p:sp>
      <p:sp>
        <p:nvSpPr>
          <p:cNvPr id="1158203513" name="Slide Number Placeholder 3"/>
          <p:cNvSpPr>
            <a:spLocks noGrp="1"/>
          </p:cNvSpPr>
          <p:nvPr>
            <p:ph type="sldNum" sz="quarter" idx="10"/>
          </p:nvPr>
        </p:nvSpPr>
        <p:spPr bwMode="auto"/>
        <p:txBody>
          <a:bodyPr/>
          <a:lstStyle/>
          <a:p>
            <a:pPr>
              <a:defRPr/>
            </a:pPr>
            <a:fld id="{607A661D-EA09-E7FA-1343-587F38B87ADE}" type="slidenum">
              <a:r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719891" name="Slide Image Placeholder 1"/>
          <p:cNvSpPr>
            <a:spLocks noGrp="1" noRot="1" noChangeAspect="1"/>
          </p:cNvSpPr>
          <p:nvPr>
            <p:ph type="sldImg"/>
          </p:nvPr>
        </p:nvSpPr>
        <p:spPr bwMode="auto"/>
      </p:sp>
      <p:sp>
        <p:nvSpPr>
          <p:cNvPr id="419547067"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La implementación es la superficie de creación principal de este módulo. Los alumnos deben comprender que Kubernetes reconcilia el clúster hacia el estado declarado.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Destaca los errores de creación más comunes: coincidencias incorrectas de selección y etiqueta, solicitudes de recursos poco realistas y olvidar que cada réplica multiplica el consumo de recursos.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Las solicitudes de recursos afectan a la programación. Si las solicitudes superan la capacidad de nodo libre, los pods permanecen en estado Pending en lugar de iniciarse parcialmente.</a:t>
            </a:r>
            <a:endParaRPr sz="1200"/>
          </a:p>
          <a:p>
            <a:pPr marL="0" lvl="0" indent="0">
              <a:buNone/>
              <a:defRPr/>
            </a:pPr>
            <a:endParaRPr sz="1200"/>
          </a:p>
          <a:p>
            <a:pPr>
              <a:defRPr/>
            </a:pPr>
            <a:r>
              <a:rPr lang="es-ES" sz="1200" b="0" i="0" strike="noStrike" cap="none" baseline="0">
                <a:solidFill>
                  <a:srgbClr val="000000"/>
                </a:solidFill>
                <a:effectLst/>
                <a:latin typeface="Aptos"/>
                <a:ea typeface="Aptos"/>
                <a:cs typeface="Aptos"/>
              </a:rPr>
              <a:t>Los secretos pertenecen a objetos secretos de Kubernetes independientes. La implementación solo debe hacer referencia a ellos.</a:t>
            </a:r>
            <a:endParaRPr/>
          </a:p>
        </p:txBody>
      </p:sp>
      <p:sp>
        <p:nvSpPr>
          <p:cNvPr id="1170996723" name="Slide Number Placeholder 3"/>
          <p:cNvSpPr>
            <a:spLocks noGrp="1"/>
          </p:cNvSpPr>
          <p:nvPr>
            <p:ph type="sldNum" sz="quarter" idx="10"/>
          </p:nvPr>
        </p:nvSpPr>
        <p:spPr bwMode="auto"/>
        <p:txBody>
          <a:bodyPr/>
          <a:lstStyle/>
          <a:p>
            <a:pPr>
              <a:defRPr/>
            </a:pPr>
            <a:fld id="{4528E26C-F9C7-A99A-F8D9-A2B511D66EC9}" type="slidenum">
              <a:rP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9595819" name="Slide Image Placeholder 1"/>
          <p:cNvSpPr>
            <a:spLocks noGrp="1" noRot="1" noChangeAspect="1"/>
          </p:cNvSpPr>
          <p:nvPr>
            <p:ph type="sldImg"/>
          </p:nvPr>
        </p:nvSpPr>
        <p:spPr bwMode="auto"/>
      </p:sp>
      <p:sp>
        <p:nvSpPr>
          <p:cNvPr id="818017919"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La decisión principal aquí no es la sintaxis. Es su ámbito de exposición. Pregunta si la aplicación es interna para el clúster o necesita acceso desde Internet.</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ClusterIP es el punto de partida predeterminado y más seguro para las dependencias internas. LoadBalancer es la opción común para las API de IA consumidas externamente en AKS.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Si existe un servicio, pero no tiene puntos de conexión, lo primero que debes comprobar es si su selector coincide con las etiquetas aplicadas por la plantilla de implementación.</a:t>
            </a:r>
            <a:endParaRPr sz="1200"/>
          </a:p>
          <a:p>
            <a:pPr>
              <a:defRPr/>
            </a:pPr>
            <a:endParaRPr/>
          </a:p>
        </p:txBody>
      </p:sp>
      <p:sp>
        <p:nvSpPr>
          <p:cNvPr id="1502581055" name="Slide Number Placeholder 3"/>
          <p:cNvSpPr>
            <a:spLocks noGrp="1"/>
          </p:cNvSpPr>
          <p:nvPr>
            <p:ph type="sldNum" sz="quarter" idx="10"/>
          </p:nvPr>
        </p:nvSpPr>
        <p:spPr bwMode="auto"/>
        <p:txBody>
          <a:bodyPr/>
          <a:lstStyle/>
          <a:p>
            <a:pPr>
              <a:defRPr/>
            </a:pPr>
            <a:fld id="{81C9CAB2-F6D1-5DF8-53D6-33F8B28B7A84}" type="slidenum">
              <a:rP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5312088" name="Slide Image Placeholder 1"/>
          <p:cNvSpPr>
            <a:spLocks noGrp="1" noRot="1" noChangeAspect="1"/>
          </p:cNvSpPr>
          <p:nvPr>
            <p:ph type="sldImg"/>
          </p:nvPr>
        </p:nvSpPr>
        <p:spPr bwMode="auto"/>
      </p:sp>
      <p:sp>
        <p:nvSpPr>
          <p:cNvPr id="1495691871"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Enseña una secuencia de solución de problemas fija: primero estado, después estado del Servicio y, a continuación, registros y una descripción detallada del resultado.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Los alumnos suelen saltar directamente a la edición de manifiestos sin inspeccionar el clúster en ejecución. Insiste en que los comentarios de kubectl suelen apuntar a la causa principal rápidamente.</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Los problemas de extracción de imágenes suelen ser problemas de referencia del registro o de autenticación. Los bucles de bloqueo suelen ser errores de inicio de la aplicación, configuraciones faltantes o puertos incorrectos. Los pods pendientes indican restricciones de programación. Los puntos de conexión vacíos casi siempre apuntan a la falta de coincidencia de etiquetas.</a:t>
            </a:r>
            <a:endParaRPr sz="1200"/>
          </a:p>
          <a:p>
            <a:pPr>
              <a:defRPr/>
            </a:pPr>
            <a:endParaRPr/>
          </a:p>
        </p:txBody>
      </p:sp>
      <p:sp>
        <p:nvSpPr>
          <p:cNvPr id="810347545" name="Slide Number Placeholder 3"/>
          <p:cNvSpPr>
            <a:spLocks noGrp="1"/>
          </p:cNvSpPr>
          <p:nvPr>
            <p:ph type="sldNum" sz="quarter" idx="10"/>
          </p:nvPr>
        </p:nvSpPr>
        <p:spPr bwMode="auto"/>
        <p:txBody>
          <a:bodyPr/>
          <a:lstStyle/>
          <a:p>
            <a:pPr>
              <a:defRPr/>
            </a:pPr>
            <a:fld id="{15725CAB-E4F3-6D0E-0C48-729327C3C83C}" type="slidenum">
              <a:rP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1286504" name="Slide Image Placeholder 1"/>
          <p:cNvSpPr>
            <a:spLocks noGrp="1" noRot="1" noChangeAspect="1"/>
          </p:cNvSpPr>
          <p:nvPr>
            <p:ph type="sldImg"/>
          </p:nvPr>
        </p:nvSpPr>
        <p:spPr bwMode="auto"/>
      </p:sp>
      <p:sp>
        <p:nvSpPr>
          <p:cNvPr id="681436480" name="Notes Placeholder 2"/>
          <p:cNvSpPr>
            <a:spLocks noGrp="1"/>
          </p:cNvSpPr>
          <p:nvPr>
            <p:ph type="body" idx="1"/>
          </p:nvPr>
        </p:nvSpPr>
        <p:spPr bwMode="auto"/>
        <p:txBody>
          <a:bodyPr/>
          <a:lstStyle/>
          <a:p>
            <a:pPr>
              <a:lnSpc>
                <a:spcPct val="90000"/>
              </a:lnSpc>
              <a:spcAft>
                <a:spcPts val="333"/>
              </a:spcAft>
              <a:defRPr/>
            </a:pPr>
            <a:r>
              <a:rPr lang="es-ES" sz="1200" b="0" i="0" strike="noStrike" cap="none" baseline="0">
                <a:solidFill>
                  <a:srgbClr val="000000"/>
                </a:solidFill>
                <a:effectLst/>
                <a:latin typeface="Aptos"/>
                <a:ea typeface="Aptos"/>
                <a:cs typeface="Aptos"/>
              </a:rPr>
              <a:t>Este ejercicio requiere una suscripción a Azure, que debe proporcionar el proveedor de servicios de hosting del laboratorio que le presta servicio para impartir este curso.</a:t>
            </a:r>
            <a:endParaRPr lang="en-US">
              <a:solidFill>
                <a:srgbClr val="444444"/>
              </a:solidFill>
            </a:endParaRPr>
          </a:p>
          <a:p>
            <a:pPr>
              <a:lnSpc>
                <a:spcPct val="90000"/>
              </a:lnSpc>
              <a:spcAft>
                <a:spcPts val="333"/>
              </a:spcAft>
              <a:defRPr/>
            </a:pPr>
            <a:r>
              <a:rPr lang="es-ES" sz="1200" b="0" i="0" strike="noStrike" cap="none" baseline="0">
                <a:solidFill>
                  <a:srgbClr val="000000"/>
                </a:solidFill>
                <a:effectLst/>
                <a:latin typeface="Aptos"/>
                <a:ea typeface="Aptos"/>
                <a:cs typeface="Aptos"/>
              </a:rPr>
              <a:t>Si no puedes proporcionar a los alumnos suscripciones de Azure, puedes demostrar el laboratorio con tu propia suscripción (si tienes una disponible).</a:t>
            </a:r>
            <a:endParaRPr/>
          </a:p>
        </p:txBody>
      </p:sp>
      <p:sp>
        <p:nvSpPr>
          <p:cNvPr id="1709873787" name="Header Placeholder 3"/>
          <p:cNvSpPr>
            <a:spLocks noGrp="1"/>
          </p:cNvSpPr>
          <p:nvPr>
            <p:ph type="hdr" sz="quarter" idx="6"/>
          </p:nvPr>
        </p:nvSpPr>
        <p:spPr bwMode="auto"/>
        <p:txBody>
          <a:bodyPr/>
          <a:lstStyle/>
          <a:p>
            <a:pPr>
              <a:defRPr/>
            </a:pPr>
            <a:endParaRPr lang="en-US"/>
          </a:p>
        </p:txBody>
      </p:sp>
      <p:sp>
        <p:nvSpPr>
          <p:cNvPr id="779948902" name="Footer Placeholder 4"/>
          <p:cNvSpPr>
            <a:spLocks noGrp="1"/>
          </p:cNvSpPr>
          <p:nvPr>
            <p:ph type="ftr" sz="quarter" idx="4"/>
          </p:nvPr>
        </p:nvSpPr>
        <p:spPr bwMode="auto"/>
        <p:txBody>
          <a:bodyPr/>
          <a:lstStyle/>
          <a:p>
            <a:pPr defTabSz="914099">
              <a:defRPr/>
            </a:pPr>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a:p>
        </p:txBody>
      </p:sp>
      <p:sp>
        <p:nvSpPr>
          <p:cNvPr id="853298444" name="Date Placeholder 5"/>
          <p:cNvSpPr>
            <a:spLocks noGrp="1"/>
          </p:cNvSpPr>
          <p:nvPr>
            <p:ph type="dt" idx="10"/>
          </p:nvPr>
        </p:nvSpPr>
        <p:spPr bwMode="auto"/>
        <p:txBody>
          <a:bodyPr/>
          <a:lstStyle/>
          <a:p>
            <a:pPr>
              <a:defRPr/>
            </a:pPr>
            <a:fld id="{47A51BF8-686D-4FC0-9A39-E85C36FAB20B}" type="datetime8">
              <a:rPr lang="en-US"/>
              <a:t>10/9/2026 2:34 PM</a:t>
            </a:fld>
            <a:endParaRPr lang="en-US"/>
          </a:p>
        </p:txBody>
      </p:sp>
      <p:sp>
        <p:nvSpPr>
          <p:cNvPr id="1073909070" name="Slide Number Placeholder 6"/>
          <p:cNvSpPr>
            <a:spLocks noGrp="1"/>
          </p:cNvSpPr>
          <p:nvPr>
            <p:ph type="sldNum" sz="quarter" idx="5"/>
          </p:nvPr>
        </p:nvSpPr>
        <p:spPr bwMode="auto"/>
        <p:txBody>
          <a:bodyPr/>
          <a:lstStyle/>
          <a:p>
            <a:pPr>
              <a:defRPr/>
            </a:pPr>
            <a:fld id="{B4008EB6-D09E-4580-8CD6-DDB14511944F}"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173459" name="Slide Image Placeholder 1"/>
          <p:cNvSpPr>
            <a:spLocks noGrp="1" noRot="1" noChangeAspect="1"/>
          </p:cNvSpPr>
          <p:nvPr>
            <p:ph type="sldImg"/>
          </p:nvPr>
        </p:nvSpPr>
        <p:spPr bwMode="auto"/>
      </p:sp>
      <p:sp>
        <p:nvSpPr>
          <p:cNvPr id="432804254"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Pregunta 1: La respuesta correcta es LoadBalancer. Aprovisiona un equilibrador de carga externo administrado por Azure y una dirección IP pública para el acceso desde Internet.</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Pregunta 2: La respuesta correcta es etiquetas de pod y el selector de servicios coincidentes. Los servicios enrutan el tráfico por selección de etiquetas, no por nombre de recurso.</a:t>
            </a:r>
            <a:endParaRPr sz="1200"/>
          </a:p>
          <a:p>
            <a:pPr>
              <a:defRPr/>
            </a:pPr>
            <a:endParaRPr/>
          </a:p>
        </p:txBody>
      </p:sp>
      <p:sp>
        <p:nvSpPr>
          <p:cNvPr id="304029302" name="Slide Number Placeholder 3"/>
          <p:cNvSpPr>
            <a:spLocks noGrp="1"/>
          </p:cNvSpPr>
          <p:nvPr>
            <p:ph type="sldNum" sz="quarter" idx="5"/>
          </p:nvPr>
        </p:nvSpPr>
        <p:spPr bwMode="auto"/>
        <p:txBody>
          <a:bodyPr/>
          <a:lstStyle/>
          <a:p>
            <a:pPr>
              <a:defRPr/>
            </a:pPr>
            <a:fld id="{10B4D7BB-47DA-46D4-B152-A08B9EBCF1F1}"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05726" name="Slide Image Placeholder 1"/>
          <p:cNvSpPr>
            <a:spLocks noGrp="1" noRot="1" noChangeAspect="1"/>
          </p:cNvSpPr>
          <p:nvPr>
            <p:ph type="sldImg"/>
          </p:nvPr>
        </p:nvSpPr>
        <p:spPr bwMode="auto"/>
      </p:sp>
      <p:sp>
        <p:nvSpPr>
          <p:cNvPr id="357919891"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ptos"/>
                <a:ea typeface="Aptos"/>
                <a:cs typeface="Aptos"/>
              </a:rPr>
              <a:t> Prompt Microsoft Copilot Chat: </a:t>
            </a:r>
            <a:endParaRPr lang="en-US" sz="1200" b="0" i="0" u="none" strike="noStrike" cap="none" spc="0">
              <a:solidFill>
                <a:schemeClr val="tx1"/>
              </a:solidFill>
              <a:latin typeface="Aptos"/>
              <a:cs typeface="Aptos"/>
            </a:endParaRPr>
          </a:p>
          <a:p>
            <a:pPr>
              <a:defRPr/>
            </a:pPr>
            <a:endParaRPr lang="en-US" sz="1200" b="0" i="0" u="none" strike="noStrike" cap="none" spc="0">
              <a:solidFill>
                <a:schemeClr val="tx1"/>
              </a:solidFill>
              <a:latin typeface="Aptos"/>
              <a:cs typeface="Aptos"/>
            </a:endParaRPr>
          </a:p>
          <a:p>
            <a:pPr>
              <a:defRPr/>
            </a:pPr>
            <a:r>
              <a:rPr lang="en-US" sz="1200" b="0" i="0" u="none" strike="noStrike" cap="none" spc="0">
                <a:solidFill>
                  <a:schemeClr val="tx1"/>
                </a:solidFill>
                <a:latin typeface="Aptos"/>
                <a:ea typeface="Aptos"/>
                <a:cs typeface="Aptos"/>
              </a:rPr>
              <a:t>As a Microsoft Copilot Chat expert, please create three multiple-choice questions that assess knowledge of key features, including how to access Copilot Chat, its different modes, how to initiate it, and the concept of EDP. Present one question at a time and wait for my response before continuing. After each answer, provide a brief explanation of the correct choice before moving on to the next question.</a:t>
            </a:r>
            <a:endParaRPr lang="en-US"/>
          </a:p>
        </p:txBody>
      </p:sp>
      <p:sp>
        <p:nvSpPr>
          <p:cNvPr id="1426746162" name="Header Placeholder 3"/>
          <p:cNvSpPr>
            <a:spLocks noGrp="1"/>
          </p:cNvSpPr>
          <p:nvPr>
            <p:ph type="hdr" sz="quarter" idx="10"/>
          </p:nvPr>
        </p:nvSpPr>
        <p:spPr bwMode="auto"/>
        <p:txBody>
          <a:bodyPr/>
          <a:lstStyle/>
          <a:p>
            <a:pPr marL="0" marR="0" lvl="0" indent="0" algn="l" defTabSz="914367" rtl="0">
              <a:lnSpc>
                <a:spcPct val="100000"/>
              </a:lnSpc>
              <a:spcBef>
                <a:spcPct val="0"/>
              </a:spcBef>
              <a:spcAft>
                <a:spcPct val="0"/>
              </a:spcAft>
              <a:buClrTx/>
              <a:buSzTx/>
              <a:buFontTx/>
              <a:buNone/>
              <a:defRPr/>
            </a:pPr>
            <a:endParaRPr lang="en-US" sz="1200" b="0" i="0" u="none" strike="noStrike" cap="none" spc="0">
              <a:ln>
                <a:noFill/>
              </a:ln>
              <a:solidFill>
                <a:prstClr val="black"/>
              </a:solidFill>
              <a:latin typeface="Segoe UI"/>
              <a:ea typeface="+mn-ea"/>
              <a:cs typeface="+mn-cs"/>
            </a:endParaRPr>
          </a:p>
        </p:txBody>
      </p:sp>
      <p:sp>
        <p:nvSpPr>
          <p:cNvPr id="1564990772" name="Footer Placeholder 4"/>
          <p:cNvSpPr>
            <a:spLocks noGrp="1"/>
          </p:cNvSpPr>
          <p:nvPr>
            <p:ph type="ftr" sz="quarter" idx="11"/>
          </p:nvPr>
        </p:nvSpPr>
        <p:spPr bwMode="auto"/>
        <p:txBody>
          <a:bodyPr/>
          <a:lstStyle/>
          <a:p>
            <a:pPr marL="571500" marR="0" lvl="0" indent="0" algn="l" defTabSz="914099" rtl="0">
              <a:lnSpc>
                <a:spcPct val="100000"/>
              </a:lnSpc>
              <a:spcBef>
                <a:spcPct val="0"/>
              </a:spcBef>
              <a:spcAft>
                <a:spcPct val="0"/>
              </a:spcAft>
              <a:buClrTx/>
              <a:buSzTx/>
              <a:buFontTx/>
              <a:buNone/>
              <a:defRPr/>
            </a:pPr>
            <a:r>
              <a:rPr lang="en-US" sz="400" b="0" i="0" u="none" strike="noStrike" cap="none" spc="0">
                <a:ln>
                  <a:noFill/>
                </a:ln>
                <a:gradFill>
                  <a:gsLst>
                    <a:gs pos="0">
                      <a:prstClr val="black"/>
                    </a:gs>
                    <a:gs pos="100000">
                      <a:prstClr val="black"/>
                    </a:gs>
                  </a:gsLst>
                  <a:lin ang="5400000" scaled="0"/>
                </a:gradFill>
                <a:latin typeface="Segoe UI"/>
                <a:ea typeface="Segoe UI"/>
                <a:cs typeface="Segoe UI"/>
              </a:rPr>
              <a:t>© Microsoft Corporation. All rights reserved. MICROSOFT MAKES NO WARRANTIES, EXPRESS, IMPLIED OR STATUTORY, AS TO THE INFORMATION IN THIS PRESENTATION.</a:t>
            </a:r>
            <a:endParaRPr/>
          </a:p>
        </p:txBody>
      </p:sp>
      <p:sp>
        <p:nvSpPr>
          <p:cNvPr id="97529963" name="Date Placeholder 5"/>
          <p:cNvSpPr>
            <a:spLocks noGrp="1"/>
          </p:cNvSpPr>
          <p:nvPr>
            <p:ph type="dt" idx="12"/>
          </p:nvPr>
        </p:nvSpPr>
        <p:spPr bwMode="auto"/>
        <p:txBody>
          <a:bodyPr/>
          <a:lstStyle/>
          <a:p>
            <a:pPr marL="0" marR="0" lvl="0" indent="0" algn="r" defTabSz="914367" rtl="0">
              <a:lnSpc>
                <a:spcPct val="100000"/>
              </a:lnSpc>
              <a:spcBef>
                <a:spcPct val="0"/>
              </a:spcBef>
              <a:spcAft>
                <a:spcPct val="0"/>
              </a:spcAft>
              <a:buClrTx/>
              <a:buSzTx/>
              <a:buFontTx/>
              <a:buNone/>
              <a:defRPr/>
            </a:pPr>
            <a:fld id="{9427A7F7-BB1E-479D-AFAA-B52F4D0C99F2}" type="datetime8">
              <a:rPr lang="en-US" sz="1200" b="0" i="0" u="none" strike="noStrike" cap="none" spc="0">
                <a:ln>
                  <a:noFill/>
                </a:ln>
                <a:solidFill>
                  <a:prstClr val="black"/>
                </a:solidFill>
                <a:latin typeface="Segoe UI"/>
                <a:ea typeface="+mn-ea"/>
                <a:cs typeface="+mn-cs"/>
              </a:rPr>
              <a:t>10/9/2026 2:34 PM</a:t>
            </a:fld>
            <a:endParaRPr lang="en-US" sz="1200" b="0" i="0" u="none" strike="noStrike" cap="none" spc="0">
              <a:ln>
                <a:noFill/>
              </a:ln>
              <a:solidFill>
                <a:prstClr val="black"/>
              </a:solidFill>
              <a:latin typeface="Segoe UI"/>
              <a:ea typeface="+mn-ea"/>
              <a:cs typeface="+mn-cs"/>
            </a:endParaRPr>
          </a:p>
        </p:txBody>
      </p:sp>
      <p:sp>
        <p:nvSpPr>
          <p:cNvPr id="1943137110" name="Slide Number Placeholder 6"/>
          <p:cNvSpPr>
            <a:spLocks noGrp="1"/>
          </p:cNvSpPr>
          <p:nvPr>
            <p:ph type="sldNum" sz="quarter" idx="13"/>
          </p:nvPr>
        </p:nvSpPr>
        <p:spPr bwMode="auto"/>
        <p:txBody>
          <a:bodyPr/>
          <a:lstStyle/>
          <a:p>
            <a:pPr marL="0" marR="0" lvl="0" indent="0" algn="r" defTabSz="914367" rtl="0">
              <a:lnSpc>
                <a:spcPct val="100000"/>
              </a:lnSpc>
              <a:spcBef>
                <a:spcPct val="0"/>
              </a:spcBef>
              <a:spcAft>
                <a:spcPct val="0"/>
              </a:spcAft>
              <a:buClrTx/>
              <a:buSzTx/>
              <a:buFontTx/>
              <a:buNone/>
              <a:defRPr/>
            </a:pPr>
            <a:fld id="{B4008EB6-D09E-4580-8CD6-DDB14511944F}" type="slidenum">
              <a:rPr lang="en-US" sz="1200" b="0" i="0" u="none" strike="noStrike" cap="none" spc="0">
                <a:ln>
                  <a:noFill/>
                </a:ln>
                <a:solidFill>
                  <a:prstClr val="black"/>
                </a:solidFill>
                <a:latin typeface="Segoe UI"/>
                <a:ea typeface="+mn-ea"/>
                <a:cs typeface="+mn-cs"/>
              </a:rPr>
              <a:t>11</a:t>
            </a:fld>
            <a:endParaRPr lang="en-US" sz="1200" b="0" i="0" u="none" strike="noStrike" cap="none" spc="0">
              <a:ln>
                <a:noFill/>
              </a:ln>
              <a:solidFill>
                <a:prstClr val="black"/>
              </a:solidFill>
              <a:latin typeface="Segoe UI"/>
              <a:ea typeface="+mn-ea"/>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6298290" name="Slide Image Placeholder 1"/>
          <p:cNvSpPr>
            <a:spLocks noGrp="1" noRot="1" noChangeAspect="1"/>
          </p:cNvSpPr>
          <p:nvPr>
            <p:ph type="sldImg"/>
          </p:nvPr>
        </p:nvSpPr>
        <p:spPr bwMode="auto"/>
      </p:sp>
      <p:sp>
        <p:nvSpPr>
          <p:cNvPr id="2140020095"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Insiste en la cadena de YAML al comportamiento en tiempo de ejecución: la implementación crea pods, el servicio busca pods por etiquetas y kubectl confirma si el estado activo coincide con la intención.</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Los puntos de decisión más importantes son el dimensionamiento de los recursos, el tipo de exposición y un flujo de trabajo de comprobación disciplinado.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Anima a los alumnos a usar el módulo de Learn publicado para ver los ejemplos de comandos completos y explicaciones más detalladas.</a:t>
            </a:r>
            <a:endParaRPr sz="1200"/>
          </a:p>
          <a:p>
            <a:pPr>
              <a:defRPr/>
            </a:pPr>
            <a:endParaRPr/>
          </a:p>
        </p:txBody>
      </p:sp>
      <p:sp>
        <p:nvSpPr>
          <p:cNvPr id="1406648190" name="Slide Number Placeholder 3"/>
          <p:cNvSpPr>
            <a:spLocks noGrp="1"/>
          </p:cNvSpPr>
          <p:nvPr>
            <p:ph type="sldNum" sz="quarter" idx="10"/>
          </p:nvPr>
        </p:nvSpPr>
        <p:spPr bwMode="auto"/>
        <p:txBody>
          <a:bodyPr/>
          <a:lstStyle/>
          <a:p>
            <a:pPr>
              <a:defRPr/>
            </a:pPr>
            <a:fld id="{F0AE54DF-E863-43DE-7FBA-379428CF5BA1}" type="slidenum">
              <a:rPr/>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8210189" name="Slide Image Placeholder 1"/>
          <p:cNvSpPr>
            <a:spLocks noGrp="1" noRot="1" noChangeAspect="1"/>
          </p:cNvSpPr>
          <p:nvPr>
            <p:ph type="sldImg"/>
          </p:nvPr>
        </p:nvSpPr>
        <p:spPr bwMode="auto"/>
      </p:sp>
      <p:sp>
        <p:nvSpPr>
          <p:cNvPr id="692418346" name="Notes Placeholder 2"/>
          <p:cNvSpPr>
            <a:spLocks noGrp="1"/>
          </p:cNvSpPr>
          <p:nvPr>
            <p:ph type="body" idx="1"/>
          </p:nvPr>
        </p:nvSpPr>
        <p:spPr bwMode="auto"/>
        <p:txBody>
          <a:bodyPr/>
          <a:lstStyle/>
          <a:p>
            <a:pPr>
              <a:defRPr/>
            </a:pPr>
            <a:r>
              <a:rPr lang="es-ES" sz="1200" b="0" i="0" strike="noStrike" cap="none" baseline="0">
                <a:solidFill>
                  <a:srgbClr val="000000"/>
                </a:solidFill>
                <a:effectLst/>
                <a:latin typeface="Aptos"/>
                <a:ea typeface="Aptos"/>
                <a:cs typeface="Aptos"/>
              </a:rPr>
              <a:t>Vínculo al módulo: </a:t>
            </a:r>
            <a:r>
              <a:rPr lang="es-ES" sz="1200" b="0" i="0" u="sng" strike="noStrike" cap="none" baseline="0">
                <a:solidFill>
                  <a:srgbClr val="467886"/>
                </a:solidFill>
                <a:effectLst/>
                <a:uFill>
                  <a:solidFill>
                    <a:srgbClr val="467886"/>
                  </a:solidFill>
                </a:uFill>
                <a:latin typeface="Aptos"/>
                <a:ea typeface="Aptos"/>
                <a:cs typeface="Aptos"/>
                <a:hlinkClick r:id="rId3" history="0"/>
              </a:rPr>
              <a:t>https://learn.microsoft.com/training/modules/configure-apps-azure-kubernetes-service/</a:t>
            </a:r>
            <a:endParaRPr lang="en-US"/>
          </a:p>
          <a:p>
            <a:pPr>
              <a:defRPr/>
            </a:pPr>
            <a:endParaRPr lang="en-US"/>
          </a:p>
        </p:txBody>
      </p:sp>
      <p:sp>
        <p:nvSpPr>
          <p:cNvPr id="1726041231" name="Slide Number Placeholder 3"/>
          <p:cNvSpPr>
            <a:spLocks noGrp="1"/>
          </p:cNvSpPr>
          <p:nvPr>
            <p:ph type="sldNum" sz="quarter" idx="5"/>
          </p:nvPr>
        </p:nvSpPr>
        <p:spPr bwMode="auto"/>
        <p:txBody>
          <a:bodyPr/>
          <a:lstStyle/>
          <a:p>
            <a:pPr>
              <a:defRPr/>
            </a:pPr>
            <a:fld id="{10B4D7BB-47DA-46D4-B152-A08B9EBCF1F1}"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7777969" name="Slide Image Placeholder 1"/>
          <p:cNvSpPr>
            <a:spLocks noGrp="1" noRot="1" noChangeAspect="1"/>
          </p:cNvSpPr>
          <p:nvPr>
            <p:ph type="sldImg"/>
          </p:nvPr>
        </p:nvSpPr>
        <p:spPr bwMode="auto"/>
      </p:sp>
      <p:sp>
        <p:nvSpPr>
          <p:cNvPr id="996388205"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Tres pilares de la configuración de aplicaciones en AKS: configuración (ConfigMaps), credenciales (secretos) y almacenamiento duradero (PVC).</a:t>
            </a:r>
            <a:endParaRPr sz="1200"/>
          </a:p>
          <a:p>
            <a:pPr marL="0" lvl="0" indent="0">
              <a:buNone/>
              <a:defRPr/>
            </a:pPr>
            <a:endParaRPr sz="1200"/>
          </a:p>
          <a:p>
            <a:pPr>
              <a:defRPr/>
            </a:pPr>
            <a:r>
              <a:rPr lang="es-ES" sz="1200" b="0" i="0" strike="noStrike" cap="none" baseline="0">
                <a:solidFill>
                  <a:srgbClr val="000000"/>
                </a:solidFill>
                <a:effectLst/>
                <a:latin typeface="Aptos"/>
                <a:ea typeface="Aptos"/>
                <a:cs typeface="Aptos"/>
              </a:rPr>
              <a:t>Cada pilar resuelve un problema diferente, pero todos comparten el mismo patrón: declara en YAML, haz referencia a la implementación y comprueba con kubectl.</a:t>
            </a:r>
            <a:endParaRPr/>
          </a:p>
        </p:txBody>
      </p:sp>
      <p:sp>
        <p:nvSpPr>
          <p:cNvPr id="775311633" name="Slide Number Placeholder 3"/>
          <p:cNvSpPr>
            <a:spLocks noGrp="1"/>
          </p:cNvSpPr>
          <p:nvPr>
            <p:ph type="sldNum" sz="quarter" idx="10"/>
          </p:nvPr>
        </p:nvSpPr>
        <p:spPr bwMode="auto"/>
        <p:txBody>
          <a:bodyPr/>
          <a:lstStyle/>
          <a:p>
            <a:pPr>
              <a:defRPr/>
            </a:pPr>
            <a:fld id="{65F34202-29D9-1698-EE84-DF0EFAE0008E}" type="slidenum">
              <a:rPr/>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533206" name="Slide Image Placeholder 1"/>
          <p:cNvSpPr>
            <a:spLocks noGrp="1" noRot="1" noChangeAspect="1"/>
          </p:cNvSpPr>
          <p:nvPr>
            <p:ph type="sldImg"/>
          </p:nvPr>
        </p:nvSpPr>
        <p:spPr bwMode="auto"/>
      </p:sp>
      <p:sp>
        <p:nvSpPr>
          <p:cNvPr id="1928194861"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Las aplicaciones de AKS necesitan tres categorías de configuración: opciones no confidenciales, credenciales confidenciales y almacenamiento duradero.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Los ConfigMaps separan la configuración específica del entorno de las imágenes de contenedor. Los secretos mantienen las credenciales fuera del control de código fuente. Los PVC garantizan que los datos sobrevivan cuando los pods se reinician o se mueven entre nodos.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Los tres usan el mismo flujo de trabajo: definir en YAML, hacer referencia en la especificación de implementación, implementar con kubectl y comprobar con describe y exec.</a:t>
            </a:r>
            <a:endParaRPr sz="1200"/>
          </a:p>
          <a:p>
            <a:pPr>
              <a:defRPr/>
            </a:pPr>
            <a:endParaRPr/>
          </a:p>
        </p:txBody>
      </p:sp>
      <p:sp>
        <p:nvSpPr>
          <p:cNvPr id="1867711929" name="Slide Number Placeholder 3"/>
          <p:cNvSpPr>
            <a:spLocks noGrp="1"/>
          </p:cNvSpPr>
          <p:nvPr>
            <p:ph type="sldNum" sz="quarter" idx="10"/>
          </p:nvPr>
        </p:nvSpPr>
        <p:spPr bwMode="auto"/>
        <p:txBody>
          <a:bodyPr/>
          <a:lstStyle/>
          <a:p>
            <a:pPr>
              <a:defRPr/>
            </a:pPr>
            <a:fld id="{46EF9690-F434-6C3D-1486-B2EDE16BD272}" type="slidenum">
              <a:rPr/>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9724452" name="Slide Image Placeholder 1"/>
          <p:cNvSpPr>
            <a:spLocks noGrp="1" noRot="1" noChangeAspect="1"/>
          </p:cNvSpPr>
          <p:nvPr>
            <p:ph type="sldImg"/>
          </p:nvPr>
        </p:nvSpPr>
        <p:spPr bwMode="auto"/>
      </p:sp>
      <p:sp>
        <p:nvSpPr>
          <p:cNvPr id="1228372133"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Los ConfigMaps son la forma estándar de Kubernetes de insertar configuración no confidencial en contenedores.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Dos patrones de consumo: variables de entorno (configMapKeyRef o envFrom) y montajes de volúmenes. Elige en función de cómo lee la aplicación la configuración. Las variables de entorno son más sencillas, pero requieren reinicios de pod para actualizar. El volumen monta la actualización automática, pero requiere que la aplicación observe cambios en el archivo.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Los ConfigMaps inmutables son útiles en clústeres de gran tamaño. Permiten que Kubernetes cierre inspecciones de recursos, lo que reduce la carga del servidor de API. La compensación es que debes eliminar y volver a crear ConfigMap para realizar cambios.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Azure App Configuration proporciona administración centralizada entre clústeres. El proveedor de Kubernetes genera ConfigMaps desde App Configuration automáticamente.</a:t>
            </a:r>
            <a:endParaRPr sz="1200"/>
          </a:p>
          <a:p>
            <a:pPr>
              <a:defRPr/>
            </a:pPr>
            <a:endParaRPr/>
          </a:p>
        </p:txBody>
      </p:sp>
      <p:sp>
        <p:nvSpPr>
          <p:cNvPr id="1799570519" name="Slide Number Placeholder 3"/>
          <p:cNvSpPr>
            <a:spLocks noGrp="1"/>
          </p:cNvSpPr>
          <p:nvPr>
            <p:ph type="sldNum" sz="quarter" idx="5"/>
          </p:nvPr>
        </p:nvSpPr>
        <p:spPr bwMode="auto"/>
        <p:txBody>
          <a:bodyPr/>
          <a:lstStyle/>
          <a:p>
            <a:pPr>
              <a:defRPr/>
            </a:pPr>
            <a:fld id="{10B4D7BB-47DA-46D4-B152-A08B9EBCF1F1}"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4751831" name="Slide Image Placeholder 1"/>
          <p:cNvSpPr>
            <a:spLocks noGrp="1" noRot="1" noChangeAspect="1"/>
          </p:cNvSpPr>
          <p:nvPr>
            <p:ph type="sldImg"/>
          </p:nvPr>
        </p:nvSpPr>
        <p:spPr bwMode="auto"/>
      </p:sp>
      <p:sp>
        <p:nvSpPr>
          <p:cNvPr id="558400532"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Los secretos mantienen la confidencialidad de los valores fuera del control de código fuente y de las imágenes de contenedor. El patrón de consumo refleja ConfigMaps: variables de entorno a través de secretKeyRef o montajes de volúmenes.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Para producción, integra con Azure Key Vault mediante el controlador CSI. Key Vault proporciona controles de rotación, pistas de auditoría y cumplimiento. El controlador CSI sincroniza automáticamente secretos rotados.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App Configuration con referencias de Key Vault ofrece administración centralizada. Almacena referencias, las resuelve desde Key Vault y genera secretos nativos de Kubernetes.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Los secretos de Kubernetes están codificados en base64, no cifrados. Habilita el cifrado etcd y combina con Key Vault para una protección completa.</a:t>
            </a:r>
            <a:endParaRPr sz="1200"/>
          </a:p>
          <a:p>
            <a:pPr>
              <a:defRPr/>
            </a:pPr>
            <a:endParaRPr/>
          </a:p>
        </p:txBody>
      </p:sp>
      <p:sp>
        <p:nvSpPr>
          <p:cNvPr id="2128058546" name="Slide Number Placeholder 3"/>
          <p:cNvSpPr>
            <a:spLocks noGrp="1"/>
          </p:cNvSpPr>
          <p:nvPr>
            <p:ph type="sldNum" sz="quarter" idx="5"/>
          </p:nvPr>
        </p:nvSpPr>
        <p:spPr bwMode="auto"/>
        <p:txBody>
          <a:bodyPr/>
          <a:lstStyle/>
          <a:p>
            <a:pPr>
              <a:defRPr/>
            </a:pPr>
            <a:fld id="{10B4D7BB-47DA-46D4-B152-A08B9EBCF1F1}"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576082" name="Slide Image Placeholder 1"/>
          <p:cNvSpPr>
            <a:spLocks noGrp="1" noRot="1" noChangeAspect="1"/>
          </p:cNvSpPr>
          <p:nvPr>
            <p:ph type="sldImg"/>
          </p:nvPr>
        </p:nvSpPr>
        <p:spPr bwMode="auto"/>
      </p:sp>
      <p:sp>
        <p:nvSpPr>
          <p:cNvPr id="1325862882"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Los sistemas de archivos de contenedor son efímeros. Los PVC proporcionan almacenamiento duradero que sobrevive a los reinicios del pod y a la reprogramación.</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El modelo de almacenamiento tiene tres capas: el PVC declara lo que necesitas, StorageClass se asigna a un aprovisionamiento de Azure y el recurso de respaldo (Azure Disk o Azure Files) proporciona el almacenamiento real.</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StorageClasses integrados: managed-csi (disco estándar), managed-csi-premium (disco premium), azurefile-csi (archivos estándar) y azurefile-csi-premium (archivos premium).</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Azure Disk es ReadWriteOnce porque se asocia a un nodo. Azure Files es ReadWriteMany porque usa recursos compartidos SMB. La opción depende de si varios pods necesitan acceso simultáneo.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Azure Container Storage es una alternativa para cargas de trabajo intensivas de E/S que necesitan una rápida asociación/desasociación de los volúmenes.</a:t>
            </a:r>
            <a:endParaRPr sz="1200"/>
          </a:p>
          <a:p>
            <a:pPr>
              <a:defRPr/>
            </a:pPr>
            <a:endParaRPr/>
          </a:p>
        </p:txBody>
      </p:sp>
      <p:sp>
        <p:nvSpPr>
          <p:cNvPr id="100832036" name="Slide Number Placeholder 3"/>
          <p:cNvSpPr>
            <a:spLocks noGrp="1"/>
          </p:cNvSpPr>
          <p:nvPr>
            <p:ph type="sldNum" sz="quarter" idx="5"/>
          </p:nvPr>
        </p:nvSpPr>
        <p:spPr bwMode="auto"/>
        <p:txBody>
          <a:bodyPr/>
          <a:lstStyle/>
          <a:p>
            <a:pPr>
              <a:defRPr/>
            </a:pPr>
            <a:fld id="{EE85B264-E53A-7301-379E-73E6A5CA84A9}"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1124263" name="Slide Image Placeholder 1"/>
          <p:cNvSpPr>
            <a:spLocks noGrp="1" noRot="1" noChangeAspect="1"/>
          </p:cNvSpPr>
          <p:nvPr>
            <p:ph type="sldImg"/>
          </p:nvPr>
        </p:nvSpPr>
        <p:spPr bwMode="auto"/>
      </p:sp>
      <p:sp>
        <p:nvSpPr>
          <p:cNvPr id="134490877" name="Notes Placeholder 2"/>
          <p:cNvSpPr>
            <a:spLocks noGrp="1"/>
          </p:cNvSpPr>
          <p:nvPr>
            <p:ph type="body" idx="1"/>
          </p:nvPr>
        </p:nvSpPr>
        <p:spPr bwMode="auto"/>
        <p:txBody>
          <a:bodyPr/>
          <a:lstStyle/>
          <a:p>
            <a:pPr>
              <a:lnSpc>
                <a:spcPct val="90000"/>
              </a:lnSpc>
              <a:spcAft>
                <a:spcPts val="332"/>
              </a:spcAft>
              <a:defRPr/>
            </a:pPr>
            <a:r>
              <a:rPr lang="es-ES" sz="1200" b="0" i="0" strike="noStrike" cap="none" baseline="0">
                <a:solidFill>
                  <a:srgbClr val="000000"/>
                </a:solidFill>
                <a:effectLst/>
                <a:latin typeface="Aptos"/>
                <a:ea typeface="Aptos"/>
                <a:cs typeface="Aptos"/>
              </a:rPr>
              <a:t>Este ejercicio requiere una suscripción a Azure, que debe proporcionar el proveedor de servicios de hosting del laboratorio que le presta servicio para impartir este curso.</a:t>
            </a:r>
            <a:endParaRPr lang="en-US">
              <a:solidFill>
                <a:srgbClr val="444444"/>
              </a:solidFill>
            </a:endParaRPr>
          </a:p>
          <a:p>
            <a:pPr>
              <a:lnSpc>
                <a:spcPct val="90000"/>
              </a:lnSpc>
              <a:spcAft>
                <a:spcPts val="332"/>
              </a:spcAft>
              <a:defRPr/>
            </a:pPr>
            <a:r>
              <a:rPr lang="es-ES" sz="1200" b="0" i="0" strike="noStrike" cap="none" baseline="0">
                <a:solidFill>
                  <a:srgbClr val="000000"/>
                </a:solidFill>
                <a:effectLst/>
                <a:latin typeface="Aptos"/>
                <a:ea typeface="Aptos"/>
                <a:cs typeface="Aptos"/>
              </a:rPr>
              <a:t>Si no puedes proporcionar a los alumnos suscripciones de Azure, puedes demostrar el laboratorio con tu propia suscripción (si tienes una disponible).</a:t>
            </a:r>
            <a:endParaRPr/>
          </a:p>
        </p:txBody>
      </p:sp>
      <p:sp>
        <p:nvSpPr>
          <p:cNvPr id="1129112749" name="Header Placeholder 3"/>
          <p:cNvSpPr>
            <a:spLocks noGrp="1"/>
          </p:cNvSpPr>
          <p:nvPr>
            <p:ph type="hdr" sz="quarter" idx="6"/>
          </p:nvPr>
        </p:nvSpPr>
        <p:spPr bwMode="auto"/>
        <p:txBody>
          <a:bodyPr/>
          <a:lstStyle/>
          <a:p>
            <a:pPr>
              <a:defRPr/>
            </a:pPr>
            <a:endParaRPr lang="en-US"/>
          </a:p>
        </p:txBody>
      </p:sp>
      <p:sp>
        <p:nvSpPr>
          <p:cNvPr id="771747118" name="Footer Placeholder 4"/>
          <p:cNvSpPr>
            <a:spLocks noGrp="1"/>
          </p:cNvSpPr>
          <p:nvPr>
            <p:ph type="ftr" sz="quarter" idx="4"/>
          </p:nvPr>
        </p:nvSpPr>
        <p:spPr bwMode="auto"/>
        <p:txBody>
          <a:bodyPr/>
          <a:lstStyle/>
          <a:p>
            <a:pPr defTabSz="914098">
              <a:defRPr/>
            </a:pPr>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a:p>
        </p:txBody>
      </p:sp>
      <p:sp>
        <p:nvSpPr>
          <p:cNvPr id="1352893862" name="Date Placeholder 5"/>
          <p:cNvSpPr>
            <a:spLocks noGrp="1"/>
          </p:cNvSpPr>
          <p:nvPr>
            <p:ph type="dt" idx="10"/>
          </p:nvPr>
        </p:nvSpPr>
        <p:spPr bwMode="auto"/>
        <p:txBody>
          <a:bodyPr/>
          <a:lstStyle/>
          <a:p>
            <a:pPr>
              <a:defRPr/>
            </a:pPr>
            <a:fld id="{22FD8069-D363-B1FD-C85A-30544EF19ECA}" type="datetime8">
              <a:rPr lang="en-US"/>
              <a:t>10/9/2026 2:34 PM</a:t>
            </a:fld>
            <a:endParaRPr lang="en-US"/>
          </a:p>
        </p:txBody>
      </p:sp>
      <p:sp>
        <p:nvSpPr>
          <p:cNvPr id="393163586" name="Slide Number Placeholder 6"/>
          <p:cNvSpPr>
            <a:spLocks noGrp="1"/>
          </p:cNvSpPr>
          <p:nvPr>
            <p:ph type="sldNum" sz="quarter" idx="5"/>
          </p:nvPr>
        </p:nvSpPr>
        <p:spPr bwMode="auto"/>
        <p:txBody>
          <a:bodyPr/>
          <a:lstStyle/>
          <a:p>
            <a:pPr>
              <a:defRPr/>
            </a:pPr>
            <a:fld id="{1832D111-37E3-EE75-0870-1F0A4C533A8B}" type="slidenum">
              <a:rPr lang="en-US"/>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8986786" name="Slide Image Placeholder 1"/>
          <p:cNvSpPr>
            <a:spLocks noGrp="1" noRot="1" noChangeAspect="1"/>
          </p:cNvSpPr>
          <p:nvPr>
            <p:ph type="sldImg"/>
          </p:nvPr>
        </p:nvSpPr>
        <p:spPr bwMode="auto"/>
      </p:sp>
      <p:sp>
        <p:nvSpPr>
          <p:cNvPr id="212227350"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Pregunta 1: La respuesta correcta es secreto. Los secretos almacenan valores confidenciales, como cadenas de conexión con contraseñas. Los objetos ConfigMaps son para datos no confidenciales. Los PVC proporcionan almacenamiento del sistema de archivos, no la inserción de credenciales.</a:t>
            </a:r>
            <a:endParaRPr sz="1200"/>
          </a:p>
          <a:p>
            <a:pPr marL="0" lvl="0" indent="0">
              <a:buNone/>
              <a:defRPr/>
            </a:pPr>
            <a:endParaRPr sz="1200"/>
          </a:p>
          <a:p>
            <a:pPr>
              <a:defRPr/>
            </a:pPr>
            <a:r>
              <a:rPr lang="es-ES" sz="1200" b="0" i="0" strike="noStrike" cap="none" baseline="0">
                <a:solidFill>
                  <a:srgbClr val="000000"/>
                </a:solidFill>
                <a:effectLst/>
                <a:latin typeface="Aptos"/>
                <a:ea typeface="Aptos"/>
                <a:cs typeface="Aptos"/>
              </a:rPr>
              <a:t>Pregunta 2: La respuesta correcta es montar un ConfigMap como archivos con el uso de un volumen. Cuando la aplicación espera un archivo en disco, el montaje del volumen de un ConfigMap crea archivos a partir de cada clave. Las variables de entorno no proporcionan archivos, y la inserción en imágenes requiere recompilaciones.</a:t>
            </a:r>
            <a:endParaRPr/>
          </a:p>
        </p:txBody>
      </p:sp>
      <p:sp>
        <p:nvSpPr>
          <p:cNvPr id="716234159" name="Slide Number Placeholder 3"/>
          <p:cNvSpPr>
            <a:spLocks noGrp="1"/>
          </p:cNvSpPr>
          <p:nvPr>
            <p:ph type="sldNum" sz="quarter" idx="5"/>
          </p:nvPr>
        </p:nvSpPr>
        <p:spPr bwMode="auto"/>
        <p:txBody>
          <a:bodyPr/>
          <a:lstStyle/>
          <a:p>
            <a:pPr>
              <a:defRPr/>
            </a:pPr>
            <a:fld id="{09C70FE0-6A25-4C3D-BAA1-7E809F005FCC}" type="slidenum">
              <a:rPr lang="en-US"/>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217870" name="Slide Image Placeholder 1"/>
          <p:cNvSpPr>
            <a:spLocks noGrp="1" noRot="1" noChangeAspect="1"/>
          </p:cNvSpPr>
          <p:nvPr>
            <p:ph type="sldImg"/>
          </p:nvPr>
        </p:nvSpPr>
        <p:spPr bwMode="auto"/>
      </p:sp>
      <p:sp>
        <p:nvSpPr>
          <p:cNvPr id="233367761"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ptos"/>
                <a:ea typeface="Aptos"/>
                <a:cs typeface="Aptos"/>
              </a:rPr>
              <a:t> Prompt Microsoft Copilot Chat: </a:t>
            </a:r>
            <a:endParaRPr lang="en-US" sz="1200" b="0" i="0" u="none" strike="noStrike" cap="none" spc="0">
              <a:solidFill>
                <a:schemeClr val="tx1"/>
              </a:solidFill>
              <a:latin typeface="Aptos"/>
              <a:cs typeface="Aptos"/>
            </a:endParaRPr>
          </a:p>
          <a:p>
            <a:pPr>
              <a:defRPr/>
            </a:pPr>
            <a:endParaRPr lang="en-US" sz="1200" b="0" i="0" u="none" strike="noStrike" cap="none" spc="0">
              <a:solidFill>
                <a:schemeClr val="tx1"/>
              </a:solidFill>
              <a:latin typeface="Aptos"/>
              <a:cs typeface="Aptos"/>
            </a:endParaRPr>
          </a:p>
          <a:p>
            <a:pPr>
              <a:defRPr/>
            </a:pPr>
            <a:r>
              <a:rPr lang="en-US" sz="1200" b="0" i="0" u="none" strike="noStrike" cap="none" spc="0">
                <a:solidFill>
                  <a:schemeClr val="tx1"/>
                </a:solidFill>
                <a:latin typeface="Aptos"/>
                <a:ea typeface="Aptos"/>
                <a:cs typeface="Aptos"/>
              </a:rPr>
              <a:t>As a Microsoft Copilot Chat expert, please create three multiple-choice questions that assess knowledge of key features, including how to access Copilot Chat, its different modes, how to initiate it, and the concept of EDP. Present one question at a time and wait for my response before continuing. After each answer, provide a brief explanation of the correct choice before moving on to the next question.</a:t>
            </a:r>
            <a:endParaRPr lang="en-US"/>
          </a:p>
        </p:txBody>
      </p:sp>
      <p:sp>
        <p:nvSpPr>
          <p:cNvPr id="1636619000" name="Header Placeholder 3"/>
          <p:cNvSpPr>
            <a:spLocks noGrp="1"/>
          </p:cNvSpPr>
          <p:nvPr>
            <p:ph type="hdr" sz="quarter" idx="10"/>
          </p:nvPr>
        </p:nvSpPr>
        <p:spPr bwMode="auto"/>
        <p:txBody>
          <a:bodyPr/>
          <a:lstStyle/>
          <a:p>
            <a:pPr marL="0" marR="0" lvl="0" indent="0" algn="l" defTabSz="914366" rtl="0">
              <a:lnSpc>
                <a:spcPct val="100000"/>
              </a:lnSpc>
              <a:spcBef>
                <a:spcPct val="0"/>
              </a:spcBef>
              <a:spcAft>
                <a:spcPct val="0"/>
              </a:spcAft>
              <a:buClrTx/>
              <a:buSzTx/>
              <a:buFontTx/>
              <a:buNone/>
              <a:defRPr/>
            </a:pPr>
            <a:endParaRPr lang="en-US" sz="1200" b="0" i="0" u="none" strike="noStrike" cap="none" spc="0">
              <a:ln>
                <a:noFill/>
              </a:ln>
              <a:solidFill>
                <a:prstClr val="black"/>
              </a:solidFill>
              <a:latin typeface="Segoe UI"/>
              <a:ea typeface="+mn-ea"/>
              <a:cs typeface="+mn-cs"/>
            </a:endParaRPr>
          </a:p>
        </p:txBody>
      </p:sp>
      <p:sp>
        <p:nvSpPr>
          <p:cNvPr id="1770899753" name="Footer Placeholder 4"/>
          <p:cNvSpPr>
            <a:spLocks noGrp="1"/>
          </p:cNvSpPr>
          <p:nvPr>
            <p:ph type="ftr" sz="quarter" idx="11"/>
          </p:nvPr>
        </p:nvSpPr>
        <p:spPr bwMode="auto"/>
        <p:txBody>
          <a:bodyPr/>
          <a:lstStyle/>
          <a:p>
            <a:pPr marL="571500" marR="0" lvl="0" indent="0" algn="l" defTabSz="914098" rtl="0">
              <a:lnSpc>
                <a:spcPct val="100000"/>
              </a:lnSpc>
              <a:spcBef>
                <a:spcPct val="0"/>
              </a:spcBef>
              <a:spcAft>
                <a:spcPct val="0"/>
              </a:spcAft>
              <a:buClrTx/>
              <a:buSzTx/>
              <a:buFontTx/>
              <a:buNone/>
              <a:defRPr/>
            </a:pPr>
            <a:r>
              <a:rPr lang="en-US" sz="400" b="0" i="0" u="none" strike="noStrike" cap="none" spc="0">
                <a:ln>
                  <a:noFill/>
                </a:ln>
                <a:gradFill>
                  <a:gsLst>
                    <a:gs pos="0">
                      <a:prstClr val="black"/>
                    </a:gs>
                    <a:gs pos="100000">
                      <a:prstClr val="black"/>
                    </a:gs>
                  </a:gsLst>
                  <a:lin ang="5400000" scaled="0"/>
                </a:gradFill>
                <a:latin typeface="Segoe UI"/>
                <a:ea typeface="Segoe UI"/>
                <a:cs typeface="Segoe UI"/>
              </a:rPr>
              <a:t>© Microsoft Corporation. All rights reserved. MICROSOFT MAKES NO WARRANTIES, EXPRESS, IMPLIED OR STATUTORY, AS TO THE INFORMATION IN THIS PRESENTATION.</a:t>
            </a:r>
            <a:endParaRPr/>
          </a:p>
        </p:txBody>
      </p:sp>
      <p:sp>
        <p:nvSpPr>
          <p:cNvPr id="537733768" name="Date Placeholder 5"/>
          <p:cNvSpPr>
            <a:spLocks noGrp="1"/>
          </p:cNvSpPr>
          <p:nvPr>
            <p:ph type="dt" idx="12"/>
          </p:nvPr>
        </p:nvSpPr>
        <p:spPr bwMode="auto"/>
        <p:txBody>
          <a:bodyPr/>
          <a:lstStyle/>
          <a:p>
            <a:pPr marL="0" marR="0" lvl="0" indent="0" algn="r" defTabSz="914366" rtl="0">
              <a:lnSpc>
                <a:spcPct val="100000"/>
              </a:lnSpc>
              <a:spcBef>
                <a:spcPct val="0"/>
              </a:spcBef>
              <a:spcAft>
                <a:spcPct val="0"/>
              </a:spcAft>
              <a:buClrTx/>
              <a:buSzTx/>
              <a:buFontTx/>
              <a:buNone/>
              <a:defRPr/>
            </a:pPr>
            <a:fld id="{133B63CA-903A-25F1-A97B-C393C81862D0}" type="datetime8">
              <a:rPr lang="en-US" sz="1200" b="0" i="0" u="none" strike="noStrike" cap="none" spc="0">
                <a:ln>
                  <a:noFill/>
                </a:ln>
                <a:solidFill>
                  <a:prstClr val="black"/>
                </a:solidFill>
                <a:latin typeface="Segoe UI"/>
                <a:ea typeface="Arial"/>
                <a:cs typeface="Arial"/>
              </a:rPr>
              <a:t>10/9/2026 2:34 PM</a:t>
            </a:fld>
            <a:endParaRPr lang="en-US" sz="1200" b="0" i="0" u="none" strike="noStrike" cap="none" spc="0">
              <a:ln>
                <a:noFill/>
              </a:ln>
              <a:solidFill>
                <a:prstClr val="black"/>
              </a:solidFill>
              <a:latin typeface="Segoe UI"/>
              <a:ea typeface="+mn-ea"/>
              <a:cs typeface="+mn-cs"/>
            </a:endParaRPr>
          </a:p>
        </p:txBody>
      </p:sp>
      <p:sp>
        <p:nvSpPr>
          <p:cNvPr id="194146995" name="Slide Number Placeholder 6"/>
          <p:cNvSpPr>
            <a:spLocks noGrp="1"/>
          </p:cNvSpPr>
          <p:nvPr>
            <p:ph type="sldNum" sz="quarter" idx="13"/>
          </p:nvPr>
        </p:nvSpPr>
        <p:spPr bwMode="auto"/>
        <p:txBody>
          <a:bodyPr/>
          <a:lstStyle/>
          <a:p>
            <a:pPr marL="0" marR="0" lvl="0" indent="0" algn="r" defTabSz="914366" rtl="0">
              <a:lnSpc>
                <a:spcPct val="100000"/>
              </a:lnSpc>
              <a:spcBef>
                <a:spcPct val="0"/>
              </a:spcBef>
              <a:spcAft>
                <a:spcPct val="0"/>
              </a:spcAft>
              <a:buClrTx/>
              <a:buSzTx/>
              <a:buFontTx/>
              <a:buNone/>
              <a:defRPr/>
            </a:pPr>
            <a:fld id="{86D533ED-9CBA-0EF4-B0C5-20195B5C2215}" type="slidenum">
              <a:rPr lang="en-US" sz="1200" b="0" i="0" u="none" strike="noStrike" cap="none" spc="0">
                <a:ln>
                  <a:noFill/>
                </a:ln>
                <a:solidFill>
                  <a:prstClr val="black"/>
                </a:solidFill>
                <a:latin typeface="Segoe UI"/>
                <a:ea typeface="Arial"/>
                <a:cs typeface="Arial"/>
              </a:rPr>
              <a:t>21</a:t>
            </a:fld>
            <a:endParaRPr lang="en-US" sz="1200" b="0" i="0" u="none" strike="noStrike" cap="none" spc="0">
              <a:ln>
                <a:noFill/>
              </a:ln>
              <a:solidFill>
                <a:prstClr val="black"/>
              </a:solidFill>
              <a:latin typeface="Segoe UI"/>
              <a:ea typeface="+mn-ea"/>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6302270" name="Slide Image Placeholder 1"/>
          <p:cNvSpPr>
            <a:spLocks noGrp="1" noRot="1" noChangeAspect="1"/>
          </p:cNvSpPr>
          <p:nvPr>
            <p:ph type="sldImg"/>
          </p:nvPr>
        </p:nvSpPr>
        <p:spPr bwMode="auto"/>
      </p:sp>
      <p:sp>
        <p:nvSpPr>
          <p:cNvPr id="1864822511"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Refuerza los tres pilares de configuración: configuración con ConfigMaps, credenciales con secretos y durabilidad con PVC.</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Cada pilar sigue el mismo flujo de trabajo: definición en YAML, referencia a la implementación y comprobación con kubectl.</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Decisiones clave: ConfigMap frente a secreto (confidencialidad), env var frente al montaje de volumen (patrón de consumo), disco frente a archivos (patrón de acceso), secreto de Kubernetes frente a Key Vault (requisitos de producción).</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Anima a los alumnos a revisar el módulo de Learn publicado para ver ejemplos de código completos y comandos kubectl.</a:t>
            </a:r>
            <a:endParaRPr sz="1200"/>
          </a:p>
          <a:p>
            <a:pPr>
              <a:defRPr/>
            </a:pPr>
            <a:endParaRPr/>
          </a:p>
        </p:txBody>
      </p:sp>
      <p:sp>
        <p:nvSpPr>
          <p:cNvPr id="1549920916" name="Slide Number Placeholder 3"/>
          <p:cNvSpPr>
            <a:spLocks noGrp="1"/>
          </p:cNvSpPr>
          <p:nvPr>
            <p:ph type="sldNum" sz="quarter" idx="10"/>
          </p:nvPr>
        </p:nvSpPr>
        <p:spPr bwMode="auto"/>
        <p:txBody>
          <a:bodyPr/>
          <a:lstStyle/>
          <a:p>
            <a:pPr>
              <a:defRPr/>
            </a:pPr>
            <a:fld id="{74A9FDBF-85F5-18F9-2838-12EE9F51AD40}" type="slidenum">
              <a:rPr/>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8445146" name="Slide Image Placeholder 1"/>
          <p:cNvSpPr>
            <a:spLocks noGrp="1" noRot="1" noChangeAspect="1"/>
          </p:cNvSpPr>
          <p:nvPr>
            <p:ph type="sldImg"/>
          </p:nvPr>
        </p:nvSpPr>
        <p:spPr bwMode="auto"/>
      </p:sp>
      <p:sp>
        <p:nvSpPr>
          <p:cNvPr id="1885273830" name="Notes Placeholder 2"/>
          <p:cNvSpPr>
            <a:spLocks noGrp="1"/>
          </p:cNvSpPr>
          <p:nvPr>
            <p:ph type="body" idx="1"/>
          </p:nvPr>
        </p:nvSpPr>
        <p:spPr bwMode="auto"/>
        <p:txBody>
          <a:bodyPr/>
          <a:lstStyle/>
          <a:p>
            <a:pPr>
              <a:defRPr/>
            </a:pPr>
            <a:r>
              <a:rPr lang="es-ES" sz="1200" b="0" i="0" strike="noStrike" cap="none" baseline="0">
                <a:solidFill>
                  <a:srgbClr val="000000"/>
                </a:solidFill>
                <a:effectLst/>
                <a:latin typeface="Aptos"/>
                <a:ea typeface="Aptos"/>
                <a:cs typeface="Aptos"/>
              </a:rPr>
              <a:t>Vínculo al módulo: </a:t>
            </a:r>
            <a:r>
              <a:rPr lang="es-ES" sz="1200" b="0" i="0" u="sng" strike="noStrike" cap="none" baseline="0">
                <a:solidFill>
                  <a:srgbClr val="467886"/>
                </a:solidFill>
                <a:effectLst/>
                <a:uFill>
                  <a:solidFill>
                    <a:srgbClr val="467886"/>
                  </a:solidFill>
                </a:uFill>
                <a:latin typeface="Aptos"/>
                <a:ea typeface="Aptos"/>
                <a:cs typeface="Aptos"/>
                <a:hlinkClick r:id="rId3" history="0"/>
              </a:rPr>
              <a:t>https://learn.microsoft.com/training/modules/monitor-apps-azure-kubernetes-service/</a:t>
            </a:r>
            <a:endParaRPr lang="en-US"/>
          </a:p>
          <a:p>
            <a:pPr>
              <a:defRPr/>
            </a:pPr>
            <a:endParaRPr lang="en-US"/>
          </a:p>
        </p:txBody>
      </p:sp>
      <p:sp>
        <p:nvSpPr>
          <p:cNvPr id="1094737759" name="Slide Number Placeholder 3"/>
          <p:cNvSpPr>
            <a:spLocks noGrp="1"/>
          </p:cNvSpPr>
          <p:nvPr>
            <p:ph type="sldNum" sz="quarter" idx="5"/>
          </p:nvPr>
        </p:nvSpPr>
        <p:spPr bwMode="auto"/>
        <p:txBody>
          <a:bodyPr/>
          <a:lstStyle/>
          <a:p>
            <a:pPr>
              <a:defRPr/>
            </a:pPr>
            <a:fld id="{10B4D7BB-47DA-46D4-B152-A08B9EBCF1F1}" type="slidenum">
              <a:rPr lang="en-US"/>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431786" name="Slide Image Placeholder 1"/>
          <p:cNvSpPr>
            <a:spLocks noGrp="1" noRot="1" noChangeAspect="1"/>
          </p:cNvSpPr>
          <p:nvPr>
            <p:ph type="sldImg"/>
          </p:nvPr>
        </p:nvSpPr>
        <p:spPr bwMode="auto"/>
      </p:sp>
      <p:sp>
        <p:nvSpPr>
          <p:cNvPr id="1020404924"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El módulo equilibra las herramientas de Azure Portal con comandos kubectl. Los alumnos deben salir con un flujo de trabajo repetible para investigar problemas en ambas superficies.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Destaca que la supervisión y la solución de problemas son complementarias. La supervisión detecta problemas al principio. La solución de problemas los resuelve cuando se producen.</a:t>
            </a:r>
            <a:endParaRPr sz="1200"/>
          </a:p>
          <a:p>
            <a:pPr>
              <a:defRPr/>
            </a:pPr>
            <a:endParaRPr/>
          </a:p>
        </p:txBody>
      </p:sp>
      <p:sp>
        <p:nvSpPr>
          <p:cNvPr id="2023446407" name="Slide Number Placeholder 3"/>
          <p:cNvSpPr>
            <a:spLocks noGrp="1"/>
          </p:cNvSpPr>
          <p:nvPr>
            <p:ph type="sldNum" sz="quarter" idx="10"/>
          </p:nvPr>
        </p:nvSpPr>
        <p:spPr bwMode="auto"/>
        <p:txBody>
          <a:bodyPr/>
          <a:lstStyle/>
          <a:p>
            <a:pPr>
              <a:defRPr/>
            </a:pPr>
            <a:fld id="{65F34202-29D9-1698-EE84-DF0EFAE0008E}" type="slidenum">
              <a:rPr/>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8841727" name="Slide Image Placeholder 1"/>
          <p:cNvSpPr>
            <a:spLocks noGrp="1" noRot="1" noChangeAspect="1"/>
          </p:cNvSpPr>
          <p:nvPr>
            <p:ph type="sldImg"/>
          </p:nvPr>
        </p:nvSpPr>
        <p:spPr bwMode="auto"/>
      </p:sp>
      <p:sp>
        <p:nvSpPr>
          <p:cNvPr id="1616041658"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AKS proporciona a los desarrolladores dos superficies de investigación complementarias: Azure Portal para la evaluación visual y kubectl para obtener acceso detallado a CLI. La mayoría de los flujos de trabajo empiezan por el portal para obtener una comprobación de estado rápida y, a continuación, pasan a kubectl para consultas específicas.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Las cargas de trabajo de IA son sensibles a la latencia y a la configuración. Un secreto configurado incorrectamente, una solicitud de recursos infradimensionada o un selector de servicio no coincidente pueden desconectar una API de inferencia.</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Enmarca el módulo en torno a un bucle: observar señales, aislar el problema, comprobar la conectividad y corregir la configuración.</a:t>
            </a:r>
            <a:endParaRPr sz="1200"/>
          </a:p>
          <a:p>
            <a:pPr>
              <a:defRPr/>
            </a:pPr>
            <a:endParaRPr/>
          </a:p>
        </p:txBody>
      </p:sp>
      <p:sp>
        <p:nvSpPr>
          <p:cNvPr id="760094662" name="Slide Number Placeholder 3"/>
          <p:cNvSpPr>
            <a:spLocks noGrp="1"/>
          </p:cNvSpPr>
          <p:nvPr>
            <p:ph type="sldNum" sz="quarter" idx="10"/>
          </p:nvPr>
        </p:nvSpPr>
        <p:spPr bwMode="auto"/>
        <p:txBody>
          <a:bodyPr/>
          <a:lstStyle/>
          <a:p>
            <a:pPr>
              <a:defRPr/>
            </a:pPr>
            <a:fld id="{46EF9690-F434-6C3D-1486-B2EDE16BD272}" type="slidenum">
              <a:rPr/>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80039" name="Slide Image Placeholder 1"/>
          <p:cNvSpPr>
            <a:spLocks noGrp="1" noRot="1" noChangeAspect="1"/>
          </p:cNvSpPr>
          <p:nvPr>
            <p:ph type="sldImg"/>
          </p:nvPr>
        </p:nvSpPr>
        <p:spPr bwMode="auto"/>
      </p:sp>
      <p:sp>
        <p:nvSpPr>
          <p:cNvPr id="1685435387"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Empieza por la pestaña Supervisión del portal para obtener una introducción rápida al estado de los grupos de nodos y del consumo de recursos. Container Insights agrega mapas de nivel de actividad, gráficos de rendimiento y vistas entre pods.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Live Logs transmite stdout y stderr desde cualquier contenedor directamente en el explorador. Resulta útil al compartir una sesión con un compañero o cuando el acceso a kubectl no está configurado.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Los registros de kubectl se dirigen a un pod y a un espacio de nombres específicos. La marca -f transmite registros en tiempo real mientras reproduces un problema. Para pods de varios contenedores, agrega -c para especificar el contenedor.</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Segoe UI Semibold"/>
              </a:rPr>
              <a:t>kubectl top requiere el servidor de métricas.</a:t>
            </a:r>
            <a:r>
              <a:rPr lang="es-ES" sz="1200" b="0" i="0" strike="noStrike" cap="none" baseline="0">
                <a:solidFill>
                  <a:srgbClr val="000000"/>
                </a:solidFill>
                <a:effectLst/>
                <a:latin typeface="Aptos"/>
                <a:ea typeface="Aptos"/>
                <a:cs typeface="Aptos"/>
              </a:rPr>
              <a:t> Muestra instantáneas de CPU y memoria por pod y por nodo. Compara estos valores con las solicitudes y los límites de la especificación del pod.</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Si un pod alcanza de manera constante su límite de CPU, kernel lo restringe, lo que puede aumentar la latencia de inferencia.</a:t>
            </a:r>
            <a:endParaRPr sz="1200"/>
          </a:p>
          <a:p>
            <a:pPr>
              <a:defRPr/>
            </a:pPr>
            <a:endParaRPr/>
          </a:p>
        </p:txBody>
      </p:sp>
      <p:sp>
        <p:nvSpPr>
          <p:cNvPr id="635179376" name="Slide Number Placeholder 3"/>
          <p:cNvSpPr>
            <a:spLocks noGrp="1"/>
          </p:cNvSpPr>
          <p:nvPr>
            <p:ph type="sldNum" sz="quarter" idx="5"/>
          </p:nvPr>
        </p:nvSpPr>
        <p:spPr bwMode="auto"/>
        <p:txBody>
          <a:bodyPr/>
          <a:lstStyle/>
          <a:p>
            <a:pPr>
              <a:defRPr/>
            </a:pPr>
            <a:fld id="{B7BC796B-60B1-EC1A-87B6-BA28E3526489}" type="slidenum">
              <a:rPr lang="en-US"/>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3741520" name="Slide Image Placeholder 1"/>
          <p:cNvSpPr>
            <a:spLocks noGrp="1" noRot="1" noChangeAspect="1"/>
          </p:cNvSpPr>
          <p:nvPr>
            <p:ph type="sldImg"/>
          </p:nvPr>
        </p:nvSpPr>
        <p:spPr bwMode="auto"/>
      </p:sp>
      <p:sp>
        <p:nvSpPr>
          <p:cNvPr id="1059814908"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Los estados de error de pod son la señal de diagnóstico más rápida. Cada estado apunta a una categoría diferente de causa principal.</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ImagePullBackOff normalmente significa que la referencia de imagen es incorrecta o que el clúster carece de credenciales de extracción para el registro.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CrashLoopBackOff significa que el contenedor se inicia, pero se cierra a continuación. Entre las causas comunes, se incluyen variables de entorno que faltan, comandos de inicio incorrectos y sondeos de estado con errores.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Los pods pendientes no se pueden programar porque las solicitudes de recursos superan la capacidad de nodos libres. Comprueba el uso de recursos del nodo y considera la posibilidad de escalar el grupo de nodos.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kubectl describe pod muestra la especificación completa del pod más eventos recientes. Busca eventos FailedScheduling, Unhealthy y BackOff.</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 opción Diagnosticar y resolver problemas del portal ejecuta comprobaciones automatizadas de problemas comunes de AKS y sugiere pasos de corrección. Abarca el estado del nodo, la conectividad, DNS y la configuración del clúster.</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kubectl exec abre un shell dentro de un contenedor en ejecución para la inspección manual. Resulta útil para verificar variables de entorno, comprobar puntos de conexión locales o enumerar archivos montados.</a:t>
            </a:r>
            <a:endParaRPr sz="1200"/>
          </a:p>
          <a:p>
            <a:pPr>
              <a:defRPr/>
            </a:pPr>
            <a:endParaRPr/>
          </a:p>
        </p:txBody>
      </p:sp>
      <p:sp>
        <p:nvSpPr>
          <p:cNvPr id="125193192" name="Slide Number Placeholder 3"/>
          <p:cNvSpPr>
            <a:spLocks noGrp="1"/>
          </p:cNvSpPr>
          <p:nvPr>
            <p:ph type="sldNum" sz="quarter" idx="5"/>
          </p:nvPr>
        </p:nvSpPr>
        <p:spPr bwMode="auto"/>
        <p:txBody>
          <a:bodyPr/>
          <a:lstStyle/>
          <a:p>
            <a:pPr>
              <a:defRPr/>
            </a:pPr>
            <a:fld id="{10B4D7BB-47DA-46D4-B152-A08B9EBCF1F1}" type="slidenum">
              <a:rPr lang="en-US"/>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9259296" name="Slide Image Placeholder 1"/>
          <p:cNvSpPr>
            <a:spLocks noGrp="1" noRot="1" noChangeAspect="1"/>
          </p:cNvSpPr>
          <p:nvPr>
            <p:ph type="sldImg"/>
          </p:nvPr>
        </p:nvSpPr>
        <p:spPr bwMode="auto"/>
      </p:sp>
      <p:sp>
        <p:nvSpPr>
          <p:cNvPr id="449342698"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El error de conectividad más común es un servicio sin puntos de conexión. Esto casi siempre significa que el selector de servicios no coincide con las etiquetas de pod. kubectl describe service muestra el selector y los puntos de conexión actuales en paralelo.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ClusterIP es el valor predeterminado y limita el acceso a dentro del clúster. LoadBalancer aprovisiona una dirección IP pública administrada por Azure para clientes externos. NodePort abre un puerto estático en cada nodo, pero rara vez se usa en producción.</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EndpointSlices enumera las direcciones IP de pods reales que reciben tráfico de un servicio. Si la lista está vacía, el tráfico no tiene adonde ir. Corrige las etiquetas de selector o pod y confirma la aparición de puntos de conexión.</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kubectl port-forwarding envía tráfico desde tu máquina de desarrollo a un servicio o pod dentro del clúster. Úsalo para probar nuevos puntos de conexión antes de configurar el acceso externo.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En la sección Servicios y entradas del portal, se muestran todos los servicios, sus tipos, direcciones IP externas y números de puntos de conexión de un vistazo. Úsala para obtener una confirmación visual rápida.</a:t>
            </a:r>
            <a:endParaRPr sz="1200"/>
          </a:p>
          <a:p>
            <a:pPr>
              <a:defRPr/>
            </a:pPr>
            <a:endParaRPr/>
          </a:p>
        </p:txBody>
      </p:sp>
      <p:sp>
        <p:nvSpPr>
          <p:cNvPr id="1108473052" name="Slide Number Placeholder 3"/>
          <p:cNvSpPr>
            <a:spLocks noGrp="1"/>
          </p:cNvSpPr>
          <p:nvPr>
            <p:ph type="sldNum" sz="quarter" idx="5"/>
          </p:nvPr>
        </p:nvSpPr>
        <p:spPr bwMode="auto"/>
        <p:txBody>
          <a:bodyPr/>
          <a:lstStyle/>
          <a:p>
            <a:pPr>
              <a:defRPr/>
            </a:pPr>
            <a:fld id="{1759E423-A47E-586E-FBF1-2B304E084B05}" type="slidenum">
              <a:rPr lang="en-US"/>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1272715" name="Slide Image Placeholder 1"/>
          <p:cNvSpPr>
            <a:spLocks noGrp="1" noRot="1" noChangeAspect="1"/>
          </p:cNvSpPr>
          <p:nvPr>
            <p:ph type="sldImg"/>
          </p:nvPr>
        </p:nvSpPr>
        <p:spPr bwMode="auto"/>
      </p:sp>
      <p:sp>
        <p:nvSpPr>
          <p:cNvPr id="758094938" name="Notes Placeholder 2"/>
          <p:cNvSpPr>
            <a:spLocks noGrp="1"/>
          </p:cNvSpPr>
          <p:nvPr>
            <p:ph type="body" idx="1"/>
          </p:nvPr>
        </p:nvSpPr>
        <p:spPr bwMode="auto"/>
        <p:txBody>
          <a:bodyPr/>
          <a:lstStyle/>
          <a:p>
            <a:pPr>
              <a:lnSpc>
                <a:spcPct val="90000"/>
              </a:lnSpc>
              <a:spcAft>
                <a:spcPts val="332"/>
              </a:spcAft>
              <a:defRPr/>
            </a:pPr>
            <a:r>
              <a:rPr lang="es-ES" sz="1200" b="0" i="0" strike="noStrike" cap="none" baseline="0">
                <a:solidFill>
                  <a:srgbClr val="000000"/>
                </a:solidFill>
                <a:effectLst/>
                <a:latin typeface="Aptos"/>
                <a:ea typeface="Aptos"/>
                <a:cs typeface="Aptos"/>
              </a:rPr>
              <a:t>Este ejercicio requiere una suscripción a Azure, que debe proporcionar el proveedor de servicios de hosting del laboratorio que le presta servicio para impartir este curso.</a:t>
            </a:r>
            <a:endParaRPr lang="en-US">
              <a:solidFill>
                <a:srgbClr val="444444"/>
              </a:solidFill>
            </a:endParaRPr>
          </a:p>
          <a:p>
            <a:pPr>
              <a:lnSpc>
                <a:spcPct val="90000"/>
              </a:lnSpc>
              <a:spcAft>
                <a:spcPts val="332"/>
              </a:spcAft>
              <a:defRPr/>
            </a:pPr>
            <a:r>
              <a:rPr lang="es-ES" sz="1200" b="0" i="0" strike="noStrike" cap="none" baseline="0">
                <a:solidFill>
                  <a:srgbClr val="000000"/>
                </a:solidFill>
                <a:effectLst/>
                <a:latin typeface="Aptos"/>
                <a:ea typeface="Aptos"/>
                <a:cs typeface="Aptos"/>
              </a:rPr>
              <a:t>Si no puedes proporcionar a los alumnos suscripciones de Azure, puedes demostrar el laboratorio con tu propia suscripción (si tienes una disponible).</a:t>
            </a:r>
            <a:endParaRPr/>
          </a:p>
        </p:txBody>
      </p:sp>
      <p:sp>
        <p:nvSpPr>
          <p:cNvPr id="1328496051" name="Header Placeholder 3"/>
          <p:cNvSpPr>
            <a:spLocks noGrp="1"/>
          </p:cNvSpPr>
          <p:nvPr>
            <p:ph type="hdr" sz="quarter" idx="6"/>
          </p:nvPr>
        </p:nvSpPr>
        <p:spPr bwMode="auto"/>
        <p:txBody>
          <a:bodyPr/>
          <a:lstStyle/>
          <a:p>
            <a:pPr>
              <a:defRPr/>
            </a:pPr>
            <a:endParaRPr lang="en-US"/>
          </a:p>
        </p:txBody>
      </p:sp>
      <p:sp>
        <p:nvSpPr>
          <p:cNvPr id="1949824850" name="Footer Placeholder 4"/>
          <p:cNvSpPr>
            <a:spLocks noGrp="1"/>
          </p:cNvSpPr>
          <p:nvPr>
            <p:ph type="ftr" sz="quarter" idx="4"/>
          </p:nvPr>
        </p:nvSpPr>
        <p:spPr bwMode="auto"/>
        <p:txBody>
          <a:bodyPr/>
          <a:lstStyle/>
          <a:p>
            <a:pPr defTabSz="914098">
              <a:defRPr/>
            </a:pPr>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a:p>
        </p:txBody>
      </p:sp>
      <p:sp>
        <p:nvSpPr>
          <p:cNvPr id="1066111997" name="Date Placeholder 5"/>
          <p:cNvSpPr>
            <a:spLocks noGrp="1"/>
          </p:cNvSpPr>
          <p:nvPr>
            <p:ph type="dt" idx="10"/>
          </p:nvPr>
        </p:nvSpPr>
        <p:spPr bwMode="auto"/>
        <p:txBody>
          <a:bodyPr/>
          <a:lstStyle/>
          <a:p>
            <a:pPr>
              <a:defRPr/>
            </a:pPr>
            <a:fld id="{22FD8069-D363-B1FD-C85A-30544EF19ECA}" type="datetime8">
              <a:rPr lang="en-US"/>
              <a:t>10/9/2026 2:34 PM</a:t>
            </a:fld>
            <a:endParaRPr lang="en-US"/>
          </a:p>
        </p:txBody>
      </p:sp>
      <p:sp>
        <p:nvSpPr>
          <p:cNvPr id="959360582" name="Slide Number Placeholder 6"/>
          <p:cNvSpPr>
            <a:spLocks noGrp="1"/>
          </p:cNvSpPr>
          <p:nvPr>
            <p:ph type="sldNum" sz="quarter" idx="5"/>
          </p:nvPr>
        </p:nvSpPr>
        <p:spPr bwMode="auto"/>
        <p:txBody>
          <a:bodyPr/>
          <a:lstStyle/>
          <a:p>
            <a:pPr>
              <a:defRPr/>
            </a:pPr>
            <a:fld id="{1832D111-37E3-EE75-0870-1F0A4C533A8B}" type="slidenum">
              <a:rPr lang="en-US"/>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253027" name="Slide Image Placeholder 1"/>
          <p:cNvSpPr>
            <a:spLocks noGrp="1" noRot="1" noChangeAspect="1"/>
          </p:cNvSpPr>
          <p:nvPr>
            <p:ph type="sldImg"/>
          </p:nvPr>
        </p:nvSpPr>
        <p:spPr bwMode="auto"/>
      </p:sp>
      <p:sp>
        <p:nvSpPr>
          <p:cNvPr id="195074023"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Pregunta 1: La respuesta correcta es kubectl logs -f. Los registros de streaming del pod específico al reproducir el problema muestran mensajes de error en tiempo real y seguimientos de pila. Las métricas de CPU de nodo son demasiado amplias, y describe node se centra en la programación en lugar de en errores de aplicación.</a:t>
            </a:r>
            <a:endParaRPr sz="1200"/>
          </a:p>
          <a:p>
            <a:pPr marL="0" lvl="0" indent="0">
              <a:buNone/>
              <a:defRPr/>
            </a:pPr>
            <a:endParaRPr sz="1200"/>
          </a:p>
          <a:p>
            <a:pPr>
              <a:defRPr/>
            </a:pPr>
            <a:r>
              <a:rPr lang="es-ES" sz="1200" b="0" i="0" strike="noStrike" cap="none" baseline="0">
                <a:solidFill>
                  <a:srgbClr val="000000"/>
                </a:solidFill>
                <a:effectLst/>
                <a:latin typeface="Aptos"/>
                <a:ea typeface="Aptos"/>
                <a:cs typeface="Aptos"/>
              </a:rPr>
              <a:t>Pregunta 2: La respuesta correcta es kubectl describe service. Muestra las etiquetas del selector y los puntos de conexión actuales para comprobar si el servicio coincide con los pods. kubectl top nodes solo muestra el uso de recursos. kubectl logs muestra la salida de la aplicación, pero nada sobre la configuración del servicio.</a:t>
            </a:r>
            <a:endParaRPr/>
          </a:p>
        </p:txBody>
      </p:sp>
      <p:sp>
        <p:nvSpPr>
          <p:cNvPr id="41231111" name="Slide Number Placeholder 3"/>
          <p:cNvSpPr>
            <a:spLocks noGrp="1"/>
          </p:cNvSpPr>
          <p:nvPr>
            <p:ph type="sldNum" sz="quarter" idx="5"/>
          </p:nvPr>
        </p:nvSpPr>
        <p:spPr bwMode="auto"/>
        <p:txBody>
          <a:bodyPr/>
          <a:lstStyle/>
          <a:p>
            <a:pPr>
              <a:defRPr/>
            </a:pPr>
            <a:fld id="{09C70FE0-6A25-4C3D-BAA1-7E809F005FCC}" type="slidenum">
              <a:rPr lang="en-US"/>
              <a:t>30</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443003" name="Slide Image Placeholder 1"/>
          <p:cNvSpPr>
            <a:spLocks noGrp="1" noRot="1" noChangeAspect="1"/>
          </p:cNvSpPr>
          <p:nvPr>
            <p:ph type="sldImg"/>
          </p:nvPr>
        </p:nvSpPr>
        <p:spPr bwMode="auto"/>
      </p:sp>
      <p:sp>
        <p:nvSpPr>
          <p:cNvPr id="1603394625" name="Notes Placeholder 2"/>
          <p:cNvSpPr>
            <a:spLocks noGrp="1"/>
          </p:cNvSpPr>
          <p:nvPr>
            <p:ph type="body" idx="1"/>
          </p:nvPr>
        </p:nvSpPr>
        <p:spPr bwMode="auto"/>
        <p:txBody>
          <a:bodyPr/>
          <a:lstStyle/>
          <a:p>
            <a:pPr>
              <a:defRPr/>
            </a:pPr>
            <a:r>
              <a:rPr lang="en-US"/>
              <a:t> Prompt Microsoft Copilot Chat: </a:t>
            </a:r>
            <a:endParaRPr/>
          </a:p>
          <a:p>
            <a:pPr>
              <a:defRPr/>
            </a:pPr>
            <a:endParaRPr/>
          </a:p>
          <a:p>
            <a:pPr marL="0" marR="0" lvl="0" indent="0" algn="l" defTabSz="914400" rtl="0">
              <a:lnSpc>
                <a:spcPct val="100000"/>
              </a:lnSpc>
              <a:spcBef>
                <a:spcPct val="0"/>
              </a:spcBef>
              <a:spcAft>
                <a:spcPct val="0"/>
              </a:spcAft>
              <a:buClrTx/>
              <a:buSzTx/>
              <a:buFontTx/>
              <a:buNone/>
              <a:defRPr/>
            </a:pPr>
            <a:r>
              <a:rPr lang="en-US"/>
              <a:t>As a Microsoft Copilot Chat expert, please create three multiple-choice questions that assess knowledge of key features, including how to access Copilot Chat, its different modes, how to initiate it, and the concept of EDP. Present one question at a time and wait for my response before continuing. After each answer, provide a brief explanation of the correct choice before moving on to the next question.</a:t>
            </a:r>
            <a:endParaRPr/>
          </a:p>
          <a:p>
            <a:pPr>
              <a:defRPr/>
            </a:pPr>
            <a:endParaRPr/>
          </a:p>
        </p:txBody>
      </p:sp>
      <p:sp>
        <p:nvSpPr>
          <p:cNvPr id="224065811" name="Header Placeholder 3"/>
          <p:cNvSpPr>
            <a:spLocks noGrp="1"/>
          </p:cNvSpPr>
          <p:nvPr>
            <p:ph type="hdr" sz="quarter" idx="10"/>
          </p:nvPr>
        </p:nvSpPr>
        <p:spPr bwMode="auto"/>
        <p:txBody>
          <a:bodyPr/>
          <a:lstStyle/>
          <a:p>
            <a:pPr marL="0" marR="0" lvl="0" indent="0" algn="l" defTabSz="914366" rtl="0">
              <a:lnSpc>
                <a:spcPct val="100000"/>
              </a:lnSpc>
              <a:spcBef>
                <a:spcPct val="0"/>
              </a:spcBef>
              <a:spcAft>
                <a:spcPct val="0"/>
              </a:spcAft>
              <a:buClrTx/>
              <a:buSzTx/>
              <a:buFontTx/>
              <a:buNone/>
              <a:defRPr/>
            </a:pPr>
            <a:endParaRPr lang="en-US" sz="1200" b="0" i="0" u="none" strike="noStrike" cap="none" spc="0">
              <a:ln>
                <a:noFill/>
              </a:ln>
              <a:solidFill>
                <a:prstClr val="black"/>
              </a:solidFill>
              <a:latin typeface="Segoe UI"/>
              <a:ea typeface="+mn-ea"/>
              <a:cs typeface="+mn-cs"/>
            </a:endParaRPr>
          </a:p>
        </p:txBody>
      </p:sp>
      <p:sp>
        <p:nvSpPr>
          <p:cNvPr id="749690487" name="Footer Placeholder 4"/>
          <p:cNvSpPr>
            <a:spLocks noGrp="1"/>
          </p:cNvSpPr>
          <p:nvPr>
            <p:ph type="ftr" sz="quarter" idx="11"/>
          </p:nvPr>
        </p:nvSpPr>
        <p:spPr bwMode="auto"/>
        <p:txBody>
          <a:bodyPr/>
          <a:lstStyle/>
          <a:p>
            <a:pPr marL="571500" marR="0" lvl="0" indent="0" algn="l" defTabSz="914098" rtl="0">
              <a:lnSpc>
                <a:spcPct val="100000"/>
              </a:lnSpc>
              <a:spcBef>
                <a:spcPct val="0"/>
              </a:spcBef>
              <a:spcAft>
                <a:spcPct val="0"/>
              </a:spcAft>
              <a:buClrTx/>
              <a:buSzTx/>
              <a:buFontTx/>
              <a:buNone/>
              <a:defRPr/>
            </a:pPr>
            <a:r>
              <a:rPr lang="en-US" sz="400" b="0" i="0" u="none" strike="noStrike" cap="none" spc="0">
                <a:ln>
                  <a:noFill/>
                </a:ln>
                <a:gradFill>
                  <a:gsLst>
                    <a:gs pos="0">
                      <a:prstClr val="black"/>
                    </a:gs>
                    <a:gs pos="100000">
                      <a:prstClr val="black"/>
                    </a:gs>
                  </a:gsLst>
                  <a:lin ang="5400000" scaled="0"/>
                </a:gradFill>
                <a:latin typeface="Segoe UI"/>
                <a:ea typeface="Segoe UI"/>
                <a:cs typeface="Segoe UI"/>
              </a:rPr>
              <a:t>© Microsoft Corporation. All rights reserved. MICROSOFT MAKES NO WARRANTIES, EXPRESS, IMPLIED OR STATUTORY, AS TO THE INFORMATION IN THIS PRESENTATION.</a:t>
            </a:r>
            <a:endParaRPr/>
          </a:p>
        </p:txBody>
      </p:sp>
      <p:sp>
        <p:nvSpPr>
          <p:cNvPr id="619969836" name="Date Placeholder 5"/>
          <p:cNvSpPr>
            <a:spLocks noGrp="1"/>
          </p:cNvSpPr>
          <p:nvPr>
            <p:ph type="dt" idx="12"/>
          </p:nvPr>
        </p:nvSpPr>
        <p:spPr bwMode="auto"/>
        <p:txBody>
          <a:bodyPr/>
          <a:lstStyle/>
          <a:p>
            <a:pPr marL="0" marR="0" lvl="0" indent="0" algn="r" defTabSz="914366" rtl="0">
              <a:lnSpc>
                <a:spcPct val="100000"/>
              </a:lnSpc>
              <a:spcBef>
                <a:spcPct val="0"/>
              </a:spcBef>
              <a:spcAft>
                <a:spcPct val="0"/>
              </a:spcAft>
              <a:buClrTx/>
              <a:buSzTx/>
              <a:buFontTx/>
              <a:buNone/>
              <a:defRPr/>
            </a:pPr>
            <a:fld id="{FB0AD94D-F257-7AC5-A551-9E77DA5F4511}" type="datetime8">
              <a:rPr lang="en-US" sz="1200" b="0" i="0" u="none" strike="noStrike" cap="none" spc="0">
                <a:ln>
                  <a:noFill/>
                </a:ln>
                <a:solidFill>
                  <a:prstClr val="black"/>
                </a:solidFill>
                <a:latin typeface="Segoe UI"/>
                <a:ea typeface="Arial"/>
                <a:cs typeface="Arial"/>
              </a:rPr>
              <a:t>10/9/2026 2:34 PM</a:t>
            </a:fld>
            <a:endParaRPr lang="en-US" sz="1200" b="0" i="0" u="none" strike="noStrike" cap="none" spc="0">
              <a:ln>
                <a:noFill/>
              </a:ln>
              <a:solidFill>
                <a:prstClr val="black"/>
              </a:solidFill>
              <a:latin typeface="Segoe UI"/>
              <a:ea typeface="+mn-ea"/>
              <a:cs typeface="+mn-cs"/>
            </a:endParaRPr>
          </a:p>
        </p:txBody>
      </p:sp>
      <p:sp>
        <p:nvSpPr>
          <p:cNvPr id="1355728482" name="Slide Number Placeholder 6"/>
          <p:cNvSpPr>
            <a:spLocks noGrp="1"/>
          </p:cNvSpPr>
          <p:nvPr>
            <p:ph type="sldNum" sz="quarter" idx="13"/>
          </p:nvPr>
        </p:nvSpPr>
        <p:spPr bwMode="auto"/>
        <p:txBody>
          <a:bodyPr/>
          <a:lstStyle/>
          <a:p>
            <a:pPr marL="0" marR="0" lvl="0" indent="0" algn="r" defTabSz="914366" rtl="0">
              <a:lnSpc>
                <a:spcPct val="100000"/>
              </a:lnSpc>
              <a:spcBef>
                <a:spcPct val="0"/>
              </a:spcBef>
              <a:spcAft>
                <a:spcPct val="0"/>
              </a:spcAft>
              <a:buClrTx/>
              <a:buSzTx/>
              <a:buFontTx/>
              <a:buNone/>
              <a:defRPr/>
            </a:pPr>
            <a:fld id="{1AEBF732-0A4B-E7E0-E845-8DB50BF09617}" type="slidenum">
              <a:rPr lang="en-US" sz="1200" b="0" i="0" u="none" strike="noStrike" cap="none" spc="0">
                <a:ln>
                  <a:noFill/>
                </a:ln>
                <a:solidFill>
                  <a:prstClr val="black"/>
                </a:solidFill>
                <a:latin typeface="Segoe UI"/>
                <a:ea typeface="Arial"/>
                <a:cs typeface="Arial"/>
              </a:rPr>
              <a:t>31</a:t>
            </a:fld>
            <a:endParaRPr lang="en-US" sz="1200" b="0" i="0" u="none" strike="noStrike" cap="none" spc="0">
              <a:ln>
                <a:noFill/>
              </a:ln>
              <a:solidFill>
                <a:prstClr val="black"/>
              </a:solidFill>
              <a:latin typeface="Segoe UI"/>
              <a:ea typeface="+mn-ea"/>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1184511" name="Slide Image Placeholder 1"/>
          <p:cNvSpPr>
            <a:spLocks noGrp="1" noRot="1" noChangeAspect="1"/>
          </p:cNvSpPr>
          <p:nvPr>
            <p:ph type="sldImg"/>
          </p:nvPr>
        </p:nvSpPr>
        <p:spPr bwMode="auto"/>
      </p:sp>
      <p:sp>
        <p:nvSpPr>
          <p:cNvPr id="955606397"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Refuerza la idea del bucle de investigación: detectar señales en el portal, aislar con kubectl, comprobar la conectividad y corregir el manifiesto.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Los puntos de decisión más importantes son elegir la herramienta de observación adecuada para la situación y leer los estados del pod como pistas de diagnóstico.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Anima a los alumnos a usar el módulo de Learn publicado en Microsoft Learn para obtener ejemplos completos de comandos, explicaciones más detalladas y el ejercicio práctico.</a:t>
            </a:r>
            <a:endParaRPr sz="1200"/>
          </a:p>
          <a:p>
            <a:pPr>
              <a:defRPr/>
            </a:pPr>
            <a:endParaRPr/>
          </a:p>
        </p:txBody>
      </p:sp>
      <p:sp>
        <p:nvSpPr>
          <p:cNvPr id="1695311299" name="Slide Number Placeholder 3"/>
          <p:cNvSpPr>
            <a:spLocks noGrp="1"/>
          </p:cNvSpPr>
          <p:nvPr>
            <p:ph type="sldNum" sz="quarter" idx="10"/>
          </p:nvPr>
        </p:nvSpPr>
        <p:spPr bwMode="auto"/>
        <p:txBody>
          <a:bodyPr/>
          <a:lstStyle/>
          <a:p>
            <a:pPr>
              <a:defRPr/>
            </a:pPr>
            <a:fld id="{74A9FDBF-85F5-18F9-2838-12EE9F51AD40}" type="slidenum">
              <a:rPr/>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9127914" name="Slide Image Placeholder 1"/>
          <p:cNvSpPr>
            <a:spLocks noGrp="1" noRot="1" noChangeAspect="1"/>
          </p:cNvSpPr>
          <p:nvPr>
            <p:ph type="sldImg"/>
          </p:nvPr>
        </p:nvSpPr>
        <p:spPr bwMode="auto"/>
      </p:sp>
      <p:sp>
        <p:nvSpPr>
          <p:cNvPr id="1434870028" name="Notes Placeholder 2"/>
          <p:cNvSpPr>
            <a:spLocks noGrp="1"/>
          </p:cNvSpPr>
          <p:nvPr>
            <p:ph type="body" idx="1"/>
          </p:nvPr>
        </p:nvSpPr>
        <p:spPr bwMode="auto"/>
        <p:txBody>
          <a:bodyPr/>
          <a:lstStyle/>
          <a:p>
            <a:pPr>
              <a:defRPr/>
            </a:pPr>
            <a:endParaRPr/>
          </a:p>
        </p:txBody>
      </p:sp>
      <p:sp>
        <p:nvSpPr>
          <p:cNvPr id="729954532" name="Slide Number Placeholder 3"/>
          <p:cNvSpPr>
            <a:spLocks noGrp="1"/>
          </p:cNvSpPr>
          <p:nvPr>
            <p:ph type="sldNum" sz="quarter" idx="10"/>
          </p:nvPr>
        </p:nvSpPr>
        <p:spPr bwMode="auto"/>
        <p:txBody>
          <a:bodyPr/>
          <a:lstStyle/>
          <a:p>
            <a:pPr>
              <a:defRPr/>
            </a:pPr>
            <a:fld id="{51BF2C84-6280-ECAE-B806-A052F669F56E}" type="slidenum">
              <a:rPr/>
              <a:t>33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preserve="1" userDrawn="1">
  <p:cSld name="Title Slide">
    <p:bg>
      <p:bgPr>
        <a:blipFill rotWithShape="1">
          <a:blip r:embed="rId2">
            <a:lum/>
          </a:blip>
          <a:stretch>
            <a:fillRect/>
          </a:stretch>
        </a:blipFill>
        <a:effectLst/>
      </p:bgPr>
    </p:bg>
    <p:spTree>
      <p:nvGrpSpPr>
        <p:cNvPr id="1" name=""/>
        <p:cNvGrpSpPr/>
        <p:nvPr/>
      </p:nvGrpSpPr>
      <p:grpSpPr>
        <a:xfrm>
          <a:off x="0" y="0"/>
          <a:ext cx="0" cy="0"/>
          <a:chOff x="0" y="0"/>
          <a:chExt cx="0" cy="0"/>
        </a:xfrm>
      </p:grpSpPr>
      <p:pic>
        <p:nvPicPr>
          <p:cNvPr id="1147296373" name="MS logo gray - EMF" descr="Microsoft logo, gray text version"/>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black">
          <a:xfrm>
            <a:off x="584200" y="585789"/>
            <a:ext cx="1366440" cy="292608"/>
          </a:xfrm>
          <a:prstGeom prst="rect">
            <a:avLst/>
          </a:prstGeom>
        </p:spPr>
      </p:pic>
      <p:sp>
        <p:nvSpPr>
          <p:cNvPr id="595996400" name="Title 1"/>
          <p:cNvSpPr>
            <a:spLocks noGrp="1"/>
          </p:cNvSpPr>
          <p:nvPr>
            <p:ph type="title" hasCustomPrompt="1"/>
          </p:nvPr>
        </p:nvSpPr>
        <p:spPr bwMode="auto">
          <a:xfrm>
            <a:off x="569913" y="3551986"/>
            <a:ext cx="5686955" cy="1108121"/>
          </a:xfrm>
          <a:prstGeom prst="rect">
            <a:avLst/>
          </a:prstGeom>
          <a:noFill/>
        </p:spPr>
        <p:txBody>
          <a:bodyPr wrap="square" lIns="0" tIns="0" rIns="0" bIns="0" anchor="b" anchorCtr="0">
            <a:spAutoFit/>
          </a:bodyPr>
          <a:lstStyle>
            <a:lvl1pPr>
              <a:defRPr sz="4000" b="0" i="0" spc="-50">
                <a:solidFill>
                  <a:schemeClr val="tx1"/>
                </a:solidFill>
                <a:latin typeface="+mn-lt"/>
                <a:cs typeface="Segoe UI"/>
              </a:defRPr>
            </a:lvl1pPr>
          </a:lstStyle>
          <a:p>
            <a:pPr>
              <a:defRPr/>
            </a:pPr>
            <a:r>
              <a:rPr lang="en-US"/>
              <a:t>Event name or </a:t>
            </a:r>
            <a:br>
              <a:rPr lang="en-US"/>
            </a:br>
            <a:r>
              <a:rPr lang="en-US"/>
              <a:t>presentation title </a:t>
            </a:r>
            <a:endParaRP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preserve="1" userDrawn="1">
  <p:cSld name="Section Divider">
    <p:bg>
      <p:bgPr>
        <a:blipFill rotWithShape="1">
          <a:blip r:embed="rId2">
            <a:lum/>
          </a:blip>
          <a:stretch>
            <a:fillRect t="-5000" b="-5000"/>
          </a:stretch>
        </a:blipFill>
        <a:effectLst/>
      </p:bgPr>
    </p:bg>
    <p:spTree>
      <p:nvGrpSpPr>
        <p:cNvPr id="1" name=""/>
        <p:cNvGrpSpPr/>
        <p:nvPr/>
      </p:nvGrpSpPr>
      <p:grpSpPr>
        <a:xfrm>
          <a:off x="0" y="0"/>
          <a:ext cx="0" cy="0"/>
          <a:chOff x="0" y="0"/>
          <a:chExt cx="0" cy="0"/>
        </a:xfrm>
      </p:grpSpPr>
      <p:sp>
        <p:nvSpPr>
          <p:cNvPr id="203952526" name="Title 1"/>
          <p:cNvSpPr>
            <a:spLocks noGrp="1"/>
          </p:cNvSpPr>
          <p:nvPr>
            <p:ph type="title" hasCustomPrompt="1"/>
          </p:nvPr>
        </p:nvSpPr>
        <p:spPr bwMode="auto">
          <a:xfrm>
            <a:off x="581340" y="3514705"/>
            <a:ext cx="6472474" cy="565091"/>
          </a:xfrm>
          <a:prstGeom prst="rect">
            <a:avLst/>
          </a:prstGeom>
          <a:noFill/>
        </p:spPr>
        <p:txBody>
          <a:bodyPr wrap="square" lIns="0" tIns="0" rIns="0" bIns="0" anchor="b" anchorCtr="0">
            <a:spAutoFit/>
          </a:bodyPr>
          <a:lstStyle>
            <a:lvl1pPr>
              <a:defRPr sz="4100" b="0" i="0" spc="-51">
                <a:solidFill>
                  <a:schemeClr val="tx1"/>
                </a:solidFill>
                <a:latin typeface="+mn-lt"/>
                <a:cs typeface="Segoe UI"/>
              </a:defRPr>
            </a:lvl1pPr>
          </a:lstStyle>
          <a:p>
            <a:pPr>
              <a:defRPr/>
            </a:pPr>
            <a:r>
              <a:rPr lang="en-US"/>
              <a:t>Section divider title</a:t>
            </a:r>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Agenda">
    <p:bg>
      <p:bgPr>
        <a:solidFill>
          <a:srgbClr val="E8E6DF"/>
        </a:solidFill>
        <a:effectLst/>
      </p:bgPr>
    </p:bg>
    <p:spTree>
      <p:nvGrpSpPr>
        <p:cNvPr id="1" name=""/>
        <p:cNvGrpSpPr/>
        <p:nvPr/>
      </p:nvGrpSpPr>
      <p:grpSpPr>
        <a:xfrm>
          <a:off x="0" y="0"/>
          <a:ext cx="0" cy="0"/>
          <a:chOff x="0" y="0"/>
          <a:chExt cx="0" cy="0"/>
        </a:xfrm>
      </p:grpSpPr>
      <p:sp>
        <p:nvSpPr>
          <p:cNvPr id="469240768" name="Title 1"/>
          <p:cNvSpPr>
            <a:spLocks noGrp="1"/>
          </p:cNvSpPr>
          <p:nvPr>
            <p:ph type="title" hasCustomPrompt="1"/>
          </p:nvPr>
        </p:nvSpPr>
        <p:spPr bwMode="auto"/>
        <p:txBody>
          <a:bodyPr/>
          <a:lstStyle>
            <a:lvl1pPr>
              <a:defRPr/>
            </a:lvl1pPr>
          </a:lstStyle>
          <a:p>
            <a:pPr>
              <a:defRPr/>
            </a:pPr>
            <a:r>
              <a:rPr lang="en-US"/>
              <a:t>Click to add text</a:t>
            </a:r>
            <a:endParaRPr/>
          </a:p>
        </p:txBody>
      </p:sp>
      <p:sp>
        <p:nvSpPr>
          <p:cNvPr id="1625865753" name="Content Placeholder 3"/>
          <p:cNvSpPr>
            <a:spLocks noGrp="1"/>
          </p:cNvSpPr>
          <p:nvPr>
            <p:ph sz="quarter" idx="10"/>
          </p:nvPr>
        </p:nvSpPr>
        <p:spPr bwMode="auto">
          <a:xfrm>
            <a:off x="457200" y="1235075"/>
            <a:ext cx="11222038" cy="4816475"/>
          </a:xfrm>
        </p:spPr>
        <p:txBody>
          <a:bodyPr/>
          <a:lstStyle/>
          <a:p>
            <a:pPr lvl="0">
              <a:defRPr/>
            </a:pPr>
            <a:r>
              <a:rPr lang="en-US"/>
              <a:t>Click to edit Master text styles</a:t>
            </a:r>
            <a:endParaRPr/>
          </a:p>
        </p:txBody>
      </p:sp>
      <p:cxnSp>
        <p:nvCxnSpPr>
          <p:cNvPr id="1987177065" name="Straight Connector 2"/>
          <p:cNvCxnSpPr/>
          <p:nvPr userDrawn="1"/>
        </p:nvCxnSpPr>
        <p:spPr bwMode="auto">
          <a:xfrm>
            <a:off x="457200" y="1050761"/>
            <a:ext cx="11222038" cy="0"/>
          </a:xfrm>
          <a:prstGeom prst="line">
            <a:avLst/>
          </a:prstGeom>
          <a:ln w="76200" cap="rnd">
            <a:gradFill>
              <a:gsLst>
                <a:gs pos="0">
                  <a:schemeClr val="accent3"/>
                </a:gs>
                <a:gs pos="22000">
                  <a:srgbClr val="F4364C"/>
                </a:gs>
                <a:gs pos="48000">
                  <a:schemeClr val="accent2"/>
                </a:gs>
                <a:gs pos="97531">
                  <a:srgbClr val="8DC8E8"/>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preserve="1" userDrawn="1">
  <p:cSld name="Learning objectives">
    <p:bg>
      <p:bgPr>
        <a:solidFill>
          <a:srgbClr val="F4F3F5"/>
        </a:solidFill>
        <a:effectLst/>
      </p:bgPr>
    </p:bg>
    <p:spTree>
      <p:nvGrpSpPr>
        <p:cNvPr id="1" name=""/>
        <p:cNvGrpSpPr/>
        <p:nvPr/>
      </p:nvGrpSpPr>
      <p:grpSpPr>
        <a:xfrm>
          <a:off x="0" y="0"/>
          <a:ext cx="0" cy="0"/>
          <a:chOff x="0" y="0"/>
          <a:chExt cx="0" cy="0"/>
        </a:xfrm>
      </p:grpSpPr>
      <p:sp>
        <p:nvSpPr>
          <p:cNvPr id="1193153605" name="Title 6"/>
          <p:cNvSpPr>
            <a:spLocks noGrp="1"/>
          </p:cNvSpPr>
          <p:nvPr>
            <p:ph type="title"/>
          </p:nvPr>
        </p:nvSpPr>
        <p:spPr bwMode="auto"/>
        <p:txBody>
          <a:bodyPr/>
          <a:lstStyle/>
          <a:p>
            <a:pPr>
              <a:defRPr/>
            </a:pPr>
            <a:r>
              <a:rPr lang="en-US"/>
              <a:t>Click to edit Master title style</a:t>
            </a:r>
            <a:endParaRPr/>
          </a:p>
        </p:txBody>
      </p:sp>
      <p:pic>
        <p:nvPicPr>
          <p:cNvPr id="352304676" name="Graphic 2"/>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auto">
          <a:xfrm>
            <a:off x="-1" y="3207262"/>
            <a:ext cx="12192001" cy="3095623"/>
          </a:xfrm>
          <a:prstGeom prst="rect">
            <a:avLst/>
          </a:prstGeom>
        </p:spPr>
      </p:pic>
      <p:sp>
        <p:nvSpPr>
          <p:cNvPr id="1126244014" name="Content Placeholder 3"/>
          <p:cNvSpPr>
            <a:spLocks noGrp="1"/>
          </p:cNvSpPr>
          <p:nvPr>
            <p:ph sz="quarter" idx="10"/>
          </p:nvPr>
        </p:nvSpPr>
        <p:spPr bwMode="auto">
          <a:xfrm>
            <a:off x="457200" y="1235075"/>
            <a:ext cx="11222038" cy="48164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preserve="1" userDrawn="1">
  <p:cSld name="Title | Content">
    <p:spTree>
      <p:nvGrpSpPr>
        <p:cNvPr id="1" name=""/>
        <p:cNvGrpSpPr/>
        <p:nvPr/>
      </p:nvGrpSpPr>
      <p:grpSpPr>
        <a:xfrm>
          <a:off x="0" y="0"/>
          <a:ext cx="0" cy="0"/>
          <a:chOff x="0" y="0"/>
          <a:chExt cx="0" cy="0"/>
        </a:xfrm>
      </p:grpSpPr>
      <p:sp>
        <p:nvSpPr>
          <p:cNvPr id="1053143039" name="Title 1"/>
          <p:cNvSpPr>
            <a:spLocks noGrp="1"/>
          </p:cNvSpPr>
          <p:nvPr>
            <p:ph type="title"/>
          </p:nvPr>
        </p:nvSpPr>
        <p:spPr bwMode="auto"/>
        <p:txBody>
          <a:bodyPr/>
          <a:lstStyle/>
          <a:p>
            <a:pPr>
              <a:defRPr/>
            </a:pPr>
            <a:r>
              <a:rPr lang="en-US"/>
              <a:t>Click to edit Master title style</a:t>
            </a:r>
            <a:endParaRPr/>
          </a:p>
        </p:txBody>
      </p:sp>
      <p:sp>
        <p:nvSpPr>
          <p:cNvPr id="407082187" name="Content Placeholder 3"/>
          <p:cNvSpPr>
            <a:spLocks noGrp="1"/>
          </p:cNvSpPr>
          <p:nvPr>
            <p:ph sz="quarter" idx="10"/>
          </p:nvPr>
        </p:nvSpPr>
        <p:spPr bwMode="auto">
          <a:xfrm>
            <a:off x="457200" y="1235075"/>
            <a:ext cx="11222038" cy="48164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preserve="1" userDrawn="1">
  <p:cSld name="Title | Subtitle">
    <p:spTree>
      <p:nvGrpSpPr>
        <p:cNvPr id="1" name=""/>
        <p:cNvGrpSpPr/>
        <p:nvPr/>
      </p:nvGrpSpPr>
      <p:grpSpPr>
        <a:xfrm>
          <a:off x="0" y="0"/>
          <a:ext cx="0" cy="0"/>
          <a:chOff x="0" y="0"/>
          <a:chExt cx="0" cy="0"/>
        </a:xfrm>
      </p:grpSpPr>
      <p:sp>
        <p:nvSpPr>
          <p:cNvPr id="2066755428" name="Title 1"/>
          <p:cNvSpPr>
            <a:spLocks noGrp="1"/>
          </p:cNvSpPr>
          <p:nvPr>
            <p:ph type="title"/>
          </p:nvPr>
        </p:nvSpPr>
        <p:spPr bwMode="auto"/>
        <p:txBody>
          <a:bodyPr/>
          <a:lstStyle/>
          <a:p>
            <a:pPr>
              <a:defRPr/>
            </a:pPr>
            <a:r>
              <a:rPr lang="en-US"/>
              <a:t>Click to edit Master title style</a:t>
            </a:r>
            <a:endParaRPr/>
          </a:p>
        </p:txBody>
      </p:sp>
      <p:sp>
        <p:nvSpPr>
          <p:cNvPr id="1988416355" name="Content Placeholder 5"/>
          <p:cNvSpPr>
            <a:spLocks noGrp="1"/>
          </p:cNvSpPr>
          <p:nvPr>
            <p:ph sz="quarter" idx="10"/>
          </p:nvPr>
        </p:nvSpPr>
        <p:spPr bwMode="auto">
          <a:xfrm>
            <a:off x="457200" y="1506084"/>
            <a:ext cx="11222038" cy="4524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043307592" name="Text Placeholder 7"/>
          <p:cNvSpPr>
            <a:spLocks noGrp="1"/>
          </p:cNvSpPr>
          <p:nvPr>
            <p:ph type="body" sz="quarter" idx="11"/>
          </p:nvPr>
        </p:nvSpPr>
        <p:spPr bwMode="auto">
          <a:xfrm>
            <a:off x="457200" y="998538"/>
            <a:ext cx="11222038" cy="425450"/>
          </a:xfrm>
        </p:spPr>
        <p:txBody>
          <a:bodyPr/>
          <a:lstStyle>
            <a:lvl1pPr marL="0" indent="0">
              <a:buNone/>
              <a:defRPr lang="en-US" sz="2250" spc="0">
                <a:solidFill>
                  <a:srgbClr val="003C6A"/>
                </a:solidFill>
                <a:latin typeface="Segoe UI Semibold"/>
                <a:ea typeface="+mn-ea"/>
                <a:cs typeface="Segoe UI Semibold"/>
              </a:defRPr>
            </a:lvl1pPr>
          </a:lstStyle>
          <a:p>
            <a:pPr lvl="0">
              <a:defRPr/>
            </a:pPr>
            <a:r>
              <a:rPr lang="en-US"/>
              <a:t>Click to edit Master text styles</a:t>
            </a:r>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preserve="1" userDrawn="1">
  <p:cSld name="Lab | Exercise">
    <p:spTree>
      <p:nvGrpSpPr>
        <p:cNvPr id="1" name=""/>
        <p:cNvGrpSpPr/>
        <p:nvPr/>
      </p:nvGrpSpPr>
      <p:grpSpPr>
        <a:xfrm>
          <a:off x="0" y="0"/>
          <a:ext cx="0" cy="0"/>
          <a:chOff x="0" y="0"/>
          <a:chExt cx="0" cy="0"/>
        </a:xfrm>
      </p:grpSpPr>
      <p:sp>
        <p:nvSpPr>
          <p:cNvPr id="957174265" name="Title 1"/>
          <p:cNvSpPr>
            <a:spLocks noGrp="1"/>
          </p:cNvSpPr>
          <p:nvPr>
            <p:ph type="title" hasCustomPrompt="1"/>
          </p:nvPr>
        </p:nvSpPr>
        <p:spPr bwMode="auto"/>
        <p:txBody>
          <a:bodyPr/>
          <a:lstStyle>
            <a:lvl1pPr>
              <a:defRPr/>
            </a:lvl1pPr>
          </a:lstStyle>
          <a:p>
            <a:pPr>
              <a:defRPr/>
            </a:pPr>
            <a:r>
              <a:rPr lang="en-US"/>
              <a:t>Click to lab/exercise title</a:t>
            </a:r>
            <a:endParaRPr/>
          </a:p>
        </p:txBody>
      </p:sp>
      <p:sp>
        <p:nvSpPr>
          <p:cNvPr id="406585277" name="Rectangle: Rounded Corners 3"/>
          <p:cNvSpPr/>
          <p:nvPr userDrawn="1"/>
        </p:nvSpPr>
        <p:spPr bwMode="auto">
          <a:xfrm>
            <a:off x="395187" y="1555423"/>
            <a:ext cx="5816337" cy="4383464"/>
          </a:xfrm>
          <a:prstGeom prst="roundRect">
            <a:avLst>
              <a:gd name="adj" fmla="val 5914"/>
            </a:avLst>
          </a:prstGeom>
          <a:solidFill>
            <a:srgbClr val="F4F3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899913297" name="Content Placeholder 4"/>
          <p:cNvSpPr>
            <a:spLocks noGrp="1"/>
          </p:cNvSpPr>
          <p:nvPr>
            <p:ph sz="quarter" idx="12"/>
          </p:nvPr>
        </p:nvSpPr>
        <p:spPr bwMode="auto">
          <a:xfrm>
            <a:off x="702393" y="1763920"/>
            <a:ext cx="5019675" cy="3762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834245755" name="Content Placeholder 4"/>
          <p:cNvSpPr>
            <a:spLocks noGrp="1"/>
          </p:cNvSpPr>
          <p:nvPr>
            <p:ph sz="quarter" idx="13"/>
          </p:nvPr>
        </p:nvSpPr>
        <p:spPr bwMode="auto">
          <a:xfrm>
            <a:off x="6469932" y="1763920"/>
            <a:ext cx="5019675" cy="3762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preserve="1" userDrawn="1">
  <p:cSld name="Summary | KC">
    <p:spTree>
      <p:nvGrpSpPr>
        <p:cNvPr id="1" name=""/>
        <p:cNvGrpSpPr/>
        <p:nvPr/>
      </p:nvGrpSpPr>
      <p:grpSpPr>
        <a:xfrm>
          <a:off x="0" y="0"/>
          <a:ext cx="0" cy="0"/>
          <a:chOff x="0" y="0"/>
          <a:chExt cx="0" cy="0"/>
        </a:xfrm>
      </p:grpSpPr>
      <p:sp>
        <p:nvSpPr>
          <p:cNvPr id="89300041" name="Title 1"/>
          <p:cNvSpPr>
            <a:spLocks noGrp="1"/>
          </p:cNvSpPr>
          <p:nvPr>
            <p:ph type="title" hasCustomPrompt="1"/>
          </p:nvPr>
        </p:nvSpPr>
        <p:spPr bwMode="auto"/>
        <p:txBody>
          <a:bodyPr/>
          <a:lstStyle>
            <a:lvl1pPr>
              <a:defRPr/>
            </a:lvl1pPr>
          </a:lstStyle>
          <a:p>
            <a:pPr>
              <a:defRPr/>
            </a:pPr>
            <a:r>
              <a:rPr lang="en-US"/>
              <a:t>Click to add summary</a:t>
            </a:r>
            <a:endParaRPr/>
          </a:p>
        </p:txBody>
      </p:sp>
      <p:sp>
        <p:nvSpPr>
          <p:cNvPr id="1318391616" name="Rectangle: Rounded Corners 3"/>
          <p:cNvSpPr/>
          <p:nvPr userDrawn="1"/>
        </p:nvSpPr>
        <p:spPr bwMode="auto">
          <a:xfrm>
            <a:off x="5863473" y="1555423"/>
            <a:ext cx="5816337" cy="4383464"/>
          </a:xfrm>
          <a:prstGeom prst="roundRect">
            <a:avLst>
              <a:gd name="adj" fmla="val 5914"/>
            </a:avLst>
          </a:prstGeom>
          <a:solidFill>
            <a:srgbClr val="F4F3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39969537" name="Content Placeholder 4"/>
          <p:cNvSpPr>
            <a:spLocks noGrp="1"/>
          </p:cNvSpPr>
          <p:nvPr>
            <p:ph sz="quarter" idx="12"/>
          </p:nvPr>
        </p:nvSpPr>
        <p:spPr bwMode="auto">
          <a:xfrm>
            <a:off x="426610" y="1763920"/>
            <a:ext cx="5019675" cy="3762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preserve="1" userDrawn="1">
  <p:cSld name="1_Summary | KC">
    <p:spTree>
      <p:nvGrpSpPr>
        <p:cNvPr id="1" name=""/>
        <p:cNvGrpSpPr/>
        <p:nvPr/>
      </p:nvGrpSpPr>
      <p:grpSpPr>
        <a:xfrm>
          <a:off x="0" y="0"/>
          <a:ext cx="0" cy="0"/>
          <a:chOff x="0" y="0"/>
          <a:chExt cx="0" cy="0"/>
        </a:xfrm>
      </p:grpSpPr>
      <p:sp>
        <p:nvSpPr>
          <p:cNvPr id="2011721186" name="Title 1"/>
          <p:cNvSpPr>
            <a:spLocks noGrp="1"/>
          </p:cNvSpPr>
          <p:nvPr>
            <p:ph type="title" hasCustomPrompt="1"/>
          </p:nvPr>
        </p:nvSpPr>
        <p:spPr bwMode="auto"/>
        <p:txBody>
          <a:bodyPr/>
          <a:lstStyle>
            <a:lvl1pPr>
              <a:defRPr/>
            </a:lvl1pPr>
          </a:lstStyle>
          <a:p>
            <a:pPr>
              <a:defRPr/>
            </a:pPr>
            <a:r>
              <a:rPr lang="en-US"/>
              <a:t>Click to add summary</a:t>
            </a:r>
            <a:endParaRPr/>
          </a:p>
        </p:txBody>
      </p:sp>
      <p:sp>
        <p:nvSpPr>
          <p:cNvPr id="705134960" name="Rectangle: Rounded Corners 3"/>
          <p:cNvSpPr/>
          <p:nvPr userDrawn="1"/>
        </p:nvSpPr>
        <p:spPr bwMode="auto">
          <a:xfrm>
            <a:off x="457201" y="1555423"/>
            <a:ext cx="11222610" cy="4383464"/>
          </a:xfrm>
          <a:prstGeom prst="roundRect">
            <a:avLst>
              <a:gd name="adj" fmla="val 5914"/>
            </a:avLst>
          </a:prstGeom>
          <a:solidFill>
            <a:srgbClr val="F4F3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userDrawn="1">
  <p:cSld name="Summary">
    <p:spTree>
      <p:nvGrpSpPr>
        <p:cNvPr id="1" name=""/>
        <p:cNvGrpSpPr/>
        <p:nvPr/>
      </p:nvGrpSpPr>
      <p:grpSpPr>
        <a:xfrm>
          <a:off x="0" y="0"/>
          <a:ext cx="0" cy="0"/>
          <a:chOff x="0" y="0"/>
          <a:chExt cx="0" cy="0"/>
        </a:xfrm>
      </p:grpSpPr>
      <p:sp>
        <p:nvSpPr>
          <p:cNvPr id="1650185325" name="Title 1"/>
          <p:cNvSpPr>
            <a:spLocks noGrp="1"/>
          </p:cNvSpPr>
          <p:nvPr>
            <p:ph type="title"/>
          </p:nvPr>
        </p:nvSpPr>
        <p:spPr bwMode="auto">
          <a:xfrm>
            <a:off x="588262" y="585216"/>
            <a:ext cx="8193024" cy="492443"/>
          </a:xfrm>
        </p:spPr>
        <p:txBody>
          <a:bodyPr/>
          <a:lstStyle>
            <a:lvl1pPr>
              <a:defRPr sz="3200" b="0" i="0">
                <a:solidFill>
                  <a:schemeClr val="tx1"/>
                </a:solidFill>
                <a:latin typeface="+mj-lt"/>
                <a:cs typeface="Segoe UI Semibold"/>
              </a:defRPr>
            </a:lvl1pPr>
          </a:lstStyle>
          <a:p>
            <a:pPr>
              <a:defRPr/>
            </a:pPr>
            <a:r>
              <a:rPr lang="en-US"/>
              <a:t>Click to edit Master title style</a:t>
            </a:r>
            <a:endParaRPr/>
          </a:p>
        </p:txBody>
      </p:sp>
      <p:sp>
        <p:nvSpPr>
          <p:cNvPr id="1825305684" name="Footer Placeholder 10"/>
          <p:cNvSpPr>
            <a:spLocks noGrp="1"/>
          </p:cNvSpPr>
          <p:nvPr>
            <p:ph type="ftr" sz="quarter" idx="3"/>
          </p:nvPr>
        </p:nvSpPr>
        <p:spPr bwMode="auto">
          <a:xfrm>
            <a:off x="43561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947981239" name="Text Placeholder 11"/>
          <p:cNvSpPr>
            <a:spLocks noGrp="1"/>
          </p:cNvSpPr>
          <p:nvPr>
            <p:ph type="body" sz="quarter" idx="17"/>
          </p:nvPr>
        </p:nvSpPr>
        <p:spPr bwMode="auto">
          <a:xfrm>
            <a:off x="4356039" y="1926472"/>
            <a:ext cx="5364224"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510427040" name="Text Placeholder 3"/>
          <p:cNvSpPr>
            <a:spLocks noGrp="1"/>
          </p:cNvSpPr>
          <p:nvPr>
            <p:ph type="body" sz="quarter" idx="35"/>
          </p:nvPr>
        </p:nvSpPr>
        <p:spPr bwMode="auto">
          <a:xfrm>
            <a:off x="4358229" y="2578100"/>
            <a:ext cx="53619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213863510" name="Text Placeholder 11"/>
          <p:cNvSpPr>
            <a:spLocks noGrp="1"/>
          </p:cNvSpPr>
          <p:nvPr>
            <p:ph type="body" sz="quarter" idx="34"/>
          </p:nvPr>
        </p:nvSpPr>
        <p:spPr bwMode="auto">
          <a:xfrm>
            <a:off x="588263" y="2542117"/>
            <a:ext cx="2027938" cy="492443"/>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userDrawn="1">
  <p:cSld name="LearningPath1_WmGray">
    <p:bg>
      <p:bgPr>
        <a:solidFill>
          <a:srgbClr val="E8E6DF"/>
        </a:solidFill>
        <a:effectLst/>
      </p:bgPr>
    </p:bg>
    <p:spTree>
      <p:nvGrpSpPr>
        <p:cNvPr id="1" name=""/>
        <p:cNvGrpSpPr/>
        <p:nvPr/>
      </p:nvGrpSpPr>
      <p:grpSpPr>
        <a:xfrm>
          <a:off x="0" y="0"/>
          <a:ext cx="0" cy="0"/>
          <a:chOff x="0" y="0"/>
          <a:chExt cx="0" cy="0"/>
        </a:xfrm>
      </p:grpSpPr>
      <p:sp>
        <p:nvSpPr>
          <p:cNvPr id="666116332" name="Title 1"/>
          <p:cNvSpPr>
            <a:spLocks noGrp="1"/>
          </p:cNvSpPr>
          <p:nvPr>
            <p:ph type="title"/>
          </p:nvPr>
        </p:nvSpPr>
        <p:spPr bwMode="auto">
          <a:xfrm>
            <a:off x="588262" y="585216"/>
            <a:ext cx="8193024" cy="492443"/>
          </a:xfrm>
        </p:spPr>
        <p:txBody>
          <a:bodyPr/>
          <a:lstStyle>
            <a:lvl1pPr>
              <a:defRPr sz="3200" b="0" i="0">
                <a:solidFill>
                  <a:schemeClr val="tx1"/>
                </a:solidFill>
                <a:latin typeface="+mj-lt"/>
                <a:cs typeface="Segoe UI Semibold"/>
              </a:defRPr>
            </a:lvl1pPr>
          </a:lstStyle>
          <a:p>
            <a:pPr>
              <a:defRPr/>
            </a:pPr>
            <a:r>
              <a:rPr lang="en-US"/>
              <a:t>Click to edit Master title style</a:t>
            </a:r>
            <a:endParaRPr/>
          </a:p>
        </p:txBody>
      </p:sp>
      <p:sp>
        <p:nvSpPr>
          <p:cNvPr id="882457132"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1425346990" name="Graphic 5"/>
          <p:cNvPicPr>
            <a:picLocks noChangeAspect="1"/>
          </p:cNvPicPr>
          <p:nvPr userDrawn="1"/>
        </p:nvPicPr>
        <p:blipFill>
          <a:blip r:embed="rId2"/>
          <a:stretch>
            <a:fillRect/>
          </a:stretch>
        </p:blipFill>
        <p:spPr bwMode="auto">
          <a:xfrm>
            <a:off x="-1" y="2827846"/>
            <a:ext cx="12192001" cy="3035200"/>
          </a:xfrm>
          <a:prstGeom prst="rect">
            <a:avLst/>
          </a:prstGeom>
        </p:spPr>
      </p:pic>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preserve="1" userDrawn="1">
  <p:cSld name="Walk-in">
    <p:bg bwMode="gray">
      <p:bgPr>
        <a:solidFill>
          <a:schemeClr val="tx2"/>
        </a:solidFill>
        <a:effectLst/>
      </p:bgPr>
    </p:bg>
    <p:spTree>
      <p:nvGrpSpPr>
        <p:cNvPr id="1" name=""/>
        <p:cNvGrpSpPr/>
        <p:nvPr/>
      </p:nvGrpSpPr>
      <p:grpSpPr>
        <a:xfrm>
          <a:off x="0" y="0"/>
          <a:ext cx="0" cy="0"/>
          <a:chOff x="0" y="0"/>
          <a:chExt cx="0" cy="0"/>
        </a:xfrm>
      </p:grpSpPr>
      <p:pic>
        <p:nvPicPr>
          <p:cNvPr id="1452810850" name="MS logo white - EMF" descr="Microsoft logo white text version"/>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black">
          <a:xfrm>
            <a:off x="584200" y="585788"/>
            <a:ext cx="1366245" cy="292608"/>
          </a:xfrm>
          <a:prstGeom prst="rect">
            <a:avLst/>
          </a:prstGeom>
        </p:spPr>
      </p:pic>
      <p:pic>
        <p:nvPicPr>
          <p:cNvPr id="725937475" name="Picture 3" descr="Microsoft Learn&#10;Spark possibility"/>
          <p:cNvPicPr>
            <a:picLocks noGrp="1" noRot="1" noMove="1" noResize="1" noEditPoints="1" noAdjustHandles="1" noChangeArrowheads="1" noChangeShapeType="1" noCrop="1"/>
          </p:cNvPicPr>
          <p:nvPr userDrawn="1"/>
        </p:nvPicPr>
        <p:blipFill>
          <a:blip r:embed="rId3"/>
          <a:stretch>
            <a:fillRect/>
          </a:stretch>
        </p:blipFill>
        <p:spPr bwMode="auto">
          <a:xfrm>
            <a:off x="223228" y="2573202"/>
            <a:ext cx="5344642" cy="1681958"/>
          </a:xfrm>
          <a:prstGeom prst="rect">
            <a:avLst/>
          </a:prstGeom>
        </p:spPr>
      </p:pic>
      <p:sp>
        <p:nvSpPr>
          <p:cNvPr id="88540407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bg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preserve="1" userDrawn="1">
  <p:cSld name="Title Slide">
    <p:bg>
      <p:bgPr>
        <a:solidFill>
          <a:srgbClr val="E8E6DF"/>
        </a:solidFill>
        <a:effectLst/>
      </p:bgPr>
    </p:bg>
    <p:spTree>
      <p:nvGrpSpPr>
        <p:cNvPr id="1" name=""/>
        <p:cNvGrpSpPr/>
        <p:nvPr/>
      </p:nvGrpSpPr>
      <p:grpSpPr>
        <a:xfrm>
          <a:off x="0" y="0"/>
          <a:ext cx="0" cy="0"/>
          <a:chOff x="0" y="0"/>
          <a:chExt cx="0" cy="0"/>
        </a:xfrm>
      </p:grpSpPr>
      <p:pic>
        <p:nvPicPr>
          <p:cNvPr id="422758834" name="Picture 9"/>
          <p:cNvPicPr>
            <a:picLocks noChangeAspect="1"/>
          </p:cNvPicPr>
          <p:nvPr userDrawn="1"/>
        </p:nvPicPr>
        <p:blipFill>
          <a:blip r:embed="rId2"/>
          <a:stretch>
            <a:fillRect/>
          </a:stretch>
        </p:blipFill>
        <p:spPr bwMode="auto">
          <a:xfrm>
            <a:off x="0" y="0"/>
            <a:ext cx="12192000" cy="6858000"/>
          </a:xfrm>
          <a:prstGeom prst="rect">
            <a:avLst/>
          </a:prstGeom>
        </p:spPr>
      </p:pic>
      <p:pic>
        <p:nvPicPr>
          <p:cNvPr id="1232773064" name="MS logo gray - EMF" descr="Microsoft logo, gray text version"/>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522937659" name="Title 1"/>
          <p:cNvSpPr>
            <a:spLocks noGrp="1"/>
          </p:cNvSpPr>
          <p:nvPr>
            <p:ph type="title" hasCustomPrompt="1"/>
          </p:nvPr>
        </p:nvSpPr>
        <p:spPr bwMode="auto">
          <a:xfrm>
            <a:off x="569912" y="3429000"/>
            <a:ext cx="5686955" cy="1231106"/>
          </a:xfrm>
          <a:prstGeom prst="rect">
            <a:avLst/>
          </a:prstGeom>
          <a:noFill/>
        </p:spPr>
        <p:txBody>
          <a:bodyPr wrap="square" lIns="0" tIns="0" rIns="0" bIns="0" anchor="b" anchorCtr="0">
            <a:spAutoFit/>
          </a:bodyPr>
          <a:lstStyle>
            <a:lvl1pPr>
              <a:defRPr sz="4000" b="0" i="0" spc="-50">
                <a:solidFill>
                  <a:schemeClr val="tx1"/>
                </a:solidFill>
                <a:latin typeface="+mn-lt"/>
                <a:cs typeface="Segoe UI"/>
              </a:defRPr>
            </a:lvl1pPr>
          </a:lstStyle>
          <a:p>
            <a:pPr>
              <a:defRPr/>
            </a:pPr>
            <a:r>
              <a:rPr lang="en-US"/>
              <a:t>Event name or </a:t>
            </a:r>
            <a:br>
              <a:rPr lang="en-US"/>
            </a:br>
            <a:r>
              <a:rPr lang="en-US"/>
              <a:t>presentation title </a:t>
            </a:r>
            <a:endParaRPr/>
          </a:p>
        </p:txBody>
      </p:sp>
      <p:sp>
        <p:nvSpPr>
          <p:cNvPr id="611564217" name="Text Placeholder 4"/>
          <p:cNvSpPr>
            <a:spLocks noGrp="1"/>
          </p:cNvSpPr>
          <p:nvPr>
            <p:ph type="body" sz="quarter" idx="13" hasCustomPrompt="1"/>
          </p:nvPr>
        </p:nvSpPr>
        <p:spPr bwMode="auto">
          <a:xfrm>
            <a:off x="4756150" y="6446520"/>
            <a:ext cx="1645920" cy="153888"/>
          </a:xfrm>
          <a:prstGeom prst="rect">
            <a:avLst/>
          </a:prstGeom>
          <a:noFill/>
        </p:spPr>
        <p:txBody>
          <a:bodyPr wrap="square" lIns="0" tIns="0" rIns="0" bIns="0">
            <a:spAutoFit/>
          </a:bodyPr>
          <a:lstStyle>
            <a:lvl1pPr marL="0" indent="0">
              <a:spcBef>
                <a:spcPct val="0"/>
              </a:spcBef>
              <a:buNone/>
              <a:defRPr sz="1000" spc="0">
                <a:solidFill>
                  <a:schemeClr val="tx1"/>
                </a:solidFill>
                <a:latin typeface="+mn-lt"/>
                <a:cs typeface="Segoe UI"/>
              </a:defRPr>
            </a:lvl1pPr>
          </a:lstStyle>
          <a:p>
            <a:pPr lvl="0">
              <a:defRPr/>
            </a:pPr>
            <a:r>
              <a:rPr lang="en-US"/>
              <a:t>Date</a:t>
            </a:r>
            <a:endParaRPr/>
          </a:p>
        </p:txBody>
      </p:sp>
      <p:sp>
        <p:nvSpPr>
          <p:cNvPr id="28625473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preserve="1" userDrawn="1">
  <p:cSld name="Section slide">
    <p:bg>
      <p:bgPr>
        <a:solidFill>
          <a:srgbClr val="E8E6DF"/>
        </a:solidFill>
        <a:effectLst/>
      </p:bgPr>
    </p:bg>
    <p:spTree>
      <p:nvGrpSpPr>
        <p:cNvPr id="1" name=""/>
        <p:cNvGrpSpPr/>
        <p:nvPr/>
      </p:nvGrpSpPr>
      <p:grpSpPr>
        <a:xfrm>
          <a:off x="0" y="0"/>
          <a:ext cx="0" cy="0"/>
          <a:chOff x="0" y="0"/>
          <a:chExt cx="0" cy="0"/>
        </a:xfrm>
      </p:grpSpPr>
      <p:pic>
        <p:nvPicPr>
          <p:cNvPr id="1732984374" name="Picture 1"/>
          <p:cNvPicPr>
            <a:picLocks noChangeAspect="1"/>
          </p:cNvPicPr>
          <p:nvPr userDrawn="1"/>
        </p:nvPicPr>
        <p:blipFill>
          <a:blip r:embed="rId2"/>
          <a:srcRect r="19823"/>
          <a:stretch>
            <a:fillRect/>
          </a:stretch>
        </p:blipFill>
        <p:spPr bwMode="auto">
          <a:xfrm>
            <a:off x="2417010" y="0"/>
            <a:ext cx="9774990" cy="6858000"/>
          </a:xfrm>
          <a:prstGeom prst="rect">
            <a:avLst/>
          </a:prstGeom>
        </p:spPr>
      </p:pic>
      <p:sp>
        <p:nvSpPr>
          <p:cNvPr id="940890622" name="Title 1"/>
          <p:cNvSpPr>
            <a:spLocks noGrp="1"/>
          </p:cNvSpPr>
          <p:nvPr>
            <p:ph type="title" hasCustomPrompt="1"/>
          </p:nvPr>
        </p:nvSpPr>
        <p:spPr bwMode="auto">
          <a:xfrm>
            <a:off x="569911" y="3384610"/>
            <a:ext cx="6345239" cy="615553"/>
          </a:xfrm>
          <a:prstGeom prst="rect">
            <a:avLst/>
          </a:prstGeom>
          <a:noFill/>
        </p:spPr>
        <p:txBody>
          <a:bodyPr wrap="square" lIns="0" tIns="0" rIns="0" bIns="0" anchor="b" anchorCtr="0">
            <a:spAutoFit/>
          </a:bodyPr>
          <a:lstStyle>
            <a:lvl1pPr>
              <a:defRPr sz="4000" b="0" i="0" spc="-50">
                <a:solidFill>
                  <a:schemeClr val="tx1"/>
                </a:solidFill>
                <a:latin typeface="+mn-lt"/>
                <a:cs typeface="Segoe UI"/>
              </a:defRPr>
            </a:lvl1pPr>
          </a:lstStyle>
          <a:p>
            <a:pPr>
              <a:defRPr/>
            </a:pPr>
            <a:r>
              <a:rPr lang="en-US"/>
              <a:t>Section divider title</a:t>
            </a:r>
            <a:endParaRPr/>
          </a:p>
        </p:txBody>
      </p:sp>
      <p:sp>
        <p:nvSpPr>
          <p:cNvPr id="470669032"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preserve="1" userDrawn="1">
  <p:cSld name="Agenda_1-column">
    <p:bg>
      <p:bgPr>
        <a:solidFill>
          <a:srgbClr val="E8E6DF"/>
        </a:solidFill>
        <a:effectLst/>
      </p:bgPr>
    </p:bg>
    <p:spTree>
      <p:nvGrpSpPr>
        <p:cNvPr id="1" name=""/>
        <p:cNvGrpSpPr/>
        <p:nvPr/>
      </p:nvGrpSpPr>
      <p:grpSpPr>
        <a:xfrm>
          <a:off x="0" y="0"/>
          <a:ext cx="0" cy="0"/>
          <a:chOff x="0" y="0"/>
          <a:chExt cx="0" cy="0"/>
        </a:xfrm>
      </p:grpSpPr>
      <p:sp>
        <p:nvSpPr>
          <p:cNvPr id="1931564381" name="Title 1"/>
          <p:cNvSpPr>
            <a:spLocks noGrp="1"/>
          </p:cNvSpPr>
          <p:nvPr>
            <p:ph type="title" hasCustomPrompt="1"/>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Agenda</a:t>
            </a:r>
            <a:endParaRPr/>
          </a:p>
        </p:txBody>
      </p:sp>
      <p:cxnSp>
        <p:nvCxnSpPr>
          <p:cNvPr id="391294779" name="Straight Connector 3"/>
          <p:cNvCxnSpPr/>
          <p:nvPr userDrawn="1"/>
        </p:nvCxnSpPr>
        <p:spPr bwMode="auto">
          <a:xfrm>
            <a:off x="585216" y="1289050"/>
            <a:ext cx="3182112" cy="0"/>
          </a:xfrm>
          <a:prstGeom prst="line">
            <a:avLst/>
          </a:prstGeom>
          <a:ln w="76200" cap="rnd">
            <a:gradFill>
              <a:gsLst>
                <a:gs pos="0">
                  <a:schemeClr val="accent3"/>
                </a:gs>
                <a:gs pos="22000">
                  <a:srgbClr val="F4364C"/>
                </a:gs>
                <a:gs pos="48000">
                  <a:schemeClr val="accent2"/>
                </a:gs>
                <a:gs pos="97531">
                  <a:srgbClr val="8DC8E8"/>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61570289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527032526" name="Text Placeholder 3"/>
          <p:cNvSpPr>
            <a:spLocks noGrp="1"/>
          </p:cNvSpPr>
          <p:nvPr>
            <p:ph type="body" sz="quarter" idx="15"/>
          </p:nvPr>
        </p:nvSpPr>
        <p:spPr bwMode="auto">
          <a:xfrm>
            <a:off x="586388" y="1818177"/>
            <a:ext cx="5033361" cy="280782"/>
          </a:xfrm>
          <a:prstGeom prst="rect">
            <a:avLst/>
          </a:prstGeom>
        </p:spPr>
        <p:txBody>
          <a:bodyPr wrap="square">
            <a:spAutoFit/>
          </a:bodyPr>
          <a:lstStyle>
            <a:lvl1pPr marL="137160" indent="-137160">
              <a:lnSpc>
                <a:spcPct val="110000"/>
              </a:lnSpc>
              <a:spcBef>
                <a:spcPct val="0"/>
              </a:spcBef>
              <a:spcAft>
                <a:spcPts val="1200"/>
              </a:spcAft>
              <a:buFont typeface="Arial"/>
              <a:buChar char="•"/>
              <a:defRPr sz="1800">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preserve="1" userDrawn="1">
  <p:cSld name="3_Agenda_2-column">
    <p:bg>
      <p:bgPr>
        <a:solidFill>
          <a:srgbClr val="E8E6DF"/>
        </a:solidFill>
        <a:effectLst/>
      </p:bgPr>
    </p:bg>
    <p:spTree>
      <p:nvGrpSpPr>
        <p:cNvPr id="1" name=""/>
        <p:cNvGrpSpPr/>
        <p:nvPr/>
      </p:nvGrpSpPr>
      <p:grpSpPr>
        <a:xfrm>
          <a:off x="0" y="0"/>
          <a:ext cx="0" cy="0"/>
          <a:chOff x="0" y="0"/>
          <a:chExt cx="0" cy="0"/>
        </a:xfrm>
      </p:grpSpPr>
      <p:sp>
        <p:nvSpPr>
          <p:cNvPr id="462886562" name="Title 1"/>
          <p:cNvSpPr>
            <a:spLocks noGrp="1"/>
          </p:cNvSpPr>
          <p:nvPr>
            <p:ph type="title" hasCustomPrompt="1"/>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Agenda</a:t>
            </a:r>
            <a:endParaRPr/>
          </a:p>
        </p:txBody>
      </p:sp>
      <p:cxnSp>
        <p:nvCxnSpPr>
          <p:cNvPr id="345596045" name="Straight Connector 3"/>
          <p:cNvCxnSpPr/>
          <p:nvPr userDrawn="1"/>
        </p:nvCxnSpPr>
        <p:spPr bwMode="auto">
          <a:xfrm>
            <a:off x="585216" y="1289050"/>
            <a:ext cx="3182112" cy="0"/>
          </a:xfrm>
          <a:prstGeom prst="line">
            <a:avLst/>
          </a:prstGeom>
          <a:ln w="76200" cap="rnd">
            <a:gradFill>
              <a:gsLst>
                <a:gs pos="0">
                  <a:schemeClr val="accent3"/>
                </a:gs>
                <a:gs pos="22000">
                  <a:srgbClr val="F4364C"/>
                </a:gs>
                <a:gs pos="48000">
                  <a:schemeClr val="accent2"/>
                </a:gs>
                <a:gs pos="97531">
                  <a:srgbClr val="8DC8E8"/>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60072747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975842934" name="Text Placeholder 3"/>
          <p:cNvSpPr>
            <a:spLocks noGrp="1"/>
          </p:cNvSpPr>
          <p:nvPr>
            <p:ph type="body" sz="quarter" idx="17"/>
          </p:nvPr>
        </p:nvSpPr>
        <p:spPr bwMode="auto">
          <a:xfrm>
            <a:off x="586388" y="1818177"/>
            <a:ext cx="4719695" cy="249620"/>
          </a:xfrm>
          <a:prstGeom prst="rect">
            <a:avLst/>
          </a:prstGeom>
        </p:spPr>
        <p:txBody>
          <a:bodyPr wrap="square">
            <a:spAutoFit/>
          </a:bodyPr>
          <a:lstStyle>
            <a:lvl1pPr marL="137160" indent="-137160">
              <a:lnSpc>
                <a:spcPct val="110000"/>
              </a:lnSpc>
              <a:spcBef>
                <a:spcPct val="0"/>
              </a:spcBef>
              <a:spcAft>
                <a:spcPts val="1200"/>
              </a:spcAft>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2004817860" name="Text Placeholder 3"/>
          <p:cNvSpPr>
            <a:spLocks noGrp="1"/>
          </p:cNvSpPr>
          <p:nvPr>
            <p:ph type="body" sz="quarter" idx="18"/>
          </p:nvPr>
        </p:nvSpPr>
        <p:spPr bwMode="auto">
          <a:xfrm>
            <a:off x="6891338" y="1818177"/>
            <a:ext cx="4719695" cy="249620"/>
          </a:xfrm>
          <a:prstGeom prst="rect">
            <a:avLst/>
          </a:prstGeom>
        </p:spPr>
        <p:txBody>
          <a:bodyPr wrap="square">
            <a:spAutoFit/>
          </a:bodyPr>
          <a:lstStyle>
            <a:lvl1pPr marL="137160" indent="-137160">
              <a:lnSpc>
                <a:spcPct val="110000"/>
              </a:lnSpc>
              <a:spcBef>
                <a:spcPct val="0"/>
              </a:spcBef>
              <a:spcAft>
                <a:spcPts val="1200"/>
              </a:spcAft>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preserve="1" userDrawn="1">
  <p:cSld name="Presenter-BIo">
    <p:bg>
      <p:bgPr>
        <a:solidFill>
          <a:srgbClr val="E8E6DF"/>
        </a:solidFill>
        <a:effectLst/>
      </p:bgPr>
    </p:bg>
    <p:spTree>
      <p:nvGrpSpPr>
        <p:cNvPr id="1" name=""/>
        <p:cNvGrpSpPr/>
        <p:nvPr/>
      </p:nvGrpSpPr>
      <p:grpSpPr>
        <a:xfrm>
          <a:off x="0" y="0"/>
          <a:ext cx="0" cy="0"/>
          <a:chOff x="0" y="0"/>
          <a:chExt cx="0" cy="0"/>
        </a:xfrm>
      </p:grpSpPr>
      <p:sp>
        <p:nvSpPr>
          <p:cNvPr id="902101484" name="Rectangle 18"/>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a:lnSpc>
                <a:spcPct val="100000"/>
              </a:lnSpc>
              <a:spcBef>
                <a:spcPct val="0"/>
              </a:spcBef>
              <a:spcAft>
                <a:spcPct val="0"/>
              </a:spcAft>
              <a:buClrTx/>
              <a:buSzTx/>
              <a:buFontTx/>
              <a:buNone/>
              <a:defRPr/>
            </a:pPr>
            <a:endParaRPr lang="en-US" sz="2000" b="0" i="0" u="none" strike="noStrike" cap="none" spc="0">
              <a:ln>
                <a:noFill/>
              </a:ln>
              <a:solidFill>
                <a:srgbClr val="FFFFFF"/>
              </a:solidFill>
              <a:latin typeface="Segoe UI"/>
              <a:ea typeface="Segoe UI"/>
              <a:cs typeface="Segoe UI"/>
            </a:endParaRPr>
          </a:p>
        </p:txBody>
      </p:sp>
      <p:sp>
        <p:nvSpPr>
          <p:cNvPr id="1649428893" name="Title 1"/>
          <p:cNvSpPr>
            <a:spLocks noGrp="1"/>
          </p:cNvSpPr>
          <p:nvPr>
            <p:ph type="title"/>
          </p:nvPr>
        </p:nvSpPr>
        <p:spPr bwMode="auto">
          <a:xfrm>
            <a:off x="588262" y="585216"/>
            <a:ext cx="5749038"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511535673" name="Picture Placeholder" descr="This photo is a 'placeholder' only. Drag or drop your photo here, or click and tap the center to insert a photo."/>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1520055802" name="Picture Placeholder" descr="This photo is a 'placeholder' only. Drag or drop your photo here, or click and tap the center to insert a photo."/>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1326221778" name="Picture Placeholder" descr="This photo is a 'placeholder' only. Drag or drop your photo here, or click and tap the center to insert a photo."/>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940098053" name="Picture Placeholder" descr="This photo is a 'placeholder' only. Drag or drop your photo here, or click and tap the center to insert a photo."/>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245589044" name="Picture Placeholder" descr="This photo is a 'placeholder' only. Drag or drop your photo here, or click and tap the center to insert a photo."/>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964782103" name="Picture Placeholder" descr="This photo is a 'placeholder' only. Drag or drop your photo here, or click and tap the center to insert a photo."/>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1055255168" name="Picture Placeholder" descr="This photo is a 'placeholder' only. Drag or drop your photo here, or click and tap the center to insert a photo."/>
          <p:cNvSpPr>
            <a:spLocks noGrp="1"/>
          </p:cNvSpPr>
          <p:nvPr>
            <p:ph type="pic" sz="quarter" idx="14" hasCustomPrompt="1"/>
          </p:nvPr>
        </p:nvSpPr>
        <p:spPr bwMode="ltGray">
          <a:xfrm>
            <a:off x="8165231" y="457200"/>
            <a:ext cx="2849035" cy="2874212"/>
          </a:xfrm>
          <a:prstGeom prst="roundRect">
            <a:avLst>
              <a:gd name="adj" fmla="val 21738"/>
            </a:avLst>
          </a:prstGeom>
          <a:blipFill rotWithShape="1">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50" b="1">
                <a:solidFill>
                  <a:srgbClr val="000000"/>
                </a:solidFill>
                <a:latin typeface="+mn-lt"/>
                <a:cs typeface="Segoe UI"/>
              </a:defRPr>
            </a:lvl1pPr>
          </a:lstStyle>
          <a:p>
            <a:pPr>
              <a:defRPr/>
            </a:pPr>
            <a:r>
              <a:rPr lang="en-US"/>
              <a:t>Click icon to </a:t>
            </a:r>
            <a:br>
              <a:rPr lang="en-US"/>
            </a:br>
            <a:r>
              <a:rPr lang="en-US"/>
              <a:t>add your picture here</a:t>
            </a:r>
            <a:endParaRPr/>
          </a:p>
        </p:txBody>
      </p:sp>
      <p:sp>
        <p:nvSpPr>
          <p:cNvPr id="144887590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PhAnim="0" preserve="1" userDrawn="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1530393984" name="Picture 2"/>
          <p:cNvPicPr>
            <a:picLocks noChangeAspect="1"/>
          </p:cNvPicPr>
          <p:nvPr userDrawn="1"/>
        </p:nvPicPr>
        <p:blipFill>
          <a:blip r:embed="rId2"/>
          <a:stretch>
            <a:fillRect/>
          </a:stretch>
        </p:blipFill>
        <p:spPr bwMode="auto">
          <a:xfrm>
            <a:off x="0" y="0"/>
            <a:ext cx="12192000" cy="6858000"/>
          </a:xfrm>
          <a:prstGeom prst="rect">
            <a:avLst/>
          </a:prstGeom>
        </p:spPr>
      </p:pic>
      <p:sp>
        <p:nvSpPr>
          <p:cNvPr id="755821419" name="Title 4"/>
          <p:cNvSpPr>
            <a:spLocks noGrp="1"/>
          </p:cNvSpPr>
          <p:nvPr>
            <p:ph type="title" hasCustomPrompt="1"/>
          </p:nvPr>
        </p:nvSpPr>
        <p:spPr bwMode="auto">
          <a:xfrm>
            <a:off x="525081" y="2448062"/>
            <a:ext cx="10430257" cy="1015663"/>
          </a:xfrm>
        </p:spPr>
        <p:txBody>
          <a:bodyPr anchor="b" anchorCtr="0"/>
          <a:lstStyle>
            <a:lvl1pPr>
              <a:defRPr sz="6600" spc="-100">
                <a:latin typeface="+mn-lt"/>
              </a:defRPr>
            </a:lvl1pPr>
          </a:lstStyle>
          <a:p>
            <a:pPr>
              <a:defRPr/>
            </a:pPr>
            <a:r>
              <a:rPr lang="en-US"/>
              <a:t>Big headline</a:t>
            </a:r>
            <a:endParaRPr/>
          </a:p>
        </p:txBody>
      </p:sp>
      <p:sp>
        <p:nvSpPr>
          <p:cNvPr id="1921945793" name="Text Placeholder 3"/>
          <p:cNvSpPr>
            <a:spLocks noGrp="1"/>
          </p:cNvSpPr>
          <p:nvPr>
            <p:ph type="body" sz="quarter" idx="15"/>
          </p:nvPr>
        </p:nvSpPr>
        <p:spPr bwMode="auto">
          <a:xfrm>
            <a:off x="586390" y="4278313"/>
            <a:ext cx="4712686"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65176" indent="-128016">
              <a:spcAft>
                <a:spcPct val="0"/>
              </a:spcAft>
              <a:buFont typeface="Arial"/>
              <a:buChar char="•"/>
              <a:defRPr>
                <a:solidFill>
                  <a:schemeClr val="tx1"/>
                </a:solidFill>
              </a:defRPr>
            </a:lvl2pPr>
            <a:lvl3pPr marL="384048" indent="-118872">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513689340" name="Text Placeholder 3"/>
          <p:cNvSpPr>
            <a:spLocks noGrp="1"/>
          </p:cNvSpPr>
          <p:nvPr>
            <p:ph type="body" sz="quarter" idx="16"/>
          </p:nvPr>
        </p:nvSpPr>
        <p:spPr bwMode="auto">
          <a:xfrm>
            <a:off x="6246410" y="4278313"/>
            <a:ext cx="3765954"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65176" indent="-128016">
              <a:spcAft>
                <a:spcPct val="0"/>
              </a:spcAft>
              <a:buFont typeface="Arial"/>
              <a:buChar char="•"/>
              <a:defRPr>
                <a:solidFill>
                  <a:schemeClr val="tx1"/>
                </a:solidFill>
              </a:defRPr>
            </a:lvl2pPr>
            <a:lvl3pPr marL="384048" indent="-118872">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9474408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PhAnim="0" preserve="1" userDrawn="1">
  <p:cSld name="1-column_Text">
    <p:bg>
      <p:bgRef idx="1001">
        <a:schemeClr val="bg1"/>
      </p:bgRef>
    </p:bg>
    <p:spTree>
      <p:nvGrpSpPr>
        <p:cNvPr id="1" name=""/>
        <p:cNvGrpSpPr/>
        <p:nvPr/>
      </p:nvGrpSpPr>
      <p:grpSpPr>
        <a:xfrm>
          <a:off x="0" y="0"/>
          <a:ext cx="0" cy="0"/>
          <a:chOff x="0" y="0"/>
          <a:chExt cx="0" cy="0"/>
        </a:xfrm>
      </p:grpSpPr>
      <p:sp>
        <p:nvSpPr>
          <p:cNvPr id="746952653" name="Title 1"/>
          <p:cNvSpPr>
            <a:spLocks noGrp="1"/>
          </p:cNvSpPr>
          <p:nvPr>
            <p:ph type="title"/>
          </p:nvPr>
        </p:nvSpPr>
        <p:spPr bwMode="auto">
          <a:xfrm>
            <a:off x="588262" y="585216"/>
            <a:ext cx="11013473"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059091771" name="Text Placeholder 3"/>
          <p:cNvSpPr>
            <a:spLocks noGrp="1"/>
          </p:cNvSpPr>
          <p:nvPr>
            <p:ph type="body" sz="quarter" idx="15"/>
          </p:nvPr>
        </p:nvSpPr>
        <p:spPr bwMode="auto">
          <a:xfrm>
            <a:off x="586388" y="1591056"/>
            <a:ext cx="110134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33955386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PhAnim="0" preserve="1" userDrawn="1">
  <p:cSld name="Title and subheading">
    <p:spTree>
      <p:nvGrpSpPr>
        <p:cNvPr id="1" name=""/>
        <p:cNvGrpSpPr/>
        <p:nvPr/>
      </p:nvGrpSpPr>
      <p:grpSpPr>
        <a:xfrm>
          <a:off x="0" y="0"/>
          <a:ext cx="0" cy="0"/>
          <a:chOff x="0" y="0"/>
          <a:chExt cx="0" cy="0"/>
        </a:xfrm>
      </p:grpSpPr>
      <p:sp>
        <p:nvSpPr>
          <p:cNvPr id="824306316" name="Title 1"/>
          <p:cNvSpPr>
            <a:spLocks noGrp="1"/>
          </p:cNvSpPr>
          <p:nvPr>
            <p:ph type="title"/>
          </p:nvPr>
        </p:nvSpPr>
        <p:spPr bwMode="auto">
          <a:xfrm>
            <a:off x="588261" y="585216"/>
            <a:ext cx="11011601" cy="707281"/>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58674480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311421924" name="Text Placeholder 11"/>
          <p:cNvSpPr>
            <a:spLocks noGrp="1"/>
          </p:cNvSpPr>
          <p:nvPr>
            <p:ph type="body" sz="quarter" idx="17"/>
          </p:nvPr>
        </p:nvSpPr>
        <p:spPr bwMode="auto">
          <a:xfrm>
            <a:off x="584199" y="1386766"/>
            <a:ext cx="11011601"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PhAnim="0" preserve="1" userDrawn="1">
  <p:cSld name="1_1-column_Text">
    <p:bg>
      <p:bgRef idx="1001">
        <a:schemeClr val="bg1"/>
      </p:bgRef>
    </p:bg>
    <p:spTree>
      <p:nvGrpSpPr>
        <p:cNvPr id="1" name=""/>
        <p:cNvGrpSpPr/>
        <p:nvPr/>
      </p:nvGrpSpPr>
      <p:grpSpPr>
        <a:xfrm>
          <a:off x="0" y="0"/>
          <a:ext cx="0" cy="0"/>
          <a:chOff x="0" y="0"/>
          <a:chExt cx="0" cy="0"/>
        </a:xfrm>
      </p:grpSpPr>
      <p:sp>
        <p:nvSpPr>
          <p:cNvPr id="1962119049" name="Title 1"/>
          <p:cNvSpPr>
            <a:spLocks noGrp="1"/>
          </p:cNvSpPr>
          <p:nvPr>
            <p:ph type="title"/>
          </p:nvPr>
        </p:nvSpPr>
        <p:spPr bwMode="auto">
          <a:xfrm>
            <a:off x="588261" y="585216"/>
            <a:ext cx="8189027"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48581304" name="Text Placeholder 11"/>
          <p:cNvSpPr>
            <a:spLocks noGrp="1"/>
          </p:cNvSpPr>
          <p:nvPr>
            <p:ph type="body" sz="quarter" idx="17"/>
          </p:nvPr>
        </p:nvSpPr>
        <p:spPr bwMode="auto">
          <a:xfrm>
            <a:off x="584200" y="1594155"/>
            <a:ext cx="5364224"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366646397" name="Text Placeholder 3"/>
          <p:cNvSpPr>
            <a:spLocks noGrp="1"/>
          </p:cNvSpPr>
          <p:nvPr>
            <p:ph type="body" sz="quarter" idx="15"/>
          </p:nvPr>
        </p:nvSpPr>
        <p:spPr bwMode="auto">
          <a:xfrm>
            <a:off x="586390" y="2085764"/>
            <a:ext cx="53619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24764192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PhAnim="0" preserve="1" userDrawn="1">
  <p:cSld name="2-column_Text">
    <p:bg>
      <p:bgRef idx="1001">
        <a:schemeClr val="bg1"/>
      </p:bgRef>
    </p:bg>
    <p:spTree>
      <p:nvGrpSpPr>
        <p:cNvPr id="1" name=""/>
        <p:cNvGrpSpPr/>
        <p:nvPr/>
      </p:nvGrpSpPr>
      <p:grpSpPr>
        <a:xfrm>
          <a:off x="0" y="0"/>
          <a:ext cx="0" cy="0"/>
          <a:chOff x="0" y="0"/>
          <a:chExt cx="0" cy="0"/>
        </a:xfrm>
      </p:grpSpPr>
      <p:sp>
        <p:nvSpPr>
          <p:cNvPr id="131759903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50042553" name="Text Placeholder 3"/>
          <p:cNvSpPr>
            <a:spLocks noGrp="1"/>
          </p:cNvSpPr>
          <p:nvPr>
            <p:ph type="body" sz="quarter" idx="15"/>
          </p:nvPr>
        </p:nvSpPr>
        <p:spPr bwMode="auto">
          <a:xfrm>
            <a:off x="586390" y="1591056"/>
            <a:ext cx="5217510"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74320" indent="-137160">
              <a:spcAft>
                <a:spcPct val="0"/>
              </a:spcAft>
              <a:buFont typeface="Arial"/>
              <a:buChar char="•"/>
              <a:defRPr>
                <a:solidFill>
                  <a:schemeClr val="tx1"/>
                </a:solidFill>
              </a:defRPr>
            </a:lvl2pPr>
            <a:lvl3pPr marL="411480" indent="-137160">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275058727" name="Text Placeholder 3"/>
          <p:cNvSpPr>
            <a:spLocks noGrp="1"/>
          </p:cNvSpPr>
          <p:nvPr>
            <p:ph type="body" sz="quarter" idx="20"/>
          </p:nvPr>
        </p:nvSpPr>
        <p:spPr bwMode="auto">
          <a:xfrm>
            <a:off x="6253664" y="1591056"/>
            <a:ext cx="5187106"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74320" indent="-137160">
              <a:spcAft>
                <a:spcPct val="0"/>
              </a:spcAft>
              <a:buFont typeface="Arial"/>
              <a:buChar char="•"/>
              <a:defRPr>
                <a:solidFill>
                  <a:schemeClr val="tx1"/>
                </a:solidFill>
              </a:defRPr>
            </a:lvl2pPr>
            <a:lvl3pPr marL="411480" indent="-137160">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73743195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PhAnim="0" preserve="1" userDrawn="1">
  <p:cSld name="2-column_Text_with Subheads">
    <p:bg>
      <p:bgRef idx="1001">
        <a:schemeClr val="bg1"/>
      </p:bgRef>
    </p:bg>
    <p:spTree>
      <p:nvGrpSpPr>
        <p:cNvPr id="1" name=""/>
        <p:cNvGrpSpPr/>
        <p:nvPr/>
      </p:nvGrpSpPr>
      <p:grpSpPr>
        <a:xfrm>
          <a:off x="0" y="0"/>
          <a:ext cx="0" cy="0"/>
          <a:chOff x="0" y="0"/>
          <a:chExt cx="0" cy="0"/>
        </a:xfrm>
      </p:grpSpPr>
      <p:sp>
        <p:nvSpPr>
          <p:cNvPr id="158873521"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407707464" name="Text Placeholder 11"/>
          <p:cNvSpPr>
            <a:spLocks noGrp="1"/>
          </p:cNvSpPr>
          <p:nvPr>
            <p:ph type="body" sz="quarter" idx="16"/>
          </p:nvPr>
        </p:nvSpPr>
        <p:spPr bwMode="auto">
          <a:xfrm>
            <a:off x="584200" y="1594155"/>
            <a:ext cx="5219700"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634632644" name="Text Placeholder 3"/>
          <p:cNvSpPr>
            <a:spLocks noGrp="1"/>
          </p:cNvSpPr>
          <p:nvPr>
            <p:ph type="body" sz="quarter" idx="15"/>
          </p:nvPr>
        </p:nvSpPr>
        <p:spPr bwMode="auto">
          <a:xfrm>
            <a:off x="586390" y="2085764"/>
            <a:ext cx="5217510"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706164176" name="Text Placeholder 11"/>
          <p:cNvSpPr>
            <a:spLocks noGrp="1"/>
          </p:cNvSpPr>
          <p:nvPr>
            <p:ph type="body" sz="quarter" idx="19"/>
          </p:nvPr>
        </p:nvSpPr>
        <p:spPr bwMode="auto">
          <a:xfrm>
            <a:off x="6244220" y="1594155"/>
            <a:ext cx="5219700"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354960608" name="Text Placeholder 3"/>
          <p:cNvSpPr>
            <a:spLocks noGrp="1"/>
          </p:cNvSpPr>
          <p:nvPr>
            <p:ph type="body" sz="quarter" idx="20"/>
          </p:nvPr>
        </p:nvSpPr>
        <p:spPr bwMode="auto">
          <a:xfrm>
            <a:off x="6253664" y="2085764"/>
            <a:ext cx="5187106"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58687285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PhAnim="0" preserve="1" userDrawn="1">
  <p:cSld name="3-column_Text">
    <p:bg>
      <p:bgRef idx="1001">
        <a:schemeClr val="bg1"/>
      </p:bgRef>
    </p:bg>
    <p:spTree>
      <p:nvGrpSpPr>
        <p:cNvPr id="1" name=""/>
        <p:cNvGrpSpPr/>
        <p:nvPr/>
      </p:nvGrpSpPr>
      <p:grpSpPr>
        <a:xfrm>
          <a:off x="0" y="0"/>
          <a:ext cx="0" cy="0"/>
          <a:chOff x="0" y="0"/>
          <a:chExt cx="0" cy="0"/>
        </a:xfrm>
      </p:grpSpPr>
      <p:sp>
        <p:nvSpPr>
          <p:cNvPr id="845978624"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593803347" name="Text Placeholder 3"/>
          <p:cNvSpPr>
            <a:spLocks noGrp="1"/>
          </p:cNvSpPr>
          <p:nvPr>
            <p:ph type="body" sz="quarter" idx="15"/>
          </p:nvPr>
        </p:nvSpPr>
        <p:spPr bwMode="auto">
          <a:xfrm>
            <a:off x="586390" y="1591310"/>
            <a:ext cx="34791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263681436" name="Text Placeholder 3"/>
          <p:cNvSpPr>
            <a:spLocks noGrp="1"/>
          </p:cNvSpPr>
          <p:nvPr>
            <p:ph type="body" sz="quarter" idx="16"/>
          </p:nvPr>
        </p:nvSpPr>
        <p:spPr bwMode="auto">
          <a:xfrm>
            <a:off x="4362862" y="1591310"/>
            <a:ext cx="34791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196018369" name="Text Placeholder 3"/>
          <p:cNvSpPr>
            <a:spLocks noGrp="1"/>
          </p:cNvSpPr>
          <p:nvPr>
            <p:ph type="body" sz="quarter" idx="17"/>
          </p:nvPr>
        </p:nvSpPr>
        <p:spPr bwMode="auto">
          <a:xfrm>
            <a:off x="8130190" y="1591310"/>
            <a:ext cx="34791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94186867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PhAnim="0" preserve="1" userDrawn="1">
  <p:cSld name="3-column_Text_with Subheads">
    <p:bg>
      <p:bgRef idx="1001">
        <a:schemeClr val="bg1"/>
      </p:bgRef>
    </p:bg>
    <p:spTree>
      <p:nvGrpSpPr>
        <p:cNvPr id="1" name=""/>
        <p:cNvGrpSpPr/>
        <p:nvPr/>
      </p:nvGrpSpPr>
      <p:grpSpPr>
        <a:xfrm>
          <a:off x="0" y="0"/>
          <a:ext cx="0" cy="0"/>
          <a:chOff x="0" y="0"/>
          <a:chExt cx="0" cy="0"/>
        </a:xfrm>
      </p:grpSpPr>
      <p:sp>
        <p:nvSpPr>
          <p:cNvPr id="1926673364"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683087084" name="Text Placeholder 11"/>
          <p:cNvSpPr>
            <a:spLocks noGrp="1"/>
          </p:cNvSpPr>
          <p:nvPr>
            <p:ph type="body" sz="quarter" idx="16"/>
          </p:nvPr>
        </p:nvSpPr>
        <p:spPr bwMode="auto">
          <a:xfrm>
            <a:off x="584200"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1048858585" name="Text Placeholder 3"/>
          <p:cNvSpPr>
            <a:spLocks noGrp="1"/>
          </p:cNvSpPr>
          <p:nvPr>
            <p:ph type="body" sz="quarter" idx="15"/>
          </p:nvPr>
        </p:nvSpPr>
        <p:spPr bwMode="auto">
          <a:xfrm>
            <a:off x="586390" y="2286000"/>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191497005" name="Text Placeholder 11"/>
          <p:cNvSpPr>
            <a:spLocks noGrp="1"/>
          </p:cNvSpPr>
          <p:nvPr>
            <p:ph type="body" sz="quarter" idx="22"/>
          </p:nvPr>
        </p:nvSpPr>
        <p:spPr bwMode="auto">
          <a:xfrm>
            <a:off x="4357547"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500765260" name="Text Placeholder 3"/>
          <p:cNvSpPr>
            <a:spLocks noGrp="1"/>
          </p:cNvSpPr>
          <p:nvPr>
            <p:ph type="body" sz="quarter" idx="23"/>
          </p:nvPr>
        </p:nvSpPr>
        <p:spPr bwMode="auto">
          <a:xfrm>
            <a:off x="4359737" y="2286000"/>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801349190" name="Text Placeholder 11"/>
          <p:cNvSpPr>
            <a:spLocks noGrp="1"/>
          </p:cNvSpPr>
          <p:nvPr>
            <p:ph type="body" sz="quarter" idx="24"/>
          </p:nvPr>
        </p:nvSpPr>
        <p:spPr bwMode="auto">
          <a:xfrm>
            <a:off x="8130894"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1687846577" name="Text Placeholder 3"/>
          <p:cNvSpPr>
            <a:spLocks noGrp="1"/>
          </p:cNvSpPr>
          <p:nvPr>
            <p:ph type="body" sz="quarter" idx="25"/>
          </p:nvPr>
        </p:nvSpPr>
        <p:spPr bwMode="auto">
          <a:xfrm>
            <a:off x="8133084" y="2286000"/>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60161879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PhAnim="0" preserve="1" userDrawn="1">
  <p:cSld name="3-column_Text_with Subheads-Icons">
    <p:bg>
      <p:bgRef idx="1001">
        <a:schemeClr val="bg1"/>
      </p:bgRef>
    </p:bg>
    <p:spTree>
      <p:nvGrpSpPr>
        <p:cNvPr id="1" name=""/>
        <p:cNvGrpSpPr/>
        <p:nvPr/>
      </p:nvGrpSpPr>
      <p:grpSpPr>
        <a:xfrm>
          <a:off x="0" y="0"/>
          <a:ext cx="0" cy="0"/>
          <a:chOff x="0" y="0"/>
          <a:chExt cx="0" cy="0"/>
        </a:xfrm>
      </p:grpSpPr>
      <p:sp>
        <p:nvSpPr>
          <p:cNvPr id="1898035086"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489615936" name="Text Placeholder 11"/>
          <p:cNvSpPr>
            <a:spLocks noGrp="1"/>
          </p:cNvSpPr>
          <p:nvPr>
            <p:ph type="body" sz="quarter" idx="16"/>
          </p:nvPr>
        </p:nvSpPr>
        <p:spPr bwMode="auto">
          <a:xfrm>
            <a:off x="584200" y="2407846"/>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813508094" name="Text Placeholder 3"/>
          <p:cNvSpPr>
            <a:spLocks noGrp="1"/>
          </p:cNvSpPr>
          <p:nvPr>
            <p:ph type="body" sz="quarter" idx="15"/>
          </p:nvPr>
        </p:nvSpPr>
        <p:spPr bwMode="auto">
          <a:xfrm>
            <a:off x="586390" y="3099691"/>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569510313" name="Text Placeholder 11"/>
          <p:cNvSpPr>
            <a:spLocks noGrp="1"/>
          </p:cNvSpPr>
          <p:nvPr>
            <p:ph type="body" sz="quarter" idx="22"/>
          </p:nvPr>
        </p:nvSpPr>
        <p:spPr bwMode="auto">
          <a:xfrm>
            <a:off x="4357547" y="2407846"/>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1387726089" name="Text Placeholder 3"/>
          <p:cNvSpPr>
            <a:spLocks noGrp="1"/>
          </p:cNvSpPr>
          <p:nvPr>
            <p:ph type="body" sz="quarter" idx="23"/>
          </p:nvPr>
        </p:nvSpPr>
        <p:spPr bwMode="auto">
          <a:xfrm>
            <a:off x="4359737" y="3099691"/>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582429863" name="Text Placeholder 11"/>
          <p:cNvSpPr>
            <a:spLocks noGrp="1"/>
          </p:cNvSpPr>
          <p:nvPr>
            <p:ph type="body" sz="quarter" idx="24"/>
          </p:nvPr>
        </p:nvSpPr>
        <p:spPr bwMode="auto">
          <a:xfrm>
            <a:off x="8130894" y="2407846"/>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266883571" name="Text Placeholder 3"/>
          <p:cNvSpPr>
            <a:spLocks noGrp="1"/>
          </p:cNvSpPr>
          <p:nvPr>
            <p:ph type="body" sz="quarter" idx="25"/>
          </p:nvPr>
        </p:nvSpPr>
        <p:spPr bwMode="auto">
          <a:xfrm>
            <a:off x="8133084" y="3099691"/>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48426924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PhAnim="0" preserve="1" userDrawn="1">
  <p:cSld name="2_3-column_Text_with Subheads-Icons">
    <p:bg>
      <p:bgRef idx="1001">
        <a:schemeClr val="bg1"/>
      </p:bgRef>
    </p:bg>
    <p:spTree>
      <p:nvGrpSpPr>
        <p:cNvPr id="1" name=""/>
        <p:cNvGrpSpPr/>
        <p:nvPr/>
      </p:nvGrpSpPr>
      <p:grpSpPr>
        <a:xfrm>
          <a:off x="0" y="0"/>
          <a:ext cx="0" cy="0"/>
          <a:chOff x="0" y="0"/>
          <a:chExt cx="0" cy="0"/>
        </a:xfrm>
      </p:grpSpPr>
      <p:cxnSp>
        <p:nvCxnSpPr>
          <p:cNvPr id="317462399" name="Straight Connector 4" descr="Microsoft Certification renewal process flow"/>
          <p:cNvCxnSpPr/>
          <p:nvPr userDrawn="1"/>
        </p:nvCxnSpPr>
        <p:spPr bwMode="auto">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01270276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301706478" name="Text Placeholder 11"/>
          <p:cNvSpPr>
            <a:spLocks noGrp="1"/>
          </p:cNvSpPr>
          <p:nvPr>
            <p:ph type="body" sz="quarter" idx="16"/>
          </p:nvPr>
        </p:nvSpPr>
        <p:spPr bwMode="auto">
          <a:xfrm>
            <a:off x="584200"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defRPr/>
            </a:pPr>
            <a:r>
              <a:rPr lang="en-US"/>
              <a:t>Click to edit Master text styles</a:t>
            </a:r>
            <a:endParaRPr/>
          </a:p>
        </p:txBody>
      </p:sp>
      <p:sp>
        <p:nvSpPr>
          <p:cNvPr id="1751224634" name="Text Placeholder 3"/>
          <p:cNvSpPr>
            <a:spLocks noGrp="1"/>
          </p:cNvSpPr>
          <p:nvPr>
            <p:ph type="body" sz="quarter" idx="15"/>
          </p:nvPr>
        </p:nvSpPr>
        <p:spPr bwMode="auto">
          <a:xfrm>
            <a:off x="586390"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833707255" name="Text Placeholder 11"/>
          <p:cNvSpPr>
            <a:spLocks noGrp="1"/>
          </p:cNvSpPr>
          <p:nvPr>
            <p:ph type="body" sz="quarter" idx="22"/>
          </p:nvPr>
        </p:nvSpPr>
        <p:spPr bwMode="auto">
          <a:xfrm>
            <a:off x="4357547"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defRPr/>
            </a:pPr>
            <a:r>
              <a:rPr lang="en-US"/>
              <a:t>Click to edit Master text styles</a:t>
            </a:r>
            <a:endParaRPr/>
          </a:p>
        </p:txBody>
      </p:sp>
      <p:sp>
        <p:nvSpPr>
          <p:cNvPr id="1868646916" name="Text Placeholder 3"/>
          <p:cNvSpPr>
            <a:spLocks noGrp="1"/>
          </p:cNvSpPr>
          <p:nvPr>
            <p:ph type="body" sz="quarter" idx="23"/>
          </p:nvPr>
        </p:nvSpPr>
        <p:spPr bwMode="auto">
          <a:xfrm>
            <a:off x="4359737"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022887044" name="Text Placeholder 11"/>
          <p:cNvSpPr>
            <a:spLocks noGrp="1"/>
          </p:cNvSpPr>
          <p:nvPr>
            <p:ph type="body" sz="quarter" idx="24"/>
          </p:nvPr>
        </p:nvSpPr>
        <p:spPr bwMode="auto">
          <a:xfrm>
            <a:off x="8130894"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defRPr/>
            </a:pPr>
            <a:r>
              <a:rPr lang="en-US"/>
              <a:t>Click to edit Master text styles</a:t>
            </a:r>
            <a:endParaRPr/>
          </a:p>
        </p:txBody>
      </p:sp>
      <p:sp>
        <p:nvSpPr>
          <p:cNvPr id="54243697" name="Text Placeholder 3"/>
          <p:cNvSpPr>
            <a:spLocks noGrp="1"/>
          </p:cNvSpPr>
          <p:nvPr>
            <p:ph type="body" sz="quarter" idx="25"/>
          </p:nvPr>
        </p:nvSpPr>
        <p:spPr bwMode="auto">
          <a:xfrm>
            <a:off x="8133084"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21497479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PhAnim="0" preserve="1" userDrawn="1">
  <p:cSld name="4_3-column_Text_with Subheads-Icons">
    <p:bg>
      <p:bgRef idx="1001">
        <a:schemeClr val="bg1"/>
      </p:bgRef>
    </p:bg>
    <p:spTree>
      <p:nvGrpSpPr>
        <p:cNvPr id="1" name=""/>
        <p:cNvGrpSpPr/>
        <p:nvPr/>
      </p:nvGrpSpPr>
      <p:grpSpPr>
        <a:xfrm>
          <a:off x="0" y="0"/>
          <a:ext cx="0" cy="0"/>
          <a:chOff x="0" y="0"/>
          <a:chExt cx="0" cy="0"/>
        </a:xfrm>
      </p:grpSpPr>
      <p:cxnSp>
        <p:nvCxnSpPr>
          <p:cNvPr id="1999289366" name="Straight Connector 4" descr="Microsoft Certification renewal process flow"/>
          <p:cNvCxnSpPr/>
          <p:nvPr userDrawn="1"/>
        </p:nvCxnSpPr>
        <p:spPr bwMode="auto">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13060347"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991237993" name="Text Placeholder 11"/>
          <p:cNvSpPr>
            <a:spLocks noGrp="1"/>
          </p:cNvSpPr>
          <p:nvPr>
            <p:ph type="body" sz="quarter" idx="16"/>
          </p:nvPr>
        </p:nvSpPr>
        <p:spPr bwMode="auto">
          <a:xfrm>
            <a:off x="584200"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defRPr/>
            </a:pPr>
            <a:r>
              <a:rPr lang="en-US"/>
              <a:t>Click to edit Master text styles</a:t>
            </a:r>
            <a:endParaRPr/>
          </a:p>
        </p:txBody>
      </p:sp>
      <p:sp>
        <p:nvSpPr>
          <p:cNvPr id="2120884275" name="Text Placeholder 3"/>
          <p:cNvSpPr>
            <a:spLocks noGrp="1"/>
          </p:cNvSpPr>
          <p:nvPr>
            <p:ph type="body" sz="quarter" idx="15"/>
          </p:nvPr>
        </p:nvSpPr>
        <p:spPr bwMode="auto">
          <a:xfrm>
            <a:off x="586390"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136670597" name="Text Placeholder 11"/>
          <p:cNvSpPr>
            <a:spLocks noGrp="1"/>
          </p:cNvSpPr>
          <p:nvPr>
            <p:ph type="body" sz="quarter" idx="22"/>
          </p:nvPr>
        </p:nvSpPr>
        <p:spPr bwMode="auto">
          <a:xfrm>
            <a:off x="4357547"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defRPr/>
            </a:pPr>
            <a:r>
              <a:rPr lang="en-US"/>
              <a:t>Click to edit Master text styles</a:t>
            </a:r>
            <a:endParaRPr/>
          </a:p>
        </p:txBody>
      </p:sp>
      <p:sp>
        <p:nvSpPr>
          <p:cNvPr id="1758631711" name="Text Placeholder 3"/>
          <p:cNvSpPr>
            <a:spLocks noGrp="1"/>
          </p:cNvSpPr>
          <p:nvPr>
            <p:ph type="body" sz="quarter" idx="23"/>
          </p:nvPr>
        </p:nvSpPr>
        <p:spPr bwMode="auto">
          <a:xfrm>
            <a:off x="4359737"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964680283" name="Text Placeholder 11"/>
          <p:cNvSpPr>
            <a:spLocks noGrp="1"/>
          </p:cNvSpPr>
          <p:nvPr>
            <p:ph type="body" sz="quarter" idx="24"/>
          </p:nvPr>
        </p:nvSpPr>
        <p:spPr bwMode="auto">
          <a:xfrm>
            <a:off x="8130894"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defRPr/>
            </a:pPr>
            <a:r>
              <a:rPr lang="en-US"/>
              <a:t>Click to edit Master text styles</a:t>
            </a:r>
            <a:endParaRPr/>
          </a:p>
        </p:txBody>
      </p:sp>
      <p:sp>
        <p:nvSpPr>
          <p:cNvPr id="341979217" name="Text Placeholder 3"/>
          <p:cNvSpPr>
            <a:spLocks noGrp="1"/>
          </p:cNvSpPr>
          <p:nvPr>
            <p:ph type="body" sz="quarter" idx="25"/>
          </p:nvPr>
        </p:nvSpPr>
        <p:spPr bwMode="auto">
          <a:xfrm>
            <a:off x="8133084"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90951424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PhAnim="0" preserve="1" userDrawn="1">
  <p:cSld name="3_3-column_Text_with Subheads-Icons">
    <p:bg>
      <p:bgRef idx="1001">
        <a:schemeClr val="bg1"/>
      </p:bgRef>
    </p:bg>
    <p:spTree>
      <p:nvGrpSpPr>
        <p:cNvPr id="1" name=""/>
        <p:cNvGrpSpPr/>
        <p:nvPr/>
      </p:nvGrpSpPr>
      <p:grpSpPr>
        <a:xfrm>
          <a:off x="0" y="0"/>
          <a:ext cx="0" cy="0"/>
          <a:chOff x="0" y="0"/>
          <a:chExt cx="0" cy="0"/>
        </a:xfrm>
      </p:grpSpPr>
      <p:cxnSp>
        <p:nvCxnSpPr>
          <p:cNvPr id="1231448089" name="Straight Connector 4" descr="Microsoft Certification renewal process flow"/>
          <p:cNvCxnSpPr/>
          <p:nvPr userDrawn="1"/>
        </p:nvCxnSpPr>
        <p:spPr bwMode="auto">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171255998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664583000" name="Text Placeholder 11"/>
          <p:cNvSpPr>
            <a:spLocks noGrp="1"/>
          </p:cNvSpPr>
          <p:nvPr>
            <p:ph type="body" sz="quarter" idx="16"/>
          </p:nvPr>
        </p:nvSpPr>
        <p:spPr bwMode="auto">
          <a:xfrm>
            <a:off x="584200"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defRPr/>
            </a:pPr>
            <a:r>
              <a:rPr lang="en-US"/>
              <a:t>Click to edit Master text styles</a:t>
            </a:r>
            <a:endParaRPr/>
          </a:p>
        </p:txBody>
      </p:sp>
      <p:sp>
        <p:nvSpPr>
          <p:cNvPr id="1970786950" name="Text Placeholder 11"/>
          <p:cNvSpPr>
            <a:spLocks noGrp="1"/>
          </p:cNvSpPr>
          <p:nvPr>
            <p:ph type="body" sz="quarter" idx="22"/>
          </p:nvPr>
        </p:nvSpPr>
        <p:spPr bwMode="auto">
          <a:xfrm>
            <a:off x="4357547"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defRPr/>
            </a:pPr>
            <a:r>
              <a:rPr lang="en-US"/>
              <a:t>Click to edit Master text styles</a:t>
            </a:r>
            <a:endParaRPr/>
          </a:p>
        </p:txBody>
      </p:sp>
      <p:sp>
        <p:nvSpPr>
          <p:cNvPr id="1008980223" name="Text Placeholder 11"/>
          <p:cNvSpPr>
            <a:spLocks noGrp="1"/>
          </p:cNvSpPr>
          <p:nvPr>
            <p:ph type="body" sz="quarter" idx="24"/>
          </p:nvPr>
        </p:nvSpPr>
        <p:spPr bwMode="auto">
          <a:xfrm>
            <a:off x="8130894"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defRPr/>
            </a:pPr>
            <a:r>
              <a:rPr lang="en-US"/>
              <a:t>Click to edit Master text styles</a:t>
            </a:r>
            <a:endParaRPr/>
          </a:p>
        </p:txBody>
      </p:sp>
      <p:sp>
        <p:nvSpPr>
          <p:cNvPr id="68659485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2091431919" name="Text Placeholder 3"/>
          <p:cNvSpPr>
            <a:spLocks noGrp="1"/>
          </p:cNvSpPr>
          <p:nvPr>
            <p:ph type="body" sz="quarter" idx="15"/>
          </p:nvPr>
        </p:nvSpPr>
        <p:spPr bwMode="auto">
          <a:xfrm>
            <a:off x="586390"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98018771" name="Text Placeholder 3"/>
          <p:cNvSpPr>
            <a:spLocks noGrp="1"/>
          </p:cNvSpPr>
          <p:nvPr>
            <p:ph type="body" sz="quarter" idx="23"/>
          </p:nvPr>
        </p:nvSpPr>
        <p:spPr bwMode="auto">
          <a:xfrm>
            <a:off x="4359737"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658372741" name="Text Placeholder 3"/>
          <p:cNvSpPr>
            <a:spLocks noGrp="1"/>
          </p:cNvSpPr>
          <p:nvPr>
            <p:ph type="body" sz="quarter" idx="25"/>
          </p:nvPr>
        </p:nvSpPr>
        <p:spPr bwMode="auto">
          <a:xfrm>
            <a:off x="8133084"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and title">
    <p:spTree>
      <p:nvGrpSpPr>
        <p:cNvPr id="1" name=""/>
        <p:cNvGrpSpPr/>
        <p:nvPr/>
      </p:nvGrpSpPr>
      <p:grpSpPr>
        <a:xfrm>
          <a:off x="0" y="0"/>
          <a:ext cx="0" cy="0"/>
          <a:chOff x="0" y="0"/>
          <a:chExt cx="0" cy="0"/>
        </a:xfrm>
      </p:grpSpPr>
      <p:sp>
        <p:nvSpPr>
          <p:cNvPr id="1243407409" name="Text Placeholder 3"/>
          <p:cNvSpPr>
            <a:spLocks noGrp="1"/>
          </p:cNvSpPr>
          <p:nvPr>
            <p:ph type="body" sz="quarter" idx="15"/>
          </p:nvPr>
        </p:nvSpPr>
        <p:spPr bwMode="auto">
          <a:xfrm>
            <a:off x="586390" y="4978880"/>
            <a:ext cx="5217510"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74320" indent="-137160">
              <a:spcAft>
                <a:spcPct val="0"/>
              </a:spcAft>
              <a:buFont typeface="Arial"/>
              <a:buChar char="•"/>
              <a:defRPr>
                <a:solidFill>
                  <a:schemeClr val="tx1"/>
                </a:solidFill>
              </a:defRPr>
            </a:lvl2pPr>
            <a:lvl3pPr marL="411480" indent="-137160">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911373645" name="Text Placeholder 3"/>
          <p:cNvSpPr>
            <a:spLocks noGrp="1"/>
          </p:cNvSpPr>
          <p:nvPr>
            <p:ph type="body" sz="quarter" idx="20"/>
          </p:nvPr>
        </p:nvSpPr>
        <p:spPr bwMode="auto">
          <a:xfrm>
            <a:off x="6253664" y="4978880"/>
            <a:ext cx="5187106"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74320" indent="-137160">
              <a:spcAft>
                <a:spcPct val="0"/>
              </a:spcAft>
              <a:buFont typeface="Arial"/>
              <a:buChar char="•"/>
              <a:defRPr>
                <a:solidFill>
                  <a:schemeClr val="tx1"/>
                </a:solidFill>
              </a:defRPr>
            </a:lvl2pPr>
            <a:lvl3pPr marL="411480" indent="-137160">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21845738" name="Picture Placeholder" descr="This photo is a 'placeholder' only. Drag or drop your photo here, or click and tap the center to insert a photo."/>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2100764016"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0886211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p:spTree>
      <p:nvGrpSpPr>
        <p:cNvPr id="1" name=""/>
        <p:cNvGrpSpPr/>
        <p:nvPr/>
      </p:nvGrpSpPr>
      <p:grpSpPr>
        <a:xfrm>
          <a:off x="0" y="0"/>
          <a:ext cx="0" cy="0"/>
          <a:chOff x="0" y="0"/>
          <a:chExt cx="0" cy="0"/>
        </a:xfrm>
      </p:grpSpPr>
      <p:sp>
        <p:nvSpPr>
          <p:cNvPr id="1441696723" name="Text Placeholder 3"/>
          <p:cNvSpPr>
            <a:spLocks noGrp="1"/>
          </p:cNvSpPr>
          <p:nvPr>
            <p:ph type="body" sz="quarter" idx="15"/>
          </p:nvPr>
        </p:nvSpPr>
        <p:spPr bwMode="auto">
          <a:xfrm>
            <a:off x="586390" y="4978880"/>
            <a:ext cx="5217510"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74320" indent="-137160">
              <a:spcAft>
                <a:spcPct val="0"/>
              </a:spcAft>
              <a:buFont typeface="Arial"/>
              <a:buChar char="•"/>
              <a:defRPr>
                <a:solidFill>
                  <a:schemeClr val="tx1"/>
                </a:solidFill>
              </a:defRPr>
            </a:lvl2pPr>
            <a:lvl3pPr marL="411480" indent="-137160">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762953634" name="Text Placeholder 3"/>
          <p:cNvSpPr>
            <a:spLocks noGrp="1"/>
          </p:cNvSpPr>
          <p:nvPr>
            <p:ph type="body" sz="quarter" idx="20"/>
          </p:nvPr>
        </p:nvSpPr>
        <p:spPr bwMode="auto">
          <a:xfrm>
            <a:off x="6253664" y="4978880"/>
            <a:ext cx="5187106"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74320" indent="-137160">
              <a:spcAft>
                <a:spcPct val="0"/>
              </a:spcAft>
              <a:buFont typeface="Arial"/>
              <a:buChar char="•"/>
              <a:defRPr>
                <a:solidFill>
                  <a:schemeClr val="tx1"/>
                </a:solidFill>
              </a:defRPr>
            </a:lvl2pPr>
            <a:lvl3pPr marL="411480" indent="-137160">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492771416" name="Picture Placeholder" descr="This photo is a 'placeholder' only. Drag or drop your photo here, or click and tap the center to insert a photo."/>
          <p:cNvSpPr>
            <a:spLocks noGrp="1"/>
          </p:cNvSpPr>
          <p:nvPr>
            <p:ph type="pic" sz="quarter" idx="21" hasCustomPrompt="1"/>
          </p:nvPr>
        </p:nvSpPr>
        <p:spPr bwMode="ltGray">
          <a:xfrm>
            <a:off x="0" y="0"/>
            <a:ext cx="12192000" cy="45974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90619236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subheads, and title">
    <p:spTree>
      <p:nvGrpSpPr>
        <p:cNvPr id="1" name=""/>
        <p:cNvGrpSpPr/>
        <p:nvPr/>
      </p:nvGrpSpPr>
      <p:grpSpPr>
        <a:xfrm>
          <a:off x="0" y="0"/>
          <a:ext cx="0" cy="0"/>
          <a:chOff x="0" y="0"/>
          <a:chExt cx="0" cy="0"/>
        </a:xfrm>
      </p:grpSpPr>
      <p:sp>
        <p:nvSpPr>
          <p:cNvPr id="1247036718" name="Text Placeholder 11"/>
          <p:cNvSpPr>
            <a:spLocks noGrp="1"/>
          </p:cNvSpPr>
          <p:nvPr>
            <p:ph type="body" sz="quarter" idx="16"/>
          </p:nvPr>
        </p:nvSpPr>
        <p:spPr bwMode="auto">
          <a:xfrm>
            <a:off x="584199" y="4956104"/>
            <a:ext cx="5364429"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05350226" name="Text Placeholder 3"/>
          <p:cNvSpPr>
            <a:spLocks noGrp="1"/>
          </p:cNvSpPr>
          <p:nvPr>
            <p:ph type="body" sz="quarter" idx="15"/>
          </p:nvPr>
        </p:nvSpPr>
        <p:spPr bwMode="auto">
          <a:xfrm>
            <a:off x="586390" y="5357443"/>
            <a:ext cx="536217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825780927" name="Text Placeholder 11"/>
          <p:cNvSpPr>
            <a:spLocks noGrp="1"/>
          </p:cNvSpPr>
          <p:nvPr>
            <p:ph type="body" sz="quarter" idx="22"/>
          </p:nvPr>
        </p:nvSpPr>
        <p:spPr bwMode="auto">
          <a:xfrm>
            <a:off x="6243372" y="4956104"/>
            <a:ext cx="5356490"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599655070" name="Text Placeholder 3"/>
          <p:cNvSpPr>
            <a:spLocks noGrp="1"/>
          </p:cNvSpPr>
          <p:nvPr>
            <p:ph type="body" sz="quarter" idx="33"/>
          </p:nvPr>
        </p:nvSpPr>
        <p:spPr bwMode="auto">
          <a:xfrm>
            <a:off x="6252435" y="5357442"/>
            <a:ext cx="535759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826443646"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463330371" name="Picture Placeholder" descr="This photo is a 'placeholder' only. Drag or drop your photo here, or click and tap the center to insert a photo."/>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27470086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and subheads">
    <p:spTree>
      <p:nvGrpSpPr>
        <p:cNvPr id="1" name=""/>
        <p:cNvGrpSpPr/>
        <p:nvPr/>
      </p:nvGrpSpPr>
      <p:grpSpPr>
        <a:xfrm>
          <a:off x="0" y="0"/>
          <a:ext cx="0" cy="0"/>
          <a:chOff x="0" y="0"/>
          <a:chExt cx="0" cy="0"/>
        </a:xfrm>
      </p:grpSpPr>
      <p:sp>
        <p:nvSpPr>
          <p:cNvPr id="1730606106" name="Rectangle 10"/>
          <p:cNvSpPr/>
          <p:nvPr userDrawn="1"/>
        </p:nvSpPr>
        <p:spPr bwMode="auto">
          <a:xfrm>
            <a:off x="0" y="0"/>
            <a:ext cx="12192000" cy="4572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ct val="0"/>
              </a:spcBef>
              <a:spcAft>
                <a:spcPct val="0"/>
              </a:spcAft>
              <a:defRPr/>
            </a:pPr>
            <a:endParaRPr lang="en-US" sz="2400">
              <a:gradFill>
                <a:gsLst>
                  <a:gs pos="0">
                    <a:srgbClr val="FFFFFF"/>
                  </a:gs>
                  <a:gs pos="100000">
                    <a:srgbClr val="FFFFFF"/>
                  </a:gs>
                </a:gsLst>
                <a:lin ang="5400000" scaled="0"/>
              </a:gradFill>
              <a:ea typeface="Segoe UI"/>
              <a:cs typeface="Segoe UI"/>
            </a:endParaRPr>
          </a:p>
        </p:txBody>
      </p:sp>
      <p:sp>
        <p:nvSpPr>
          <p:cNvPr id="2124248746" name="Text Placeholder 11"/>
          <p:cNvSpPr>
            <a:spLocks noGrp="1"/>
          </p:cNvSpPr>
          <p:nvPr>
            <p:ph type="body" sz="quarter" idx="16"/>
          </p:nvPr>
        </p:nvSpPr>
        <p:spPr bwMode="auto">
          <a:xfrm>
            <a:off x="584199" y="4956104"/>
            <a:ext cx="5364429"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100532289" name="Text Placeholder 3"/>
          <p:cNvSpPr>
            <a:spLocks noGrp="1"/>
          </p:cNvSpPr>
          <p:nvPr>
            <p:ph type="body" sz="quarter" idx="15"/>
          </p:nvPr>
        </p:nvSpPr>
        <p:spPr bwMode="auto">
          <a:xfrm>
            <a:off x="586390" y="5357443"/>
            <a:ext cx="536217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228086640" name="Text Placeholder 11"/>
          <p:cNvSpPr>
            <a:spLocks noGrp="1"/>
          </p:cNvSpPr>
          <p:nvPr>
            <p:ph type="body" sz="quarter" idx="22"/>
          </p:nvPr>
        </p:nvSpPr>
        <p:spPr bwMode="auto">
          <a:xfrm>
            <a:off x="6243372" y="4956104"/>
            <a:ext cx="5356490"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746373382" name="Text Placeholder 3"/>
          <p:cNvSpPr>
            <a:spLocks noGrp="1"/>
          </p:cNvSpPr>
          <p:nvPr>
            <p:ph type="body" sz="quarter" idx="33"/>
          </p:nvPr>
        </p:nvSpPr>
        <p:spPr bwMode="auto">
          <a:xfrm>
            <a:off x="6252435" y="5357442"/>
            <a:ext cx="535759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482775318" name="Picture Placeholder" descr="This photo is a 'placeholder' only. Drag or drop your photo here, or click and tap the center to insert a photo."/>
          <p:cNvSpPr>
            <a:spLocks noGrp="1"/>
          </p:cNvSpPr>
          <p:nvPr>
            <p:ph type="pic" sz="quarter" idx="21" hasCustomPrompt="1"/>
          </p:nvPr>
        </p:nvSpPr>
        <p:spPr bwMode="ltGray">
          <a:xfrm>
            <a:off x="0" y="0"/>
            <a:ext cx="12192000" cy="4572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04325646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PhAnim="0" userDrawn="1">
  <p:cSld name="1-column_Callout_with Image">
    <p:bg>
      <p:bgRef idx="1001">
        <a:schemeClr val="bg1"/>
      </p:bgRef>
    </p:bg>
    <p:spTree>
      <p:nvGrpSpPr>
        <p:cNvPr id="1" name=""/>
        <p:cNvGrpSpPr/>
        <p:nvPr/>
      </p:nvGrpSpPr>
      <p:grpSpPr>
        <a:xfrm>
          <a:off x="0" y="0"/>
          <a:ext cx="0" cy="0"/>
          <a:chOff x="0" y="0"/>
          <a:chExt cx="0" cy="0"/>
        </a:xfrm>
      </p:grpSpPr>
      <p:sp>
        <p:nvSpPr>
          <p:cNvPr id="216587853" name="Footer Placeholder 10"/>
          <p:cNvSpPr>
            <a:spLocks noGrp="1"/>
          </p:cNvSpPr>
          <p:nvPr>
            <p:ph type="ftr" sz="quarter" idx="3"/>
          </p:nvPr>
        </p:nvSpPr>
        <p:spPr bwMode="auto">
          <a:xfrm>
            <a:off x="40640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48872077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652786308" name="Picture Placeholder" descr="This photo is a 'placeholder' only. Drag or drop your photo here, or click and tap the center to insert a photo."/>
          <p:cNvSpPr>
            <a:spLocks noGrp="1"/>
          </p:cNvSpPr>
          <p:nvPr>
            <p:ph type="pic" sz="quarter" idx="20" hasCustomPrompt="1"/>
          </p:nvPr>
        </p:nvSpPr>
        <p:spPr bwMode="ltGray">
          <a:xfrm>
            <a:off x="4064000" y="1581150"/>
            <a:ext cx="7535862" cy="443072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935484842" name="Text Placeholder 11"/>
          <p:cNvSpPr>
            <a:spLocks noGrp="1"/>
          </p:cNvSpPr>
          <p:nvPr>
            <p:ph type="body" sz="quarter" idx="16"/>
          </p:nvPr>
        </p:nvSpPr>
        <p:spPr bwMode="auto">
          <a:xfrm>
            <a:off x="584200" y="1594155"/>
            <a:ext cx="3174143"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1146688477" name="Text Placeholder 3"/>
          <p:cNvSpPr>
            <a:spLocks noGrp="1"/>
          </p:cNvSpPr>
          <p:nvPr>
            <p:ph type="body" sz="quarter" idx="15"/>
          </p:nvPr>
        </p:nvSpPr>
        <p:spPr bwMode="auto">
          <a:xfrm>
            <a:off x="586388" y="2085764"/>
            <a:ext cx="3172810"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65176" indent="-128016">
              <a:spcAft>
                <a:spcPct val="0"/>
              </a:spcAft>
              <a:buFont typeface="Arial"/>
              <a:buChar char="•"/>
              <a:defRPr>
                <a:solidFill>
                  <a:schemeClr val="tx1"/>
                </a:solidFill>
              </a:defRPr>
            </a:lvl2pPr>
            <a:lvl3pPr marL="384048" indent="-118872">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PhAnim="0" preserve="1" userDrawn="1">
  <p:cSld name="1-column_Text_with Image">
    <p:bg>
      <p:bgRef idx="1001">
        <a:schemeClr val="bg1"/>
      </p:bgRef>
    </p:bg>
    <p:spTree>
      <p:nvGrpSpPr>
        <p:cNvPr id="1" name=""/>
        <p:cNvGrpSpPr/>
        <p:nvPr/>
      </p:nvGrpSpPr>
      <p:grpSpPr>
        <a:xfrm>
          <a:off x="0" y="0"/>
          <a:ext cx="0" cy="0"/>
          <a:chOff x="0" y="0"/>
          <a:chExt cx="0" cy="0"/>
        </a:xfrm>
      </p:grpSpPr>
      <p:sp>
        <p:nvSpPr>
          <p:cNvPr id="2102369062" name="Title 1"/>
          <p:cNvSpPr>
            <a:spLocks noGrp="1"/>
          </p:cNvSpPr>
          <p:nvPr>
            <p:ph type="title"/>
          </p:nvPr>
        </p:nvSpPr>
        <p:spPr bwMode="auto">
          <a:xfrm>
            <a:off x="588261" y="585216"/>
            <a:ext cx="4710689"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844043595" name="Text Placeholder 11"/>
          <p:cNvSpPr>
            <a:spLocks noGrp="1"/>
          </p:cNvSpPr>
          <p:nvPr>
            <p:ph type="body" sz="quarter" idx="16"/>
          </p:nvPr>
        </p:nvSpPr>
        <p:spPr bwMode="auto">
          <a:xfrm>
            <a:off x="584200" y="1594155"/>
            <a:ext cx="4714663"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268861649" name="Text Placeholder 3"/>
          <p:cNvSpPr>
            <a:spLocks noGrp="1"/>
          </p:cNvSpPr>
          <p:nvPr>
            <p:ph type="body" sz="quarter" idx="15"/>
          </p:nvPr>
        </p:nvSpPr>
        <p:spPr bwMode="auto">
          <a:xfrm>
            <a:off x="586388" y="2085764"/>
            <a:ext cx="4712685"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65176" indent="-128016">
              <a:spcAft>
                <a:spcPct val="0"/>
              </a:spcAft>
              <a:buFont typeface="Arial"/>
              <a:buChar char="•"/>
              <a:defRPr>
                <a:solidFill>
                  <a:schemeClr val="tx1"/>
                </a:solidFill>
              </a:defRPr>
            </a:lvl2pPr>
            <a:lvl3pPr marL="384048" indent="-118872">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753448684" name="Picture Placeholder" descr="This photo is a 'placeholder' only. Drag or drop your photo here, or click and tap the center to insert a photo."/>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a:defRPr>
            </a:lvl1pPr>
          </a:lstStyle>
          <a:p>
            <a:pPr>
              <a:defRPr/>
            </a:pPr>
            <a:r>
              <a:rPr lang="en-US"/>
              <a:t>Drag &amp; drop your photo here </a:t>
            </a:r>
            <a:br>
              <a:rPr lang="en-US"/>
            </a:br>
            <a:r>
              <a:rPr lang="en-US"/>
              <a:t>or click or tap icon below </a:t>
            </a:r>
            <a:br>
              <a:rPr lang="en-US"/>
            </a:br>
            <a:r>
              <a:rPr lang="en-US"/>
              <a:t>to insert</a:t>
            </a:r>
            <a:endParaRPr/>
          </a:p>
          <a:p>
            <a:pPr>
              <a:defRPr/>
            </a:pPr>
            <a:endParaRPr lang="en-US"/>
          </a:p>
          <a:p>
            <a:pPr>
              <a:defRPr/>
            </a:pPr>
            <a:endParaRPr lang="en-US"/>
          </a:p>
        </p:txBody>
      </p:sp>
      <p:sp>
        <p:nvSpPr>
          <p:cNvPr id="1596215902"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PhAnim="0" preserve="1" userDrawn="1">
  <p:cSld name="2-column_Text_with Image">
    <p:bg>
      <p:bgRef idx="1001">
        <a:schemeClr val="bg1"/>
      </p:bgRef>
    </p:bg>
    <p:spTree>
      <p:nvGrpSpPr>
        <p:cNvPr id="1" name=""/>
        <p:cNvGrpSpPr/>
        <p:nvPr/>
      </p:nvGrpSpPr>
      <p:grpSpPr>
        <a:xfrm>
          <a:off x="0" y="0"/>
          <a:ext cx="0" cy="0"/>
          <a:chOff x="0" y="0"/>
          <a:chExt cx="0" cy="0"/>
        </a:xfrm>
      </p:grpSpPr>
      <p:sp>
        <p:nvSpPr>
          <p:cNvPr id="1981341402" name="Title 1"/>
          <p:cNvSpPr>
            <a:spLocks noGrp="1"/>
          </p:cNvSpPr>
          <p:nvPr>
            <p:ph type="title"/>
          </p:nvPr>
        </p:nvSpPr>
        <p:spPr bwMode="auto">
          <a:xfrm>
            <a:off x="588262" y="585216"/>
            <a:ext cx="7248356" cy="307777"/>
          </a:xfrm>
        </p:spPr>
        <p:txBody>
          <a:bodyPr/>
          <a:lstStyle>
            <a:lvl1pPr>
              <a:defRPr sz="2000" b="0" i="0">
                <a:solidFill>
                  <a:srgbClr val="001F2D"/>
                </a:solidFill>
                <a:latin typeface="+mj-lt"/>
                <a:cs typeface="Segoe UI Semibold"/>
              </a:defRPr>
            </a:lvl1pPr>
          </a:lstStyle>
          <a:p>
            <a:pPr>
              <a:defRPr/>
            </a:pPr>
            <a:r>
              <a:rPr lang="en-US"/>
              <a:t>Click to edit Master title style</a:t>
            </a:r>
            <a:endParaRPr/>
          </a:p>
        </p:txBody>
      </p:sp>
      <p:sp>
        <p:nvSpPr>
          <p:cNvPr id="190427898" name="Text Placeholder 11"/>
          <p:cNvSpPr>
            <a:spLocks noGrp="1"/>
          </p:cNvSpPr>
          <p:nvPr>
            <p:ph type="body" sz="quarter" idx="16"/>
          </p:nvPr>
        </p:nvSpPr>
        <p:spPr bwMode="auto">
          <a:xfrm>
            <a:off x="584200"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1120045993" name="Text Placeholder 3"/>
          <p:cNvSpPr>
            <a:spLocks noGrp="1"/>
          </p:cNvSpPr>
          <p:nvPr>
            <p:ph type="body" sz="quarter" idx="15"/>
          </p:nvPr>
        </p:nvSpPr>
        <p:spPr bwMode="auto">
          <a:xfrm>
            <a:off x="586390" y="2085764"/>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402674284" name="Text Placeholder 11"/>
          <p:cNvSpPr>
            <a:spLocks noGrp="1"/>
          </p:cNvSpPr>
          <p:nvPr>
            <p:ph type="body" sz="quarter" idx="22"/>
          </p:nvPr>
        </p:nvSpPr>
        <p:spPr bwMode="auto">
          <a:xfrm>
            <a:off x="4357547"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1003137910" name="Text Placeholder 3"/>
          <p:cNvSpPr>
            <a:spLocks noGrp="1"/>
          </p:cNvSpPr>
          <p:nvPr>
            <p:ph type="body" sz="quarter" idx="23"/>
          </p:nvPr>
        </p:nvSpPr>
        <p:spPr bwMode="auto">
          <a:xfrm>
            <a:off x="4359737" y="2085764"/>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001222310" name="Picture Placeholder" descr="This photo is a 'placeholder' only. Drag or drop your photo here, or click and tap the center to insert a photo."/>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a:defRPr>
            </a:lvl1pPr>
          </a:lstStyle>
          <a:p>
            <a:pPr>
              <a:defRPr/>
            </a:pPr>
            <a:r>
              <a:rPr lang="en-US"/>
              <a:t>Drag &amp; drop your photo here </a:t>
            </a:r>
            <a:br>
              <a:rPr lang="en-US"/>
            </a:br>
            <a:r>
              <a:rPr lang="en-US"/>
              <a:t>or click or tap icon below </a:t>
            </a:r>
            <a:br>
              <a:rPr lang="en-US"/>
            </a:br>
            <a:r>
              <a:rPr lang="en-US"/>
              <a:t>to insert</a:t>
            </a:r>
            <a:endParaRPr/>
          </a:p>
          <a:p>
            <a:pPr>
              <a:defRPr/>
            </a:pPr>
            <a:endParaRPr lang="en-US"/>
          </a:p>
          <a:p>
            <a:pPr>
              <a:defRPr/>
            </a:pPr>
            <a:endParaRPr lang="en-US"/>
          </a:p>
        </p:txBody>
      </p:sp>
      <p:sp>
        <p:nvSpPr>
          <p:cNvPr id="200737990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PhAnim="0" userDrawn="1">
  <p:cSld name="1_Two photos_with Captions">
    <p:bg>
      <p:bgRef idx="1001">
        <a:schemeClr val="bg1"/>
      </p:bgRef>
    </p:bg>
    <p:spTree>
      <p:nvGrpSpPr>
        <p:cNvPr id="1" name=""/>
        <p:cNvGrpSpPr/>
        <p:nvPr/>
      </p:nvGrpSpPr>
      <p:grpSpPr>
        <a:xfrm>
          <a:off x="0" y="0"/>
          <a:ext cx="0" cy="0"/>
          <a:chOff x="0" y="0"/>
          <a:chExt cx="0" cy="0"/>
        </a:xfrm>
      </p:grpSpPr>
      <p:sp>
        <p:nvSpPr>
          <p:cNvPr id="1842428601"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057047024" name="Picture Placeholder" descr="This photo is a 'placeholder' only. Drag or drop your photo here, or click and tap the center to insert a photo."/>
          <p:cNvSpPr>
            <a:spLocks noGrp="1"/>
          </p:cNvSpPr>
          <p:nvPr>
            <p:ph type="pic" sz="quarter" idx="19" hasCustomPrompt="1"/>
          </p:nvPr>
        </p:nvSpPr>
        <p:spPr bwMode="ltGray">
          <a:xfrm>
            <a:off x="584200" y="1591310"/>
            <a:ext cx="5365752"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671534840" name="Text Placeholder 11"/>
          <p:cNvSpPr>
            <a:spLocks noGrp="1"/>
          </p:cNvSpPr>
          <p:nvPr>
            <p:ph type="body" sz="quarter" idx="16"/>
          </p:nvPr>
        </p:nvSpPr>
        <p:spPr bwMode="auto">
          <a:xfrm>
            <a:off x="584199" y="4575104"/>
            <a:ext cx="5364429"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647041974" name="Text Placeholder 3"/>
          <p:cNvSpPr>
            <a:spLocks noGrp="1"/>
          </p:cNvSpPr>
          <p:nvPr>
            <p:ph type="body" sz="quarter" idx="15"/>
          </p:nvPr>
        </p:nvSpPr>
        <p:spPr bwMode="auto">
          <a:xfrm>
            <a:off x="586390" y="4976443"/>
            <a:ext cx="536217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927362675" name="Picture Placeholder" descr="This photo is a 'placeholder' only. Drag or drop your photo here, or click and tap the center to insert a photo."/>
          <p:cNvSpPr>
            <a:spLocks noGrp="1"/>
          </p:cNvSpPr>
          <p:nvPr>
            <p:ph type="pic" sz="quarter" idx="20" hasCustomPrompt="1"/>
          </p:nvPr>
        </p:nvSpPr>
        <p:spPr bwMode="ltGray">
          <a:xfrm>
            <a:off x="6242049" y="1591310"/>
            <a:ext cx="5357813"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2012953267" name="Text Placeholder 11"/>
          <p:cNvSpPr>
            <a:spLocks noGrp="1"/>
          </p:cNvSpPr>
          <p:nvPr>
            <p:ph type="body" sz="quarter" idx="22"/>
          </p:nvPr>
        </p:nvSpPr>
        <p:spPr bwMode="auto">
          <a:xfrm>
            <a:off x="6243372" y="4575104"/>
            <a:ext cx="5356490"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532161320" name="Text Placeholder 3"/>
          <p:cNvSpPr>
            <a:spLocks noGrp="1"/>
          </p:cNvSpPr>
          <p:nvPr>
            <p:ph type="body" sz="quarter" idx="33"/>
          </p:nvPr>
        </p:nvSpPr>
        <p:spPr bwMode="auto">
          <a:xfrm>
            <a:off x="6252435" y="4976442"/>
            <a:ext cx="535759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927054552"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PhAnim="0" userDrawn="1">
  <p:cSld name="1_Three photos_with Captions">
    <p:bg>
      <p:bgRef idx="1001">
        <a:schemeClr val="bg1"/>
      </p:bgRef>
    </p:bg>
    <p:spTree>
      <p:nvGrpSpPr>
        <p:cNvPr id="1" name=""/>
        <p:cNvGrpSpPr/>
        <p:nvPr/>
      </p:nvGrpSpPr>
      <p:grpSpPr>
        <a:xfrm>
          <a:off x="0" y="0"/>
          <a:ext cx="0" cy="0"/>
          <a:chOff x="0" y="0"/>
          <a:chExt cx="0" cy="0"/>
        </a:xfrm>
      </p:grpSpPr>
      <p:sp>
        <p:nvSpPr>
          <p:cNvPr id="89512869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820167874" name="Picture Placeholder" descr="This photo is a 'placeholder' only. Drag or drop your photo here, or click and tap the center to insert a photo."/>
          <p:cNvSpPr>
            <a:spLocks noGrp="1"/>
          </p:cNvSpPr>
          <p:nvPr>
            <p:ph type="pic" sz="quarter" idx="19" hasCustomPrompt="1"/>
          </p:nvPr>
        </p:nvSpPr>
        <p:spPr bwMode="ltGray">
          <a:xfrm>
            <a:off x="58420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395734761" name="Text Placeholder 11"/>
          <p:cNvSpPr>
            <a:spLocks noGrp="1"/>
          </p:cNvSpPr>
          <p:nvPr>
            <p:ph type="body" sz="quarter" idx="16"/>
          </p:nvPr>
        </p:nvSpPr>
        <p:spPr bwMode="auto">
          <a:xfrm>
            <a:off x="584200" y="4575104"/>
            <a:ext cx="3479070"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660392618" name="Text Placeholder 3"/>
          <p:cNvSpPr>
            <a:spLocks noGrp="1"/>
          </p:cNvSpPr>
          <p:nvPr>
            <p:ph type="body" sz="quarter" idx="15"/>
          </p:nvPr>
        </p:nvSpPr>
        <p:spPr bwMode="auto">
          <a:xfrm>
            <a:off x="586390" y="4976443"/>
            <a:ext cx="3477610"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140782743" name="Picture Placeholder" descr="This photo is a 'placeholder' only. Drag or drop your photo here, or click and tap the center to insert a photo."/>
          <p:cNvSpPr>
            <a:spLocks noGrp="1"/>
          </p:cNvSpPr>
          <p:nvPr>
            <p:ph type="pic" sz="quarter" idx="20" hasCustomPrompt="1"/>
          </p:nvPr>
        </p:nvSpPr>
        <p:spPr bwMode="ltGray">
          <a:xfrm>
            <a:off x="435356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875367416" name="Text Placeholder 11"/>
          <p:cNvSpPr>
            <a:spLocks noGrp="1"/>
          </p:cNvSpPr>
          <p:nvPr>
            <p:ph type="body" sz="quarter" idx="22"/>
          </p:nvPr>
        </p:nvSpPr>
        <p:spPr bwMode="auto">
          <a:xfrm>
            <a:off x="4374792" y="4575104"/>
            <a:ext cx="3476891"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820957788" name="Text Placeholder 3"/>
          <p:cNvSpPr>
            <a:spLocks noGrp="1"/>
          </p:cNvSpPr>
          <p:nvPr>
            <p:ph type="body" sz="quarter" idx="33"/>
          </p:nvPr>
        </p:nvSpPr>
        <p:spPr bwMode="auto">
          <a:xfrm>
            <a:off x="4383855" y="4976442"/>
            <a:ext cx="3477610"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287975440" name="Picture Placeholder" descr="This photo is a 'placeholder' only. Drag or drop your photo here, or click and tap the center to insert a photo."/>
          <p:cNvSpPr>
            <a:spLocks noGrp="1"/>
          </p:cNvSpPr>
          <p:nvPr>
            <p:ph type="pic" sz="quarter" idx="21" hasCustomPrompt="1"/>
          </p:nvPr>
        </p:nvSpPr>
        <p:spPr bwMode="ltGray">
          <a:xfrm>
            <a:off x="8128000" y="1591309"/>
            <a:ext cx="3486092" cy="2684159"/>
          </a:xfrm>
          <a:prstGeom prst="rect">
            <a:avLst/>
          </a:prstGeom>
          <a:solidFill>
            <a:srgbClr val="F4F4F7"/>
          </a:solidFill>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2091110749" name="Text Placeholder 11"/>
          <p:cNvSpPr>
            <a:spLocks noGrp="1"/>
          </p:cNvSpPr>
          <p:nvPr>
            <p:ph type="body" sz="quarter" idx="24"/>
          </p:nvPr>
        </p:nvSpPr>
        <p:spPr bwMode="auto">
          <a:xfrm>
            <a:off x="8133626" y="4571913"/>
            <a:ext cx="3485370" cy="187857"/>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241571091" name="Text Placeholder 3"/>
          <p:cNvSpPr>
            <a:spLocks noGrp="1"/>
          </p:cNvSpPr>
          <p:nvPr>
            <p:ph type="body" sz="quarter" idx="34"/>
          </p:nvPr>
        </p:nvSpPr>
        <p:spPr bwMode="auto">
          <a:xfrm>
            <a:off x="8128000" y="4973784"/>
            <a:ext cx="3486092" cy="156547"/>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94838398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PhAnim="0" userDrawn="1">
  <p:cSld name="1_Four photos_with Captions">
    <p:bg>
      <p:bgRef idx="1001">
        <a:schemeClr val="bg1"/>
      </p:bgRef>
    </p:bg>
    <p:spTree>
      <p:nvGrpSpPr>
        <p:cNvPr id="1" name=""/>
        <p:cNvGrpSpPr/>
        <p:nvPr/>
      </p:nvGrpSpPr>
      <p:grpSpPr>
        <a:xfrm>
          <a:off x="0" y="0"/>
          <a:ext cx="0" cy="0"/>
          <a:chOff x="0" y="0"/>
          <a:chExt cx="0" cy="0"/>
        </a:xfrm>
      </p:grpSpPr>
      <p:sp>
        <p:nvSpPr>
          <p:cNvPr id="52750581"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114675470" name="Picture Placeholder" descr="This photo is a 'placeholder' only. Drag or drop your photo here, or click and tap the center to insert a photo."/>
          <p:cNvSpPr>
            <a:spLocks noGrp="1"/>
          </p:cNvSpPr>
          <p:nvPr>
            <p:ph type="pic" sz="quarter" idx="19"/>
          </p:nvPr>
        </p:nvSpPr>
        <p:spPr bwMode="ltGray">
          <a:xfrm>
            <a:off x="5842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483358303" name="Text Placeholder 11"/>
          <p:cNvSpPr>
            <a:spLocks noGrp="1"/>
          </p:cNvSpPr>
          <p:nvPr>
            <p:ph type="body" sz="quarter" idx="16"/>
          </p:nvPr>
        </p:nvSpPr>
        <p:spPr bwMode="auto">
          <a:xfrm>
            <a:off x="584200" y="4575104"/>
            <a:ext cx="2535699"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277760465" name="Text Placeholder 3"/>
          <p:cNvSpPr>
            <a:spLocks noGrp="1"/>
          </p:cNvSpPr>
          <p:nvPr>
            <p:ph type="body" sz="quarter" idx="15"/>
          </p:nvPr>
        </p:nvSpPr>
        <p:spPr bwMode="auto">
          <a:xfrm>
            <a:off x="586390"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265487274" name="Picture Placeholder" descr="This photo is a 'placeholder' only. Drag or drop your photo here, or click and tap the center to insert a photo."/>
          <p:cNvSpPr>
            <a:spLocks noGrp="1"/>
          </p:cNvSpPr>
          <p:nvPr>
            <p:ph type="pic" sz="quarter" idx="29"/>
          </p:nvPr>
        </p:nvSpPr>
        <p:spPr bwMode="ltGray">
          <a:xfrm>
            <a:off x="34290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655820833" name="Text Placeholder 11"/>
          <p:cNvSpPr>
            <a:spLocks noGrp="1"/>
          </p:cNvSpPr>
          <p:nvPr>
            <p:ph type="body" sz="quarter" idx="22"/>
          </p:nvPr>
        </p:nvSpPr>
        <p:spPr bwMode="auto">
          <a:xfrm>
            <a:off x="3413125" y="4575104"/>
            <a:ext cx="2534111"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632067843" name="Text Placeholder 3"/>
          <p:cNvSpPr>
            <a:spLocks noGrp="1"/>
          </p:cNvSpPr>
          <p:nvPr>
            <p:ph type="body" sz="quarter" idx="33"/>
          </p:nvPr>
        </p:nvSpPr>
        <p:spPr bwMode="auto">
          <a:xfrm>
            <a:off x="3422188"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310594818" name="Picture Placeholder" descr="This photo is a 'placeholder' only. Drag or drop your photo here, or click and tap the center to insert a photo."/>
          <p:cNvSpPr>
            <a:spLocks noGrp="1"/>
          </p:cNvSpPr>
          <p:nvPr>
            <p:ph type="pic" sz="quarter" idx="30"/>
          </p:nvPr>
        </p:nvSpPr>
        <p:spPr bwMode="ltGray">
          <a:xfrm>
            <a:off x="62484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711806213" name="Text Placeholder 11"/>
          <p:cNvSpPr>
            <a:spLocks noGrp="1"/>
          </p:cNvSpPr>
          <p:nvPr>
            <p:ph type="body" sz="quarter" idx="24"/>
          </p:nvPr>
        </p:nvSpPr>
        <p:spPr bwMode="auto">
          <a:xfrm>
            <a:off x="6240462" y="4575104"/>
            <a:ext cx="2534111"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727258810" name="Text Placeholder 3"/>
          <p:cNvSpPr>
            <a:spLocks noGrp="1"/>
          </p:cNvSpPr>
          <p:nvPr>
            <p:ph type="body" sz="quarter" idx="34"/>
          </p:nvPr>
        </p:nvSpPr>
        <p:spPr bwMode="auto">
          <a:xfrm>
            <a:off x="6234836"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067506322" name="Picture Placeholder" descr="This photo is a 'placeholder' only. Drag or drop your photo here, or click and tap the center to insert a photo."/>
          <p:cNvSpPr>
            <a:spLocks noGrp="1"/>
          </p:cNvSpPr>
          <p:nvPr>
            <p:ph type="pic" sz="quarter" idx="31"/>
          </p:nvPr>
        </p:nvSpPr>
        <p:spPr bwMode="ltGray">
          <a:xfrm>
            <a:off x="90678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2071699322" name="Text Placeholder 11"/>
          <p:cNvSpPr>
            <a:spLocks noGrp="1"/>
          </p:cNvSpPr>
          <p:nvPr>
            <p:ph type="body" sz="quarter" idx="26"/>
          </p:nvPr>
        </p:nvSpPr>
        <p:spPr bwMode="auto">
          <a:xfrm>
            <a:off x="9076259" y="4575104"/>
            <a:ext cx="2534111"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763416030" name="Text Placeholder 3"/>
          <p:cNvSpPr>
            <a:spLocks noGrp="1"/>
          </p:cNvSpPr>
          <p:nvPr>
            <p:ph type="body" sz="quarter" idx="35"/>
          </p:nvPr>
        </p:nvSpPr>
        <p:spPr bwMode="auto">
          <a:xfrm>
            <a:off x="9082208"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59065516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PhAnim="0" preserve="1" userDrawn="1">
  <p:cSld name="Summary">
    <p:spTree>
      <p:nvGrpSpPr>
        <p:cNvPr id="1" name=""/>
        <p:cNvGrpSpPr/>
        <p:nvPr/>
      </p:nvGrpSpPr>
      <p:grpSpPr>
        <a:xfrm>
          <a:off x="0" y="0"/>
          <a:ext cx="0" cy="0"/>
          <a:chOff x="0" y="0"/>
          <a:chExt cx="0" cy="0"/>
        </a:xfrm>
      </p:grpSpPr>
      <p:sp>
        <p:nvSpPr>
          <p:cNvPr id="824939523"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916264752" name="Footer Placeholder 10"/>
          <p:cNvSpPr>
            <a:spLocks noGrp="1"/>
          </p:cNvSpPr>
          <p:nvPr>
            <p:ph type="ftr" sz="quarter" idx="3"/>
          </p:nvPr>
        </p:nvSpPr>
        <p:spPr bwMode="auto">
          <a:xfrm>
            <a:off x="43561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574286123" name="Rectangle: Single Corner Rounded 5"/>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ct val="0"/>
              </a:spcBef>
              <a:spcAft>
                <a:spcPct val="0"/>
              </a:spcAft>
              <a:defRPr/>
            </a:pPr>
            <a:endParaRPr lang="en-US" sz="2400">
              <a:gradFill>
                <a:gsLst>
                  <a:gs pos="0">
                    <a:srgbClr val="FFFFFF"/>
                  </a:gs>
                  <a:gs pos="100000">
                    <a:srgbClr val="FFFFFF"/>
                  </a:gs>
                </a:gsLst>
                <a:lin ang="5400000" scaled="0"/>
              </a:gradFill>
              <a:ea typeface="Segoe UI"/>
              <a:cs typeface="Segoe UI"/>
            </a:endParaRPr>
          </a:p>
        </p:txBody>
      </p:sp>
      <p:sp>
        <p:nvSpPr>
          <p:cNvPr id="506623437" name="Text Placeholder 11"/>
          <p:cNvSpPr>
            <a:spLocks noGrp="1"/>
          </p:cNvSpPr>
          <p:nvPr>
            <p:ph type="body" sz="quarter" idx="17"/>
          </p:nvPr>
        </p:nvSpPr>
        <p:spPr bwMode="auto">
          <a:xfrm>
            <a:off x="4356039" y="1926472"/>
            <a:ext cx="5364224"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1657715573" name="Text Placeholder 3"/>
          <p:cNvSpPr>
            <a:spLocks noGrp="1"/>
          </p:cNvSpPr>
          <p:nvPr>
            <p:ph type="body" sz="quarter" idx="35"/>
          </p:nvPr>
        </p:nvSpPr>
        <p:spPr bwMode="auto">
          <a:xfrm>
            <a:off x="4358229" y="2578100"/>
            <a:ext cx="53619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067664640" name="Text Placeholder 11"/>
          <p:cNvSpPr>
            <a:spLocks noGrp="1"/>
          </p:cNvSpPr>
          <p:nvPr>
            <p:ph type="body" sz="quarter" idx="34"/>
          </p:nvPr>
        </p:nvSpPr>
        <p:spPr bwMode="auto">
          <a:xfrm>
            <a:off x="588263" y="2542117"/>
            <a:ext cx="2027938" cy="492443"/>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Tree>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PhAnim="0" preserve="1" userDrawn="1">
  <p:cSld name="2-column_Callout_with Image">
    <p:bg>
      <p:bgRef idx="1001">
        <a:schemeClr val="bg1"/>
      </p:bgRef>
    </p:bg>
    <p:spTree>
      <p:nvGrpSpPr>
        <p:cNvPr id="1" name=""/>
        <p:cNvGrpSpPr/>
        <p:nvPr/>
      </p:nvGrpSpPr>
      <p:grpSpPr>
        <a:xfrm>
          <a:off x="0" y="0"/>
          <a:ext cx="0" cy="0"/>
          <a:chOff x="0" y="0"/>
          <a:chExt cx="0" cy="0"/>
        </a:xfrm>
      </p:grpSpPr>
      <p:sp>
        <p:nvSpPr>
          <p:cNvPr id="1355338812" name="Footer Placeholder 10"/>
          <p:cNvSpPr>
            <a:spLocks noGrp="1"/>
          </p:cNvSpPr>
          <p:nvPr>
            <p:ph type="ftr" sz="quarter" idx="3"/>
          </p:nvPr>
        </p:nvSpPr>
        <p:spPr bwMode="auto">
          <a:xfrm>
            <a:off x="40640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48606333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776297788" name="Picture Placeholder" descr="This photo is a 'placeholder' only. Drag or drop your photo here, or click and tap the center to insert a photo."/>
          <p:cNvSpPr>
            <a:spLocks noGrp="1"/>
          </p:cNvSpPr>
          <p:nvPr>
            <p:ph type="pic" sz="quarter" idx="20" hasCustomPrompt="1"/>
          </p:nvPr>
        </p:nvSpPr>
        <p:spPr bwMode="ltGray">
          <a:xfrm>
            <a:off x="4064000" y="1292233"/>
            <a:ext cx="7535862" cy="3279767"/>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405494006" name="Text Placeholder 11"/>
          <p:cNvSpPr>
            <a:spLocks noGrp="1"/>
          </p:cNvSpPr>
          <p:nvPr>
            <p:ph type="body" sz="quarter" idx="22"/>
          </p:nvPr>
        </p:nvSpPr>
        <p:spPr bwMode="auto">
          <a:xfrm>
            <a:off x="4064000" y="4830309"/>
            <a:ext cx="7535862"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741329262" name="Text Placeholder 3"/>
          <p:cNvSpPr>
            <a:spLocks noGrp="1"/>
          </p:cNvSpPr>
          <p:nvPr>
            <p:ph type="body" sz="quarter" idx="33"/>
          </p:nvPr>
        </p:nvSpPr>
        <p:spPr bwMode="auto">
          <a:xfrm>
            <a:off x="4073063" y="5231647"/>
            <a:ext cx="7526800"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3793232" name="Rectangle: Single Corner Rounded 4"/>
          <p:cNvSpPr/>
          <p:nvPr userDrawn="1"/>
        </p:nvSpPr>
        <p:spPr bwMode="auto">
          <a:xfrm>
            <a:off x="-1" y="1292232"/>
            <a:ext cx="3121026" cy="55657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ct val="0"/>
              </a:spcBef>
              <a:spcAft>
                <a:spcPct val="0"/>
              </a:spcAft>
              <a:defRPr/>
            </a:pPr>
            <a:endParaRPr lang="en-US" sz="2400">
              <a:gradFill>
                <a:gsLst>
                  <a:gs pos="0">
                    <a:srgbClr val="FFFFFF"/>
                  </a:gs>
                  <a:gs pos="100000">
                    <a:srgbClr val="FFFFFF"/>
                  </a:gs>
                </a:gsLst>
                <a:lin ang="5400000" scaled="0"/>
              </a:gradFill>
              <a:ea typeface="Segoe UI"/>
              <a:cs typeface="Segoe UI"/>
            </a:endParaRPr>
          </a:p>
        </p:txBody>
      </p:sp>
      <p:sp>
        <p:nvSpPr>
          <p:cNvPr id="1384794526" name="Text Placeholder 11"/>
          <p:cNvSpPr>
            <a:spLocks noGrp="1"/>
          </p:cNvSpPr>
          <p:nvPr>
            <p:ph type="body" sz="quarter" idx="34"/>
          </p:nvPr>
        </p:nvSpPr>
        <p:spPr bwMode="auto">
          <a:xfrm>
            <a:off x="588262" y="2210101"/>
            <a:ext cx="2113253" cy="492443"/>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PhAnim="0" preserve="1" userDrawn="1">
  <p:cSld name="Learn Clickdown">
    <p:bg>
      <p:bgPr>
        <a:solidFill>
          <a:srgbClr val="E8E6DF"/>
        </a:solidFill>
        <a:effectLst/>
      </p:bgPr>
    </p:bg>
    <p:spTree>
      <p:nvGrpSpPr>
        <p:cNvPr id="1" name=""/>
        <p:cNvGrpSpPr/>
        <p:nvPr/>
      </p:nvGrpSpPr>
      <p:grpSpPr>
        <a:xfrm>
          <a:off x="0" y="0"/>
          <a:ext cx="0" cy="0"/>
          <a:chOff x="0" y="0"/>
          <a:chExt cx="0" cy="0"/>
        </a:xfrm>
      </p:grpSpPr>
      <p:sp>
        <p:nvSpPr>
          <p:cNvPr id="1880213726" name="Rectangle 5"/>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ct val="0"/>
              </a:spcBef>
              <a:spcAft>
                <a:spcPct val="0"/>
              </a:spcAft>
              <a:defRPr/>
            </a:pPr>
            <a:endParaRPr lang="en-US" sz="2400">
              <a:gradFill>
                <a:gsLst>
                  <a:gs pos="0">
                    <a:srgbClr val="FFFFFF"/>
                  </a:gs>
                  <a:gs pos="100000">
                    <a:srgbClr val="FFFFFF"/>
                  </a:gs>
                </a:gsLst>
                <a:lin ang="5400000" scaled="0"/>
              </a:gradFill>
              <a:ea typeface="Segoe UI"/>
              <a:cs typeface="Segoe UI"/>
            </a:endParaRPr>
          </a:p>
        </p:txBody>
      </p:sp>
      <p:sp>
        <p:nvSpPr>
          <p:cNvPr id="206134109" name="Rectangle: Top Corners Rounded 1"/>
          <p:cNvSpPr/>
          <p:nvPr userDrawn="1"/>
        </p:nvSpPr>
        <p:spPr bwMode="auto">
          <a:xfrm rot="16199998"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a:lnSpc>
                <a:spcPct val="100000"/>
              </a:lnSpc>
              <a:spcBef>
                <a:spcPct val="0"/>
              </a:spcBef>
              <a:spcAft>
                <a:spcPct val="0"/>
              </a:spcAft>
              <a:buClrTx/>
              <a:buSzTx/>
              <a:buFontTx/>
              <a:buNone/>
              <a:defRPr/>
            </a:pPr>
            <a:endParaRPr lang="en-US" sz="2000" b="0" i="0" u="none" strike="noStrike" cap="none" spc="0" baseline="30000">
              <a:ln>
                <a:noFill/>
              </a:ln>
              <a:solidFill>
                <a:srgbClr val="FFFFFF"/>
              </a:solidFill>
              <a:latin typeface="Segoe UI"/>
              <a:ea typeface="+mn-ea"/>
              <a:cs typeface="+mn-cs"/>
            </a:endParaRPr>
          </a:p>
        </p:txBody>
      </p:sp>
      <p:pic>
        <p:nvPicPr>
          <p:cNvPr id="1657572633" name="Picture 2"/>
          <p:cNvPicPr>
            <a:picLocks noChangeAspect="1"/>
          </p:cNvPicPr>
          <p:nvPr userDrawn="1"/>
        </p:nvPicPr>
        <p:blipFill>
          <a:blip r:embed="rId2"/>
          <a:srcRect l="15" r="15210"/>
          <a:stretch>
            <a:fillRect/>
          </a:stretch>
        </p:blipFill>
        <p:spPr bwMode="auto">
          <a:xfrm>
            <a:off x="7458887" y="1759165"/>
            <a:ext cx="4737876" cy="3870680"/>
          </a:xfrm>
          <a:prstGeom prst="rect">
            <a:avLst/>
          </a:prstGeom>
          <a:noFill/>
          <a:ln w="38100">
            <a:noFill/>
          </a:ln>
          <a:effectLst/>
        </p:spPr>
      </p:pic>
      <p:sp>
        <p:nvSpPr>
          <p:cNvPr id="1505278847" name="Picture Placeholder" descr="This photo is a 'placeholder' only. Drag or drop your photo here, or click and tap the center to insert a photo."/>
          <p:cNvSpPr>
            <a:spLocks noGrp="1"/>
          </p:cNvSpPr>
          <p:nvPr>
            <p:ph type="pic" sz="quarter" idx="20" hasCustomPrompt="1"/>
          </p:nvPr>
        </p:nvSpPr>
        <p:spPr bwMode="ltGray">
          <a:xfrm>
            <a:off x="7724774"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website screenshot here or click or tap icon below to insert</a:t>
            </a:r>
            <a:endParaRPr/>
          </a:p>
          <a:p>
            <a:pPr>
              <a:defRPr/>
            </a:pPr>
            <a:endParaRPr lang="en-US"/>
          </a:p>
          <a:p>
            <a:pPr>
              <a:defRPr/>
            </a:pPr>
            <a:endParaRPr lang="en-US"/>
          </a:p>
        </p:txBody>
      </p:sp>
      <p:sp>
        <p:nvSpPr>
          <p:cNvPr id="1643000857" name="Title 1"/>
          <p:cNvSpPr>
            <a:spLocks noGrp="1"/>
          </p:cNvSpPr>
          <p:nvPr>
            <p:ph type="title"/>
          </p:nvPr>
        </p:nvSpPr>
        <p:spPr bwMode="auto">
          <a:xfrm>
            <a:off x="588262" y="585216"/>
            <a:ext cx="5652201"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560457795" name="Text Placeholder 11"/>
          <p:cNvSpPr>
            <a:spLocks noGrp="1"/>
          </p:cNvSpPr>
          <p:nvPr>
            <p:ph type="body" sz="quarter" idx="16"/>
          </p:nvPr>
        </p:nvSpPr>
        <p:spPr bwMode="auto">
          <a:xfrm>
            <a:off x="584199" y="1594155"/>
            <a:ext cx="5654573"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110464682" name="Text Placeholder 3"/>
          <p:cNvSpPr>
            <a:spLocks noGrp="1"/>
          </p:cNvSpPr>
          <p:nvPr>
            <p:ph type="body" sz="quarter" idx="15"/>
          </p:nvPr>
        </p:nvSpPr>
        <p:spPr bwMode="auto">
          <a:xfrm>
            <a:off x="586388" y="2085764"/>
            <a:ext cx="565220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34343532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PhAnim="0" preserve="1" userDrawn="1">
  <p:cSld name="Blank_with Head">
    <p:spTree>
      <p:nvGrpSpPr>
        <p:cNvPr id="1" name=""/>
        <p:cNvGrpSpPr/>
        <p:nvPr/>
      </p:nvGrpSpPr>
      <p:grpSpPr>
        <a:xfrm>
          <a:off x="0" y="0"/>
          <a:ext cx="0" cy="0"/>
          <a:chOff x="0" y="0"/>
          <a:chExt cx="0" cy="0"/>
        </a:xfrm>
      </p:grpSpPr>
      <p:sp>
        <p:nvSpPr>
          <p:cNvPr id="28995841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20211375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PhAnim="0" preserve="1" userDrawn="1">
  <p:cSld name="Blank_with Head_Off-white">
    <p:bg>
      <p:bgPr>
        <a:solidFill>
          <a:srgbClr val="F4F3F5"/>
        </a:solidFill>
        <a:effectLst/>
      </p:bgPr>
    </p:bg>
    <p:spTree>
      <p:nvGrpSpPr>
        <p:cNvPr id="1" name=""/>
        <p:cNvGrpSpPr/>
        <p:nvPr/>
      </p:nvGrpSpPr>
      <p:grpSpPr>
        <a:xfrm>
          <a:off x="0" y="0"/>
          <a:ext cx="0" cy="0"/>
          <a:chOff x="0" y="0"/>
          <a:chExt cx="0" cy="0"/>
        </a:xfrm>
      </p:grpSpPr>
      <p:sp>
        <p:nvSpPr>
          <p:cNvPr id="176813841"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02015015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PhAnim="0" preserve="1" userDrawn="1">
  <p:cSld name="Blank_with Head_WmGray">
    <p:bg>
      <p:bgPr>
        <a:solidFill>
          <a:srgbClr val="E8E6DF"/>
        </a:solidFill>
        <a:effectLst/>
      </p:bgPr>
    </p:bg>
    <p:spTree>
      <p:nvGrpSpPr>
        <p:cNvPr id="1" name=""/>
        <p:cNvGrpSpPr/>
        <p:nvPr/>
      </p:nvGrpSpPr>
      <p:grpSpPr>
        <a:xfrm>
          <a:off x="0" y="0"/>
          <a:ext cx="0" cy="0"/>
          <a:chOff x="0" y="0"/>
          <a:chExt cx="0" cy="0"/>
        </a:xfrm>
      </p:grpSpPr>
      <p:sp>
        <p:nvSpPr>
          <p:cNvPr id="74395886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27607437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PhAnim="0" preserve="1" userDrawn="1">
  <p:cSld name="1-column container">
    <p:spTree>
      <p:nvGrpSpPr>
        <p:cNvPr id="1" name=""/>
        <p:cNvGrpSpPr/>
        <p:nvPr/>
      </p:nvGrpSpPr>
      <p:grpSpPr>
        <a:xfrm>
          <a:off x="0" y="0"/>
          <a:ext cx="0" cy="0"/>
          <a:chOff x="0" y="0"/>
          <a:chExt cx="0" cy="0"/>
        </a:xfrm>
      </p:grpSpPr>
      <p:sp>
        <p:nvSpPr>
          <p:cNvPr id="1162094957"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55553218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840167718" name="Rounded Rectangle 3_1"/>
          <p:cNvSpPr/>
          <p:nvPr userDrawn="1"/>
        </p:nvSpPr>
        <p:spPr bwMode="auto">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a:lnSpc>
                <a:spcPct val="100000"/>
              </a:lnSpc>
              <a:spcBef>
                <a:spcPct val="0"/>
              </a:spcBef>
              <a:spcAft>
                <a:spcPct val="0"/>
              </a:spcAft>
              <a:buClrTx/>
              <a:buSzPct val="90000"/>
              <a:buFontTx/>
              <a:buNone/>
              <a:defRPr/>
            </a:pPr>
            <a:endParaRPr lang="en-US" sz="1800" b="0" i="0" u="none" strike="noStrike" cap="none" spc="0">
              <a:ln>
                <a:noFill/>
              </a:ln>
              <a:solidFill>
                <a:srgbClr val="000000"/>
              </a:solidFill>
              <a:latin typeface="Segoe UI"/>
              <a:ea typeface="+mn-ea"/>
              <a:cs typeface="Segoe UI"/>
            </a:endParaRPr>
          </a:p>
        </p:txBody>
      </p:sp>
      <p:sp>
        <p:nvSpPr>
          <p:cNvPr id="1682374432" name="Text Placeholder 11"/>
          <p:cNvSpPr>
            <a:spLocks noGrp="1"/>
          </p:cNvSpPr>
          <p:nvPr>
            <p:ph type="body" sz="quarter" idx="17"/>
          </p:nvPr>
        </p:nvSpPr>
        <p:spPr bwMode="auto">
          <a:xfrm>
            <a:off x="1235075" y="1771955"/>
            <a:ext cx="8778782"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1875284221" name="Text Placeholder 3"/>
          <p:cNvSpPr>
            <a:spLocks noGrp="1"/>
          </p:cNvSpPr>
          <p:nvPr>
            <p:ph type="body" sz="quarter" idx="15"/>
          </p:nvPr>
        </p:nvSpPr>
        <p:spPr bwMode="auto">
          <a:xfrm>
            <a:off x="1237265" y="2263564"/>
            <a:ext cx="87750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Tree>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PhAnim="0" preserve="1" userDrawn="1">
  <p:cSld name="Knowledge Check">
    <p:spTree>
      <p:nvGrpSpPr>
        <p:cNvPr id="1" name=""/>
        <p:cNvGrpSpPr/>
        <p:nvPr/>
      </p:nvGrpSpPr>
      <p:grpSpPr>
        <a:xfrm>
          <a:off x="0" y="0"/>
          <a:ext cx="0" cy="0"/>
          <a:chOff x="0" y="0"/>
          <a:chExt cx="0" cy="0"/>
        </a:xfrm>
      </p:grpSpPr>
      <p:sp>
        <p:nvSpPr>
          <p:cNvPr id="1302615706"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42900092"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958570281" name="Rounded Rectangle 3_1"/>
          <p:cNvSpPr/>
          <p:nvPr userDrawn="1"/>
        </p:nvSpPr>
        <p:spPr bwMode="auto">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a:lnSpc>
                <a:spcPct val="100000"/>
              </a:lnSpc>
              <a:spcBef>
                <a:spcPct val="0"/>
              </a:spcBef>
              <a:spcAft>
                <a:spcPct val="0"/>
              </a:spcAft>
              <a:buClrTx/>
              <a:buSzPct val="90000"/>
              <a:buFontTx/>
              <a:buNone/>
              <a:defRPr/>
            </a:pPr>
            <a:endParaRPr lang="en-US" sz="1800" b="0" i="0" u="none" strike="noStrike" cap="none" spc="0">
              <a:ln>
                <a:noFill/>
              </a:ln>
              <a:solidFill>
                <a:srgbClr val="000000"/>
              </a:solidFill>
              <a:latin typeface="Segoe UI"/>
              <a:ea typeface="+mn-ea"/>
              <a:cs typeface="Segoe UI"/>
            </a:endParaRPr>
          </a:p>
        </p:txBody>
      </p:sp>
      <p:sp>
        <p:nvSpPr>
          <p:cNvPr id="1978885973" name="Text Placeholder 11"/>
          <p:cNvSpPr>
            <a:spLocks noGrp="1"/>
          </p:cNvSpPr>
          <p:nvPr>
            <p:ph type="body" sz="quarter" idx="17"/>
          </p:nvPr>
        </p:nvSpPr>
        <p:spPr bwMode="auto">
          <a:xfrm>
            <a:off x="1235075" y="1594151"/>
            <a:ext cx="8778782" cy="399973"/>
          </a:xfrm>
          <a:prstGeom prst="rect">
            <a:avLst/>
          </a:prstGeom>
        </p:spPr>
        <p:txBody>
          <a:bodyPr anchor="t"/>
          <a:lstStyle>
            <a:lvl1pPr marL="0" indent="0">
              <a:spcBef>
                <a:spcPct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389726281" name="Text Placeholder 3"/>
          <p:cNvSpPr>
            <a:spLocks noGrp="1"/>
          </p:cNvSpPr>
          <p:nvPr>
            <p:ph type="body" sz="quarter" idx="15"/>
          </p:nvPr>
        </p:nvSpPr>
        <p:spPr bwMode="auto">
          <a:xfrm>
            <a:off x="1237265" y="1994124"/>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grpSp>
        <p:nvGrpSpPr>
          <p:cNvPr id="2007286953" name="Group 6"/>
          <p:cNvGrpSpPr/>
          <p:nvPr userDrawn="1"/>
        </p:nvGrpSpPr>
        <p:grpSpPr>
          <a:xfrm>
            <a:off x="10107938" y="893763"/>
            <a:ext cx="1110600" cy="1110600"/>
            <a:chOff x="5540700" y="2116300"/>
            <a:chExt cx="1110600" cy="1110600"/>
          </a:xfrm>
        </p:grpSpPr>
        <p:sp>
          <p:nvSpPr>
            <p:cNvPr id="8" name="Oval 7"/>
            <p:cNvSpPr/>
            <p:nvPr/>
          </p:nvSpPr>
          <p:spPr bwMode="auto">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a:lnSpc>
                  <a:spcPct val="100000"/>
                </a:lnSpc>
                <a:spcBef>
                  <a:spcPct val="0"/>
                </a:spcBef>
                <a:spcAft>
                  <a:spcPct val="0"/>
                </a:spcAft>
                <a:buClrTx/>
                <a:buSzTx/>
                <a:buFontTx/>
                <a:buNone/>
                <a:defRPr/>
              </a:pPr>
              <a:endParaRPr lang="en-US" sz="1800" b="0" i="0" u="none" strike="noStrike" cap="none" spc="0">
                <a:ln>
                  <a:noFill/>
                </a:ln>
                <a:solidFill>
                  <a:srgbClr val="FFFFFF"/>
                </a:solidFill>
                <a:latin typeface="Segoe UI"/>
                <a:ea typeface="+mn-ea"/>
                <a:cs typeface="+mn-cs"/>
              </a:endParaRPr>
            </a:p>
          </p:txBody>
        </p:sp>
        <p:pic>
          <p:nvPicPr>
            <p:cNvPr id="9" name="Picture 8"/>
            <p:cNvPicPr/>
            <p:nvPr/>
          </p:nvPicPr>
          <p:blipFill>
            <a:blip r:embed="rId2"/>
            <a:stretch>
              <a:fillRect/>
            </a:stretch>
          </p:blipFill>
          <p:spPr bwMode="auto">
            <a:xfrm>
              <a:off x="5749602" y="2325202"/>
              <a:ext cx="692796" cy="692796"/>
            </a:xfrm>
            <a:prstGeom prst="rect">
              <a:avLst/>
            </a:prstGeom>
            <a:noFill/>
          </p:spPr>
        </p:pic>
      </p:grpSp>
      <p:sp>
        <p:nvSpPr>
          <p:cNvPr id="1448260334" name="Text Placeholder 11"/>
          <p:cNvSpPr>
            <a:spLocks noGrp="1"/>
          </p:cNvSpPr>
          <p:nvPr>
            <p:ph type="body" sz="quarter" idx="20"/>
          </p:nvPr>
        </p:nvSpPr>
        <p:spPr bwMode="auto">
          <a:xfrm>
            <a:off x="1235075" y="4492432"/>
            <a:ext cx="8778782" cy="406322"/>
          </a:xfrm>
          <a:prstGeom prst="rect">
            <a:avLst/>
          </a:prstGeom>
        </p:spPr>
        <p:txBody>
          <a:bodyPr anchor="t"/>
          <a:lstStyle>
            <a:lvl1pPr marL="0" indent="0">
              <a:spcBef>
                <a:spcPct val="0"/>
              </a:spcBef>
              <a:buNone/>
              <a:defRPr sz="1400">
                <a:solidFill>
                  <a:schemeClr val="tx1"/>
                </a:solidFill>
                <a:latin typeface="+mj-lt"/>
              </a:defRPr>
            </a:lvl1pPr>
          </a:lstStyle>
          <a:p>
            <a:pPr lvl="0">
              <a:defRPr/>
            </a:pPr>
            <a:r>
              <a:rPr lang="en-US"/>
              <a:t>Click to edit Master text styles</a:t>
            </a:r>
            <a:endParaRPr/>
          </a:p>
        </p:txBody>
      </p:sp>
      <p:sp>
        <p:nvSpPr>
          <p:cNvPr id="186971858" name="Text Placeholder 3"/>
          <p:cNvSpPr>
            <a:spLocks noGrp="1"/>
          </p:cNvSpPr>
          <p:nvPr>
            <p:ph type="body" sz="quarter" idx="21"/>
          </p:nvPr>
        </p:nvSpPr>
        <p:spPr bwMode="auto">
          <a:xfrm>
            <a:off x="1237265" y="4898755"/>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678832084" name="Text Placeholder 11"/>
          <p:cNvSpPr>
            <a:spLocks noGrp="1"/>
          </p:cNvSpPr>
          <p:nvPr>
            <p:ph type="body" sz="quarter" idx="22"/>
          </p:nvPr>
        </p:nvSpPr>
        <p:spPr bwMode="auto">
          <a:xfrm>
            <a:off x="1235075" y="3042690"/>
            <a:ext cx="8778782" cy="406323"/>
          </a:xfrm>
          <a:prstGeom prst="rect">
            <a:avLst/>
          </a:prstGeom>
        </p:spPr>
        <p:txBody>
          <a:bodyPr anchor="t"/>
          <a:lstStyle>
            <a:lvl1pPr marL="0" indent="0">
              <a:spcBef>
                <a:spcPct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1220096238" name="Text Placeholder 3"/>
          <p:cNvSpPr>
            <a:spLocks noGrp="1"/>
          </p:cNvSpPr>
          <p:nvPr>
            <p:ph type="body" sz="quarter" idx="23"/>
          </p:nvPr>
        </p:nvSpPr>
        <p:spPr bwMode="auto">
          <a:xfrm>
            <a:off x="1237265" y="3449013"/>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PhAnim="0" preserve="1" userDrawn="1">
  <p:cSld name="LearningPath1_WmGray">
    <p:bg>
      <p:bgPr>
        <a:solidFill>
          <a:srgbClr val="E8E6DF"/>
        </a:solidFill>
        <a:effectLst/>
      </p:bgPr>
    </p:bg>
    <p:spTree>
      <p:nvGrpSpPr>
        <p:cNvPr id="1" name=""/>
        <p:cNvGrpSpPr/>
        <p:nvPr/>
      </p:nvGrpSpPr>
      <p:grpSpPr>
        <a:xfrm>
          <a:off x="0" y="0"/>
          <a:ext cx="0" cy="0"/>
          <a:chOff x="0" y="0"/>
          <a:chExt cx="0" cy="0"/>
        </a:xfrm>
      </p:grpSpPr>
      <p:sp>
        <p:nvSpPr>
          <p:cNvPr id="1893867903"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81890017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1915275690" name="Graphic 5"/>
          <p:cNvPicPr>
            <a:picLocks noChangeAspect="1"/>
          </p:cNvPicPr>
          <p:nvPr userDrawn="1"/>
        </p:nvPicPr>
        <p:blipFill>
          <a:blip r:embed="rId2"/>
          <a:stretch>
            <a:fillRect/>
          </a:stretch>
        </p:blipFill>
        <p:spPr bwMode="auto">
          <a:xfrm>
            <a:off x="-1" y="2827846"/>
            <a:ext cx="12192001" cy="3035200"/>
          </a:xfrm>
          <a:prstGeom prst="rect">
            <a:avLst/>
          </a:prstGeom>
        </p:spPr>
      </p:pic>
    </p:spTree>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PhAnim="0" preserve="1" userDrawn="1">
  <p:cSld name="LearningPath3_OffWhite">
    <p:bg>
      <p:bgPr>
        <a:solidFill>
          <a:srgbClr val="F4F3F5"/>
        </a:solidFill>
        <a:effectLst/>
      </p:bgPr>
    </p:bg>
    <p:spTree>
      <p:nvGrpSpPr>
        <p:cNvPr id="1" name=""/>
        <p:cNvGrpSpPr/>
        <p:nvPr/>
      </p:nvGrpSpPr>
      <p:grpSpPr>
        <a:xfrm>
          <a:off x="0" y="0"/>
          <a:ext cx="0" cy="0"/>
          <a:chOff x="0" y="0"/>
          <a:chExt cx="0" cy="0"/>
        </a:xfrm>
      </p:grpSpPr>
      <p:sp>
        <p:nvSpPr>
          <p:cNvPr id="187630160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559394952"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1438854522" name="Graphic 4"/>
          <p:cNvPicPr>
            <a:picLocks noChangeAspect="1"/>
          </p:cNvPicPr>
          <p:nvPr userDrawn="1"/>
        </p:nvPicPr>
        <p:blipFill>
          <a:blip r:embed="rId2"/>
          <a:stretch>
            <a:fillRect/>
          </a:stretch>
        </p:blipFill>
        <p:spPr bwMode="auto">
          <a:xfrm>
            <a:off x="-1" y="3144660"/>
            <a:ext cx="12192001" cy="3035200"/>
          </a:xfrm>
          <a:prstGeom prst="rect">
            <a:avLst/>
          </a:prstGeom>
        </p:spPr>
      </p:pic>
    </p:spTree>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PhAnim="0" preserve="1" userDrawn="1">
  <p:cSld name="Developer code full page">
    <p:bg>
      <p:bgPr>
        <a:solidFill>
          <a:srgbClr val="E8E6DF"/>
        </a:solidFill>
        <a:effectLst/>
      </p:bgPr>
    </p:bg>
    <p:spTree>
      <p:nvGrpSpPr>
        <p:cNvPr id="1" name=""/>
        <p:cNvGrpSpPr/>
        <p:nvPr/>
      </p:nvGrpSpPr>
      <p:grpSpPr>
        <a:xfrm>
          <a:off x="0" y="0"/>
          <a:ext cx="0" cy="0"/>
          <a:chOff x="0" y="0"/>
          <a:chExt cx="0" cy="0"/>
        </a:xfrm>
      </p:grpSpPr>
      <p:sp>
        <p:nvSpPr>
          <p:cNvPr id="759904134" name="Text Placeholder 14"/>
          <p:cNvSpPr>
            <a:spLocks noGrp="1"/>
          </p:cNvSpPr>
          <p:nvPr>
            <p:ph type="body" sz="quarter" idx="13" hasCustomPrompt="1"/>
          </p:nvPr>
        </p:nvSpPr>
        <p:spPr bwMode="auto">
          <a:xfrm>
            <a:off x="0" y="0"/>
            <a:ext cx="3788358" cy="446148"/>
          </a:xfrm>
          <a:prstGeom prst="rect">
            <a:avLst/>
          </a:prstGeom>
          <a:gradFill>
            <a:gsLst>
              <a:gs pos="0">
                <a:srgbClr val="000000"/>
              </a:gs>
              <a:gs pos="92000">
                <a:srgbClr val="000000"/>
              </a:gs>
              <a:gs pos="92000">
                <a:schemeClr val="accent3"/>
              </a:gs>
            </a:gsLst>
            <a:lin ang="16200000" scaled="1"/>
          </a:gradFill>
        </p:spPr>
        <p:txBody>
          <a:bodyPr vert="horz" wrap="square" lIns="585216" tIns="91440" rIns="0" bIns="45720" rtlCol="0">
            <a:spAutoFit/>
          </a:bodyPr>
          <a:lstStyle>
            <a:lvl1pPr marL="0" indent="0">
              <a:buNone/>
              <a:defRPr lang="en-US" sz="2000" b="0" i="0" u="none" strike="noStrike" cap="none">
                <a:ln>
                  <a:noFill/>
                </a:ln>
                <a:solidFill>
                  <a:srgbClr val="FFFFFF"/>
                </a:solidFill>
                <a:latin typeface="Segoe UI Semibold"/>
              </a:defRPr>
            </a:lvl1pPr>
          </a:lstStyle>
          <a:p>
            <a:pPr marL="228600" lvl="0" indent="-228600">
              <a:defRPr/>
            </a:pPr>
            <a:r>
              <a:rPr lang="en-US"/>
              <a:t>Click to enter title</a:t>
            </a:r>
            <a:endParaRPr/>
          </a:p>
        </p:txBody>
      </p:sp>
      <p:sp>
        <p:nvSpPr>
          <p:cNvPr id="314997897" name="Footer Placeholder 10"/>
          <p:cNvSpPr>
            <a:spLocks noGrp="1"/>
          </p:cNvSpPr>
          <p:nvPr>
            <p:ph type="ftr" sz="quarter" idx="3"/>
          </p:nvPr>
        </p:nvSpPr>
        <p:spPr bwMode="auto">
          <a:xfrm>
            <a:off x="7448551" y="6421083"/>
            <a:ext cx="4151312" cy="197976"/>
          </a:xfrm>
          <a:prstGeom prst="rect">
            <a:avLst/>
          </a:prstGeom>
        </p:spPr>
        <p:txBody>
          <a:bodyPr vert="horz" lIns="0" tIns="0" rIns="0" bIns="0" rtlCol="0" anchor="ctr"/>
          <a:lstStyle>
            <a:lvl1pPr marL="0" algn="r"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011845607" name="Text Placeholder 3"/>
          <p:cNvSpPr txBox="1"/>
          <p:nvPr userDrawn="1"/>
        </p:nvSpPr>
        <p:spPr bwMode="auto">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a:lnSpc>
                <a:spcPct val="150000"/>
              </a:lnSpc>
              <a:spcBef>
                <a:spcPct val="0"/>
              </a:spcBef>
              <a:spcAft>
                <a:spcPts val="600"/>
              </a:spcAft>
              <a:buClr>
                <a:schemeClr val="bg1"/>
              </a:buClr>
              <a:buSzPct val="120000"/>
              <a:buFontTx/>
              <a:buNone/>
              <a:defRPr lang="en-US" sz="1400" b="0" i="0">
                <a:solidFill>
                  <a:schemeClr val="tx1"/>
                </a:solidFill>
                <a:latin typeface="Consolas"/>
                <a:ea typeface="Segoe UI Semibold"/>
                <a:cs typeface="Segoe UI Semibold"/>
              </a:defRPr>
            </a:lvl1pPr>
            <a:lvl2pPr marL="0" indent="0" algn="l" defTabSz="914132" rtl="0">
              <a:lnSpc>
                <a:spcPct val="110000"/>
              </a:lnSpc>
              <a:spcBef>
                <a:spcPct val="0"/>
              </a:spcBef>
              <a:spcAft>
                <a:spcPts val="600"/>
              </a:spcAft>
              <a:buClrTx/>
              <a:buSzPct val="110000"/>
              <a:buFont typeface="Arial"/>
              <a:buNone/>
              <a:defRPr lang="en-US" sz="2000" b="0" i="0">
                <a:solidFill>
                  <a:schemeClr val="tx1"/>
                </a:solidFill>
                <a:latin typeface="Segoe UI"/>
                <a:ea typeface="Segoe UI"/>
                <a:cs typeface="Segoe UI"/>
              </a:defRPr>
            </a:lvl2pPr>
            <a:lvl3pPr marL="288924" indent="-222250" algn="l" defTabSz="914132" rtl="0">
              <a:lnSpc>
                <a:spcPct val="110000"/>
              </a:lnSpc>
              <a:spcBef>
                <a:spcPct val="0"/>
              </a:spcBef>
              <a:spcAft>
                <a:spcPts val="600"/>
              </a:spcAft>
              <a:buClrTx/>
              <a:buSzPct val="120000"/>
              <a:buFont typeface="Arial"/>
              <a:buChar char="•"/>
              <a:defRPr lang="en-US" sz="2000" b="0" i="0">
                <a:solidFill>
                  <a:schemeClr val="tx1"/>
                </a:solidFill>
                <a:latin typeface="Segoe UI"/>
                <a:ea typeface="Segoe UI"/>
                <a:cs typeface="Segoe UI"/>
              </a:defRPr>
            </a:lvl3pPr>
            <a:lvl4pPr marL="631825" indent="-182880" algn="l" defTabSz="914132" rtl="0">
              <a:lnSpc>
                <a:spcPct val="110000"/>
              </a:lnSpc>
              <a:spcBef>
                <a:spcPct val="0"/>
              </a:spcBef>
              <a:spcAft>
                <a:spcPts val="600"/>
              </a:spcAft>
              <a:buClrTx/>
              <a:buFont typeface="Arial"/>
              <a:buChar char="•"/>
              <a:defRPr lang="en-US" sz="1800" b="0" i="0">
                <a:solidFill>
                  <a:schemeClr val="tx1"/>
                </a:solidFill>
                <a:latin typeface="Segoe UI"/>
                <a:ea typeface="Segoe UI"/>
                <a:cs typeface="Segoe UI"/>
              </a:defRPr>
            </a:lvl4pPr>
            <a:lvl5pPr marL="1162685" indent="-194310" algn="l" defTabSz="914132" rtl="0">
              <a:lnSpc>
                <a:spcPct val="110000"/>
              </a:lnSpc>
              <a:spcBef>
                <a:spcPts val="500"/>
              </a:spcBef>
              <a:buClr>
                <a:schemeClr val="tx1"/>
              </a:buClr>
              <a:buFont typeface="Arial"/>
              <a:buChar char="•"/>
              <a:defRPr lang="en-US" sz="1600" b="0" i="0">
                <a:solidFill>
                  <a:schemeClr val="tx1"/>
                </a:solidFill>
                <a:latin typeface="Segoe UI"/>
                <a:ea typeface="Segoe UI"/>
                <a:cs typeface="Segoe UI"/>
              </a:defRPr>
            </a:lvl5pPr>
            <a:lvl6pPr marL="1873781" indent="-228533" algn="l" defTabSz="914132" rtl="0">
              <a:lnSpc>
                <a:spcPct val="110000"/>
              </a:lnSpc>
              <a:spcBef>
                <a:spcPts val="500"/>
              </a:spcBef>
              <a:buFont typeface="Arial"/>
              <a:buChar char="•"/>
              <a:defRPr sz="1400">
                <a:solidFill>
                  <a:schemeClr val="tx1"/>
                </a:solidFill>
                <a:latin typeface="+mn-lt"/>
                <a:ea typeface="+mn-ea"/>
                <a:cs typeface="+mn-cs"/>
              </a:defRPr>
            </a:lvl6pPr>
            <a:lvl7pPr marL="2970926" indent="-228533" algn="l" defTabSz="914132" rtl="0">
              <a:lnSpc>
                <a:spcPct val="90000"/>
              </a:lnSpc>
              <a:spcBef>
                <a:spcPts val="500"/>
              </a:spcBef>
              <a:buFont typeface="Arial"/>
              <a:buChar char="•"/>
              <a:defRPr sz="1900">
                <a:solidFill>
                  <a:schemeClr val="tx1"/>
                </a:solidFill>
                <a:latin typeface="+mn-lt"/>
                <a:ea typeface="+mn-ea"/>
                <a:cs typeface="+mn-cs"/>
              </a:defRPr>
            </a:lvl7pPr>
            <a:lvl8pPr marL="3427992" indent="-228533" algn="l" defTabSz="914132" rtl="0">
              <a:lnSpc>
                <a:spcPct val="90000"/>
              </a:lnSpc>
              <a:spcBef>
                <a:spcPts val="500"/>
              </a:spcBef>
              <a:buFont typeface="Arial"/>
              <a:buChar char="•"/>
              <a:defRPr sz="1900">
                <a:solidFill>
                  <a:schemeClr val="tx1"/>
                </a:solidFill>
                <a:latin typeface="+mn-lt"/>
                <a:ea typeface="+mn-ea"/>
                <a:cs typeface="+mn-cs"/>
              </a:defRPr>
            </a:lvl8pPr>
            <a:lvl9pPr marL="3885057" indent="-228533" algn="l" defTabSz="914132" rtl="0">
              <a:lnSpc>
                <a:spcPct val="90000"/>
              </a:lnSpc>
              <a:spcBef>
                <a:spcPts val="500"/>
              </a:spcBef>
              <a:buFont typeface="Arial"/>
              <a:buChar char="•"/>
              <a:defRPr sz="1900">
                <a:solidFill>
                  <a:schemeClr val="tx1"/>
                </a:solidFill>
                <a:latin typeface="+mn-lt"/>
                <a:ea typeface="+mn-ea"/>
                <a:cs typeface="+mn-cs"/>
              </a:defRPr>
            </a:lvl9pPr>
          </a:lstStyle>
          <a:p>
            <a:pPr marL="0" marR="0" lvl="0" indent="0" algn="l" defTabSz="914132" rtl="0">
              <a:lnSpc>
                <a:spcPct val="150000"/>
              </a:lnSpc>
              <a:spcBef>
                <a:spcPct val="0"/>
              </a:spcBef>
              <a:spcAft>
                <a:spcPts val="600"/>
              </a:spcAft>
              <a:buClr>
                <a:srgbClr val="E9E9E9"/>
              </a:buClr>
              <a:buSzPct val="120000"/>
              <a:buFontTx/>
              <a:buNone/>
              <a:defRPr/>
            </a:pPr>
            <a:endParaRPr lang="en-US" sz="1400" b="0" i="0" u="none" strike="noStrike" cap="none" spc="0">
              <a:ln>
                <a:noFill/>
              </a:ln>
              <a:solidFill>
                <a:srgbClr val="000000"/>
              </a:solidFill>
              <a:latin typeface="Consolas"/>
              <a:cs typeface="Segoe UI Semibold"/>
            </a:endParaRPr>
          </a:p>
        </p:txBody>
      </p:sp>
      <p:sp>
        <p:nvSpPr>
          <p:cNvPr id="114983169" name="Text Placeholder 4" descr="This layout should only be used for developer code. The font used is a monospace font which is ideal for showing code."/>
          <p:cNvSpPr>
            <a:spLocks noGrp="1"/>
          </p:cNvSpPr>
          <p:nvPr>
            <p:ph type="body" sz="quarter" idx="11" hasCustomPrompt="1"/>
          </p:nvPr>
        </p:nvSpPr>
        <p:spPr bwMode="auto">
          <a:xfrm>
            <a:off x="579438" y="1083733"/>
            <a:ext cx="11020424" cy="4885267"/>
          </a:xfrm>
        </p:spPr>
        <p:txBody>
          <a:bodyPr/>
          <a:lstStyle>
            <a:lvl1pPr marL="0" indent="0">
              <a:buNone/>
              <a:defRPr sz="1400">
                <a:solidFill>
                  <a:srgbClr val="2F2F2F"/>
                </a:solidFill>
                <a:latin typeface="Consolas"/>
                <a:cs typeface="Consolas"/>
              </a:defRPr>
            </a:lvl1pPr>
            <a:lvl2pPr marL="346448" indent="0">
              <a:buNone/>
              <a:defRPr sz="2400">
                <a:gradFill>
                  <a:gsLst>
                    <a:gs pos="43000">
                      <a:schemeClr val="tx1"/>
                    </a:gs>
                    <a:gs pos="61049">
                      <a:schemeClr val="tx1"/>
                    </a:gs>
                  </a:gsLst>
                  <a:lin ang="5400000" scaled="0"/>
                </a:gradFill>
                <a:latin typeface="Consolas"/>
                <a:cs typeface="Consolas"/>
              </a:defRPr>
            </a:lvl2pPr>
            <a:lvl3pPr marL="584432" indent="0">
              <a:buNone/>
              <a:defRPr sz="2000">
                <a:gradFill>
                  <a:gsLst>
                    <a:gs pos="43000">
                      <a:schemeClr val="tx1"/>
                    </a:gs>
                    <a:gs pos="61049">
                      <a:schemeClr val="tx1"/>
                    </a:gs>
                  </a:gsLst>
                  <a:lin ang="5400000" scaled="0"/>
                </a:gradFill>
                <a:latin typeface="Consolas"/>
                <a:cs typeface="Consolas"/>
              </a:defRPr>
            </a:lvl3pPr>
            <a:lvl4pPr marL="814319" indent="0">
              <a:buNone/>
              <a:defRPr sz="1800">
                <a:gradFill>
                  <a:gsLst>
                    <a:gs pos="43000">
                      <a:schemeClr val="tx1"/>
                    </a:gs>
                    <a:gs pos="61049">
                      <a:schemeClr val="tx1"/>
                    </a:gs>
                  </a:gsLst>
                  <a:lin ang="5400000" scaled="0"/>
                </a:gradFill>
                <a:latin typeface="Consolas"/>
                <a:cs typeface="Consolas"/>
              </a:defRPr>
            </a:lvl4pPr>
            <a:lvl5pPr marL="1050682" indent="0">
              <a:buNone/>
              <a:defRPr sz="1800">
                <a:gradFill>
                  <a:gsLst>
                    <a:gs pos="43000">
                      <a:schemeClr val="tx1"/>
                    </a:gs>
                    <a:gs pos="61049">
                      <a:schemeClr val="tx1"/>
                    </a:gs>
                  </a:gsLst>
                  <a:lin ang="5400000" scaled="0"/>
                </a:gradFill>
                <a:latin typeface="Consolas"/>
                <a:cs typeface="Consolas"/>
              </a:defRPr>
            </a:lvl5pPr>
          </a:lstStyle>
          <a:p>
            <a:pPr lvl="0">
              <a:defRPr/>
            </a:pPr>
            <a:r>
              <a:rPr lang="en-US"/>
              <a:t>Click to edit or paste code</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PhAnim="0" preserve="1" userDrawn="1">
  <p:cSld name="Developer code right">
    <p:bg>
      <p:bgPr>
        <a:solidFill>
          <a:srgbClr val="E8E6DF"/>
        </a:solidFill>
        <a:effectLst/>
      </p:bgPr>
    </p:bg>
    <p:spTree>
      <p:nvGrpSpPr>
        <p:cNvPr id="1" name=""/>
        <p:cNvGrpSpPr/>
        <p:nvPr/>
      </p:nvGrpSpPr>
      <p:grpSpPr>
        <a:xfrm>
          <a:off x="0" y="0"/>
          <a:ext cx="0" cy="0"/>
          <a:chOff x="0" y="0"/>
          <a:chExt cx="0" cy="0"/>
        </a:xfrm>
      </p:grpSpPr>
      <p:sp>
        <p:nvSpPr>
          <p:cNvPr id="904590976" name="Rectangle 2"/>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ct val="0"/>
              </a:spcBef>
              <a:spcAft>
                <a:spcPct val="0"/>
              </a:spcAft>
              <a:defRPr/>
            </a:pPr>
            <a:endParaRPr lang="en-US" sz="2000">
              <a:solidFill>
                <a:srgbClr val="FFFFFF"/>
              </a:solidFill>
              <a:ea typeface="Segoe UI"/>
              <a:cs typeface="Segoe UI"/>
            </a:endParaRPr>
          </a:p>
        </p:txBody>
      </p:sp>
      <p:sp>
        <p:nvSpPr>
          <p:cNvPr id="272151267" name="Title 1"/>
          <p:cNvSpPr>
            <a:spLocks noGrp="1"/>
          </p:cNvSpPr>
          <p:nvPr>
            <p:ph type="title"/>
          </p:nvPr>
        </p:nvSpPr>
        <p:spPr bwMode="auto">
          <a:xfrm>
            <a:off x="588262" y="585216"/>
            <a:ext cx="4042761"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604778420" name="Text Placeholder 3"/>
          <p:cNvSpPr>
            <a:spLocks noGrp="1"/>
          </p:cNvSpPr>
          <p:nvPr>
            <p:ph type="body" sz="quarter" idx="15"/>
          </p:nvPr>
        </p:nvSpPr>
        <p:spPr bwMode="auto">
          <a:xfrm>
            <a:off x="586388" y="1594155"/>
            <a:ext cx="4042761" cy="726353"/>
          </a:xfrm>
          <a:prstGeom prst="rect">
            <a:avLst/>
          </a:prstGeom>
        </p:spPr>
        <p:txBody>
          <a:bodyPr wrap="square">
            <a:spAutoFit/>
          </a:bodyPr>
          <a:lstStyle>
            <a:lvl1pPr marL="0" indent="0">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507719413" name="Text Placeholder 4" descr="This layout should only be used for developer code. The font used is a monospace font which is ideal for showing code."/>
          <p:cNvSpPr>
            <a:spLocks noGrp="1"/>
          </p:cNvSpPr>
          <p:nvPr>
            <p:ph type="body" sz="quarter" idx="11" hasCustomPrompt="1"/>
          </p:nvPr>
        </p:nvSpPr>
        <p:spPr bwMode="auto">
          <a:xfrm>
            <a:off x="5800725" y="582613"/>
            <a:ext cx="5799138" cy="5692775"/>
          </a:xfrm>
        </p:spPr>
        <p:txBody>
          <a:bodyPr/>
          <a:lstStyle>
            <a:lvl1pPr marL="0" indent="0">
              <a:buNone/>
              <a:defRPr sz="1400">
                <a:solidFill>
                  <a:srgbClr val="2F2F2F"/>
                </a:solidFill>
                <a:latin typeface="Consolas"/>
                <a:cs typeface="Consolas"/>
              </a:defRPr>
            </a:lvl1pPr>
            <a:lvl2pPr marL="346448" indent="0">
              <a:buNone/>
              <a:defRPr sz="2400">
                <a:gradFill>
                  <a:gsLst>
                    <a:gs pos="43000">
                      <a:schemeClr val="tx1"/>
                    </a:gs>
                    <a:gs pos="61049">
                      <a:schemeClr val="tx1"/>
                    </a:gs>
                  </a:gsLst>
                  <a:lin ang="5400000" scaled="0"/>
                </a:gradFill>
                <a:latin typeface="Consolas"/>
                <a:cs typeface="Consolas"/>
              </a:defRPr>
            </a:lvl2pPr>
            <a:lvl3pPr marL="584432" indent="0">
              <a:buNone/>
              <a:defRPr sz="2000">
                <a:gradFill>
                  <a:gsLst>
                    <a:gs pos="43000">
                      <a:schemeClr val="tx1"/>
                    </a:gs>
                    <a:gs pos="61049">
                      <a:schemeClr val="tx1"/>
                    </a:gs>
                  </a:gsLst>
                  <a:lin ang="5400000" scaled="0"/>
                </a:gradFill>
                <a:latin typeface="Consolas"/>
                <a:cs typeface="Consolas"/>
              </a:defRPr>
            </a:lvl3pPr>
            <a:lvl4pPr marL="814319" indent="0">
              <a:buNone/>
              <a:defRPr sz="1800">
                <a:gradFill>
                  <a:gsLst>
                    <a:gs pos="43000">
                      <a:schemeClr val="tx1"/>
                    </a:gs>
                    <a:gs pos="61049">
                      <a:schemeClr val="tx1"/>
                    </a:gs>
                  </a:gsLst>
                  <a:lin ang="5400000" scaled="0"/>
                </a:gradFill>
                <a:latin typeface="Consolas"/>
                <a:cs typeface="Consolas"/>
              </a:defRPr>
            </a:lvl4pPr>
            <a:lvl5pPr marL="1050682" indent="0">
              <a:buNone/>
              <a:defRPr sz="1800">
                <a:gradFill>
                  <a:gsLst>
                    <a:gs pos="43000">
                      <a:schemeClr val="tx1"/>
                    </a:gs>
                    <a:gs pos="61049">
                      <a:schemeClr val="tx1"/>
                    </a:gs>
                  </a:gsLst>
                  <a:lin ang="5400000" scaled="0"/>
                </a:gradFill>
                <a:latin typeface="Consolas"/>
                <a:cs typeface="Consolas"/>
              </a:defRPr>
            </a:lvl5pPr>
          </a:lstStyle>
          <a:p>
            <a:pPr lvl="0">
              <a:defRPr/>
            </a:pPr>
            <a:r>
              <a:rPr lang="en-US"/>
              <a:t>Click to edit or paste code</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PhAnim="0" preserve="1" userDrawn="1">
  <p:cSld name="Resources">
    <p:bg>
      <p:bgPr>
        <a:solidFill>
          <a:srgbClr val="E8E6DF"/>
        </a:solidFill>
        <a:effectLst/>
      </p:bgPr>
    </p:bg>
    <p:spTree>
      <p:nvGrpSpPr>
        <p:cNvPr id="1" name=""/>
        <p:cNvGrpSpPr/>
        <p:nvPr/>
      </p:nvGrpSpPr>
      <p:grpSpPr>
        <a:xfrm>
          <a:off x="0" y="0"/>
          <a:ext cx="0" cy="0"/>
          <a:chOff x="0" y="0"/>
          <a:chExt cx="0" cy="0"/>
        </a:xfrm>
      </p:grpSpPr>
      <p:sp>
        <p:nvSpPr>
          <p:cNvPr id="64505540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829198177" name="Text Placeholder 3"/>
          <p:cNvSpPr>
            <a:spLocks noGrp="1"/>
          </p:cNvSpPr>
          <p:nvPr>
            <p:ph type="body" sz="quarter" idx="15"/>
          </p:nvPr>
        </p:nvSpPr>
        <p:spPr bwMode="auto">
          <a:xfrm>
            <a:off x="586388" y="1591056"/>
            <a:ext cx="8193024" cy="541687"/>
          </a:xfrm>
          <a:prstGeom prst="rect">
            <a:avLst/>
          </a:prstGeom>
        </p:spPr>
        <p:txBody>
          <a:bodyPr wrap="square">
            <a:spAutoFit/>
          </a:bodyPr>
          <a:lstStyle>
            <a:lvl1pPr marL="0" indent="0">
              <a:buFont typeface="Arial"/>
              <a:buNone/>
              <a:defRPr>
                <a:solidFill>
                  <a:schemeClr val="tx1"/>
                </a:solidFill>
                <a:latin typeface="+mj-lt"/>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p:txBody>
      </p:sp>
      <p:sp>
        <p:nvSpPr>
          <p:cNvPr id="1691537028" name="Text Placeholder 3"/>
          <p:cNvSpPr>
            <a:spLocks noGrp="1"/>
          </p:cNvSpPr>
          <p:nvPr>
            <p:ph type="body" sz="quarter" idx="19"/>
          </p:nvPr>
        </p:nvSpPr>
        <p:spPr bwMode="auto">
          <a:xfrm>
            <a:off x="586388" y="2081710"/>
            <a:ext cx="8193024" cy="1132618"/>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p:txBody>
      </p:sp>
      <p:sp>
        <p:nvSpPr>
          <p:cNvPr id="1252387942" name="Text Placeholder 3"/>
          <p:cNvSpPr>
            <a:spLocks noGrp="1"/>
          </p:cNvSpPr>
          <p:nvPr>
            <p:ph type="body" sz="quarter" idx="20"/>
          </p:nvPr>
        </p:nvSpPr>
        <p:spPr bwMode="auto">
          <a:xfrm>
            <a:off x="586388" y="3587124"/>
            <a:ext cx="8193024" cy="541687"/>
          </a:xfrm>
          <a:prstGeom prst="rect">
            <a:avLst/>
          </a:prstGeom>
        </p:spPr>
        <p:txBody>
          <a:bodyPr wrap="square">
            <a:spAutoFit/>
          </a:bodyPr>
          <a:lstStyle>
            <a:lvl1pPr marL="0" indent="0">
              <a:buFont typeface="Arial"/>
              <a:buNone/>
              <a:defRPr>
                <a:solidFill>
                  <a:schemeClr val="tx1"/>
                </a:solidFill>
                <a:latin typeface="+mj-lt"/>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p:txBody>
      </p:sp>
      <p:sp>
        <p:nvSpPr>
          <p:cNvPr id="1227305189" name="Text Placeholder 3"/>
          <p:cNvSpPr>
            <a:spLocks noGrp="1"/>
          </p:cNvSpPr>
          <p:nvPr>
            <p:ph type="body" sz="quarter" idx="21"/>
          </p:nvPr>
        </p:nvSpPr>
        <p:spPr bwMode="auto">
          <a:xfrm>
            <a:off x="586388" y="4077778"/>
            <a:ext cx="8193024" cy="1132618"/>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p:txBody>
      </p:sp>
      <p:sp>
        <p:nvSpPr>
          <p:cNvPr id="169456815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PhAnim="0" preserve="1" userDrawn="1">
  <p:cSld name="Closing slide_with Logo">
    <p:bg>
      <p:bgPr>
        <a:solidFill>
          <a:srgbClr val="E8E6DF"/>
        </a:solidFill>
        <a:effectLst/>
      </p:bgPr>
    </p:bg>
    <p:spTree>
      <p:nvGrpSpPr>
        <p:cNvPr id="1" name=""/>
        <p:cNvGrpSpPr/>
        <p:nvPr/>
      </p:nvGrpSpPr>
      <p:grpSpPr>
        <a:xfrm>
          <a:off x="0" y="0"/>
          <a:ext cx="0" cy="0"/>
          <a:chOff x="0" y="0"/>
          <a:chExt cx="0" cy="0"/>
        </a:xfrm>
      </p:grpSpPr>
      <p:pic>
        <p:nvPicPr>
          <p:cNvPr id="364722664" name="MS logo gray - EMF"/>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364612887" name="Title 1"/>
          <p:cNvSpPr>
            <a:spLocks noGrp="1"/>
          </p:cNvSpPr>
          <p:nvPr>
            <p:ph type="title" hasCustomPrompt="1"/>
          </p:nvPr>
        </p:nvSpPr>
        <p:spPr bwMode="auto">
          <a:xfrm>
            <a:off x="588262" y="-612577"/>
            <a:ext cx="8193024" cy="307777"/>
          </a:xfrm>
        </p:spPr>
        <p:txBody>
          <a:bodyPr/>
          <a:lstStyle>
            <a:lvl1pPr>
              <a:defRPr sz="2000" b="0" i="0">
                <a:solidFill>
                  <a:srgbClr val="001F2D"/>
                </a:solidFill>
                <a:latin typeface="+mj-lt"/>
                <a:cs typeface="Segoe UI Semibold"/>
              </a:defRPr>
            </a:lvl1pPr>
          </a:lstStyle>
          <a:p>
            <a:pPr>
              <a:defRPr/>
            </a:pPr>
            <a:r>
              <a:rPr lang="en-US"/>
              <a:t>Final slide with logo</a:t>
            </a:r>
            <a:endParaRPr/>
          </a:p>
        </p:txBody>
      </p:sp>
      <p:sp>
        <p:nvSpPr>
          <p:cNvPr id="175269341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PhAnim="0" preserve="1" userDrawn="1">
  <p:cSld name="2_Closing slide_with Logo">
    <p:bg>
      <p:bgPr>
        <a:solidFill>
          <a:srgbClr val="E8E6DF"/>
        </a:solidFill>
        <a:effectLst/>
      </p:bgPr>
    </p:bg>
    <p:spTree>
      <p:nvGrpSpPr>
        <p:cNvPr id="1" name=""/>
        <p:cNvGrpSpPr/>
        <p:nvPr/>
      </p:nvGrpSpPr>
      <p:grpSpPr>
        <a:xfrm>
          <a:off x="0" y="0"/>
          <a:ext cx="0" cy="0"/>
          <a:chOff x="0" y="0"/>
          <a:chExt cx="0" cy="0"/>
        </a:xfrm>
      </p:grpSpPr>
      <p:pic>
        <p:nvPicPr>
          <p:cNvPr id="73038686" name="MS logo gray - EMF"/>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396573988" name="Title 1"/>
          <p:cNvSpPr>
            <a:spLocks noGrp="1"/>
          </p:cNvSpPr>
          <p:nvPr>
            <p:ph type="title" hasCustomPrompt="1"/>
          </p:nvPr>
        </p:nvSpPr>
        <p:spPr bwMode="auto">
          <a:xfrm>
            <a:off x="588262" y="-616043"/>
            <a:ext cx="8193024" cy="307777"/>
          </a:xfrm>
        </p:spPr>
        <p:txBody>
          <a:bodyPr/>
          <a:lstStyle>
            <a:lvl1pPr>
              <a:defRPr sz="2000" b="0" i="0">
                <a:solidFill>
                  <a:srgbClr val="001F2D"/>
                </a:solidFill>
                <a:latin typeface="+mj-lt"/>
                <a:cs typeface="Segoe UI Semibold"/>
              </a:defRPr>
            </a:lvl1pPr>
          </a:lstStyle>
          <a:p>
            <a:pPr>
              <a:defRPr/>
            </a:pPr>
            <a:r>
              <a:rPr lang="en-US"/>
              <a:t>Final slide with logo</a:t>
            </a:r>
            <a:endParaRPr/>
          </a:p>
        </p:txBody>
      </p:sp>
      <p:sp>
        <p:nvSpPr>
          <p:cNvPr id="93358993" name="Text Placeholder 4"/>
          <p:cNvSpPr>
            <a:spLocks noGrp="1"/>
          </p:cNvSpPr>
          <p:nvPr>
            <p:ph type="body" sz="quarter" idx="12" hasCustomPrompt="1"/>
          </p:nvPr>
        </p:nvSpPr>
        <p:spPr bwMode="auto">
          <a:xfrm>
            <a:off x="585216" y="2080227"/>
            <a:ext cx="3361943" cy="553998"/>
          </a:xfrm>
          <a:prstGeom prst="rect">
            <a:avLst/>
          </a:prstGeom>
          <a:noFill/>
        </p:spPr>
        <p:txBody>
          <a:bodyPr wrap="square" lIns="0" tIns="0" rIns="0" bIns="0">
            <a:spAutoFit/>
          </a:bodyPr>
          <a:lstStyle>
            <a:lvl1pPr marL="0" indent="0" algn="l" defTabSz="457200" rtl="0">
              <a:lnSpc>
                <a:spcPct val="100000"/>
              </a:lnSpc>
              <a:spcBef>
                <a:spcPct val="0"/>
              </a:spcBef>
              <a:spcAft>
                <a:spcPct val="0"/>
              </a:spcAft>
              <a:buFont typeface="Arial"/>
              <a:buNone/>
              <a:defRPr lang="en-US" sz="3600" b="0" cap="none" spc="-50">
                <a:ln w="3175">
                  <a:noFill/>
                </a:ln>
                <a:solidFill>
                  <a:schemeClr val="accent3"/>
                </a:solidFill>
                <a:latin typeface="+mj-lt"/>
                <a:ea typeface="+mn-ea"/>
                <a:cs typeface="Segoe UI"/>
              </a:defRPr>
            </a:lvl1pPr>
          </a:lstStyle>
          <a:p>
            <a:pPr lvl="0">
              <a:defRPr/>
            </a:pPr>
            <a:r>
              <a:rPr lang="en-US"/>
              <a:t>Thank you.</a:t>
            </a:r>
            <a:endParaRPr/>
          </a:p>
        </p:txBody>
      </p:sp>
      <p:sp>
        <p:nvSpPr>
          <p:cNvPr id="1222119638" name="Text Placeholder 8"/>
          <p:cNvSpPr>
            <a:spLocks noGrp="1"/>
          </p:cNvSpPr>
          <p:nvPr>
            <p:ph type="body" sz="quarter" idx="13"/>
          </p:nvPr>
        </p:nvSpPr>
        <p:spPr bwMode="auto">
          <a:xfrm>
            <a:off x="4485640" y="2276475"/>
            <a:ext cx="7114222" cy="1689098"/>
          </a:xfrm>
        </p:spPr>
        <p:txBody>
          <a:bodyPr/>
          <a:lstStyle>
            <a:lvl1pPr marL="0" indent="0" algn="l" defTabSz="457200" rtl="0">
              <a:lnSpc>
                <a:spcPct val="100000"/>
              </a:lnSpc>
              <a:spcBef>
                <a:spcPct val="0"/>
              </a:spcBef>
              <a:buNone/>
              <a:defRPr lang="en-US" sz="2000" b="0" cap="none" spc="-50">
                <a:ln w="3175">
                  <a:noFill/>
                </a:ln>
                <a:solidFill>
                  <a:schemeClr val="tx1"/>
                </a:solidFill>
                <a:latin typeface="+mn-lt"/>
                <a:ea typeface="+mn-ea"/>
                <a:cs typeface="Segoe UI"/>
              </a:defRPr>
            </a:lvl1pPr>
            <a:lvl2pPr marL="155448" indent="0">
              <a:buNone/>
              <a:defRPr lang="en-US" sz="2000" b="0" cap="none" spc="-50">
                <a:ln w="3175">
                  <a:noFill/>
                </a:ln>
                <a:solidFill>
                  <a:schemeClr val="bg1"/>
                </a:solidFill>
                <a:latin typeface="+mn-lt"/>
                <a:ea typeface="+mn-ea"/>
                <a:cs typeface="Segoe UI"/>
              </a:defRPr>
            </a:lvl2pPr>
            <a:lvl3pPr marL="265176" indent="0">
              <a:buNone/>
              <a:defRPr/>
            </a:lvl3pPr>
            <a:lvl4pPr marL="661988" indent="0">
              <a:buNone/>
              <a:defRPr/>
            </a:lvl4pPr>
            <a:lvl5pPr marL="855663" indent="0">
              <a:buNone/>
              <a:defRPr/>
            </a:lvl5pPr>
          </a:lstStyle>
          <a:p>
            <a:pPr lvl="0">
              <a:defRPr/>
            </a:pPr>
            <a:r>
              <a:rPr lang="en-US"/>
              <a:t>Click to edit Master text styles</a:t>
            </a:r>
            <a:endParaRPr/>
          </a:p>
        </p:txBody>
      </p:sp>
      <p:sp>
        <p:nvSpPr>
          <p:cNvPr id="123732772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PhAnim="0" userDrawn="1">
  <p:cSld name="Title_Gradient_Dark Blue">
    <p:bg>
      <p:bgPr>
        <a:solidFill>
          <a:schemeClr val="bg2"/>
        </a:solidFill>
        <a:effectLst/>
      </p:bgPr>
    </p:bg>
    <p:spTree>
      <p:nvGrpSpPr>
        <p:cNvPr id="1" name=""/>
        <p:cNvGrpSpPr/>
        <p:nvPr/>
      </p:nvGrpSpPr>
      <p:grpSpPr>
        <a:xfrm>
          <a:off x="0" y="0"/>
          <a:ext cx="0" cy="0"/>
          <a:chOff x="0" y="0"/>
          <a:chExt cx="0" cy="0"/>
        </a:xfrm>
      </p:grpSpPr>
      <p:pic>
        <p:nvPicPr>
          <p:cNvPr id="548529916" name="Picture 6" descr="Background pattern&#10;&#10;Description automatically generated"/>
          <p:cNvPicPr>
            <a:picLocks noChangeAspect="1"/>
          </p:cNvPicPr>
          <p:nvPr userDrawn="1"/>
        </p:nvPicPr>
        <p:blipFill>
          <a:blip r:embed="rId2"/>
          <a:stretch>
            <a:fillRect/>
          </a:stretch>
        </p:blipFill>
        <p:spPr bwMode="auto">
          <a:xfrm>
            <a:off x="0" y="0"/>
            <a:ext cx="12188952" cy="6856285"/>
          </a:xfrm>
          <a:prstGeom prst="rect">
            <a:avLst/>
          </a:prstGeom>
        </p:spPr>
      </p:pic>
      <p:pic>
        <p:nvPicPr>
          <p:cNvPr id="1806648984" name="MS logo white - EMF"/>
          <p:cNvPicPr>
            <a:picLocks noChangeAspect="1"/>
          </p:cNvPicPr>
          <p:nvPr userDrawn="1"/>
        </p:nvPicPr>
        <p:blipFill>
          <a:blip r:embed="rId3"/>
          <a:stretch>
            <a:fillRect/>
          </a:stretch>
        </p:blipFill>
        <p:spPr bwMode="white">
          <a:xfrm>
            <a:off x="584200" y="585788"/>
            <a:ext cx="1366245" cy="292608"/>
          </a:xfrm>
          <a:prstGeom prst="rect">
            <a:avLst/>
          </a:prstGeom>
        </p:spPr>
      </p:pic>
      <p:sp>
        <p:nvSpPr>
          <p:cNvPr id="1093963303" name="Title 1"/>
          <p:cNvSpPr>
            <a:spLocks noGrp="1"/>
          </p:cNvSpPr>
          <p:nvPr>
            <p:ph type="title" hasCustomPrompt="1"/>
          </p:nvPr>
        </p:nvSpPr>
        <p:spPr bwMode="white">
          <a:xfrm>
            <a:off x="569911" y="2769057"/>
            <a:ext cx="8193024" cy="1231106"/>
          </a:xfrm>
          <a:prstGeom prst="rect">
            <a:avLst/>
          </a:prstGeom>
          <a:noFill/>
        </p:spPr>
        <p:txBody>
          <a:bodyPr wrap="square" lIns="0" tIns="0" rIns="0" bIns="0" anchor="b" anchorCtr="0">
            <a:spAutoFit/>
          </a:bodyPr>
          <a:lstStyle>
            <a:lvl1pPr>
              <a:defRPr sz="4000" b="0" i="0" spc="-50">
                <a:solidFill>
                  <a:schemeClr val="bg1"/>
                </a:solidFill>
                <a:latin typeface="+mn-lt"/>
                <a:cs typeface="Segoe UI"/>
              </a:defRPr>
            </a:lvl1pPr>
          </a:lstStyle>
          <a:p>
            <a:pPr>
              <a:defRPr/>
            </a:pPr>
            <a:r>
              <a:rPr lang="en-US"/>
              <a:t>Event name or </a:t>
            </a:r>
            <a:br>
              <a:rPr lang="en-US"/>
            </a:br>
            <a:r>
              <a:rPr lang="en-US"/>
              <a:t>presentation title</a:t>
            </a:r>
            <a:endParaRPr/>
          </a:p>
        </p:txBody>
      </p:sp>
      <p:sp>
        <p:nvSpPr>
          <p:cNvPr id="102769229" name="Text Placeholder 4"/>
          <p:cNvSpPr>
            <a:spLocks noGrp="1"/>
          </p:cNvSpPr>
          <p:nvPr>
            <p:ph type="body" sz="quarter" idx="12" hasCustomPrompt="1"/>
          </p:nvPr>
        </p:nvSpPr>
        <p:spPr bwMode="white">
          <a:xfrm>
            <a:off x="582042" y="4215827"/>
            <a:ext cx="8193024" cy="246221"/>
          </a:xfrm>
          <a:prstGeom prst="rect">
            <a:avLst/>
          </a:prstGeom>
          <a:noFill/>
        </p:spPr>
        <p:txBody>
          <a:bodyPr wrap="square" lIns="0" tIns="0" rIns="0" bIns="0">
            <a:spAutoFit/>
          </a:bodyPr>
          <a:lstStyle>
            <a:lvl1pPr marL="0" indent="0">
              <a:spcBef>
                <a:spcPct val="0"/>
              </a:spcBef>
              <a:buNone/>
              <a:defRPr sz="1600" spc="0">
                <a:solidFill>
                  <a:schemeClr val="bg1"/>
                </a:solidFill>
                <a:latin typeface="+mn-lt"/>
                <a:cs typeface="Segoe UI"/>
              </a:defRPr>
            </a:lvl1pPr>
          </a:lstStyle>
          <a:p>
            <a:pPr lvl="0">
              <a:defRPr/>
            </a:pPr>
            <a:r>
              <a:rPr lang="en-US"/>
              <a:t>Speaker name or subtitle</a:t>
            </a:r>
            <a:endParaRPr/>
          </a:p>
        </p:txBody>
      </p:sp>
      <p:sp>
        <p:nvSpPr>
          <p:cNvPr id="1867111517" name="Text Placeholder 4"/>
          <p:cNvSpPr>
            <a:spLocks noGrp="1"/>
          </p:cNvSpPr>
          <p:nvPr>
            <p:ph type="body" sz="quarter" idx="13" hasCustomPrompt="1"/>
          </p:nvPr>
        </p:nvSpPr>
        <p:spPr bwMode="white">
          <a:xfrm>
            <a:off x="582042" y="6446520"/>
            <a:ext cx="1645920" cy="153888"/>
          </a:xfrm>
          <a:prstGeom prst="rect">
            <a:avLst/>
          </a:prstGeom>
          <a:noFill/>
        </p:spPr>
        <p:txBody>
          <a:bodyPr wrap="square" lIns="0" tIns="0" rIns="0" bIns="0">
            <a:spAutoFit/>
          </a:bodyPr>
          <a:lstStyle>
            <a:lvl1pPr marL="0" indent="0">
              <a:spcBef>
                <a:spcPct val="0"/>
              </a:spcBef>
              <a:buNone/>
              <a:defRPr sz="1000" spc="0">
                <a:solidFill>
                  <a:schemeClr val="bg1"/>
                </a:solidFill>
                <a:latin typeface="+mn-lt"/>
                <a:cs typeface="Segoe UI"/>
              </a:defRPr>
            </a:lvl1pPr>
          </a:lstStyle>
          <a:p>
            <a:pPr lvl="0">
              <a:defRPr/>
            </a:pPr>
            <a:r>
              <a:rPr lang="en-US"/>
              <a:t>Date</a:t>
            </a:r>
            <a:endParaRPr/>
          </a:p>
        </p:txBody>
      </p:sp>
      <p:sp>
        <p:nvSpPr>
          <p:cNvPr id="633926392" name="Text Placeholder 4"/>
          <p:cNvSpPr>
            <a:spLocks noGrp="1"/>
          </p:cNvSpPr>
          <p:nvPr>
            <p:ph type="body" sz="quarter" idx="14" hasCustomPrompt="1"/>
          </p:nvPr>
        </p:nvSpPr>
        <p:spPr bwMode="white">
          <a:xfrm>
            <a:off x="2471054" y="6446520"/>
            <a:ext cx="6336792" cy="153888"/>
          </a:xfrm>
          <a:prstGeom prst="rect">
            <a:avLst/>
          </a:prstGeom>
          <a:noFill/>
        </p:spPr>
        <p:txBody>
          <a:bodyPr wrap="square" lIns="0" tIns="0" rIns="0" bIns="0">
            <a:spAutoFit/>
          </a:bodyPr>
          <a:lstStyle>
            <a:lvl1pPr marL="0" indent="0">
              <a:spcBef>
                <a:spcPct val="0"/>
              </a:spcBef>
              <a:buNone/>
              <a:defRPr sz="1000" spc="0">
                <a:solidFill>
                  <a:schemeClr val="bg1"/>
                </a:solidFill>
                <a:latin typeface="+mn-lt"/>
                <a:cs typeface="Segoe UI"/>
              </a:defRPr>
            </a:lvl1pPr>
          </a:lstStyle>
          <a:p>
            <a:pPr lvl="0">
              <a:defRPr/>
            </a:pPr>
            <a:r>
              <a:rPr lang="en-US"/>
              <a:t>Microsoft confidential</a:t>
            </a:r>
            <a:endParaRPr/>
          </a:p>
        </p:txBody>
      </p:sp>
    </p:spTree>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PhAnim="0" userDrawn="1">
  <p:cSld name="Small title - half page">
    <p:spTree>
      <p:nvGrpSpPr>
        <p:cNvPr id="1" name=""/>
        <p:cNvGrpSpPr/>
        <p:nvPr/>
      </p:nvGrpSpPr>
      <p:grpSpPr>
        <a:xfrm>
          <a:off x="0" y="0"/>
          <a:ext cx="0" cy="0"/>
          <a:chOff x="0" y="0"/>
          <a:chExt cx="0" cy="0"/>
        </a:xfrm>
      </p:grpSpPr>
      <p:sp>
        <p:nvSpPr>
          <p:cNvPr id="240521912" name="Title 2"/>
          <p:cNvSpPr>
            <a:spLocks noGrp="1"/>
          </p:cNvSpPr>
          <p:nvPr>
            <p:ph type="title" hasCustomPrompt="1"/>
          </p:nvPr>
        </p:nvSpPr>
        <p:spPr bwMode="auto">
          <a:xfrm>
            <a:off x="584200" y="457200"/>
            <a:ext cx="5508419" cy="372410"/>
          </a:xfrm>
        </p:spPr>
        <p:txBody>
          <a:bodyPr tIns="64008"/>
          <a:lstStyle>
            <a:lvl1pPr>
              <a:defRPr sz="2000" spc="0">
                <a:latin typeface="+mj-lt"/>
                <a:cs typeface="Segoe UI"/>
              </a:defRPr>
            </a:lvl1pPr>
          </a:lstStyle>
          <a:p>
            <a:pPr>
              <a:defRPr/>
            </a:pPr>
            <a:r>
              <a:rPr lang="en-US"/>
              <a:t>Click to edit title style</a:t>
            </a:r>
            <a:endParaRPr/>
          </a:p>
        </p:txBody>
      </p:sp>
      <p:sp>
        <p:nvSpPr>
          <p:cNvPr id="10847918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PhAnim="0" userDrawn="1">
  <p:cSld name="Blank">
    <p:spTree>
      <p:nvGrpSpPr>
        <p:cNvPr id="1" name=""/>
        <p:cNvGrpSpPr/>
        <p:nvPr/>
      </p:nvGrpSpPr>
      <p:grpSpPr>
        <a:xfrm>
          <a:off x="0" y="0"/>
          <a:ext cx="0" cy="0"/>
          <a:chOff x="0" y="0"/>
          <a:chExt cx="0" cy="0"/>
        </a:xfrm>
      </p:grpSpPr>
      <p:sp>
        <p:nvSpPr>
          <p:cNvPr id="13655975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PhAnim="0" userDrawn="1">
  <p:cSld name="LearningPath2_WmGray">
    <p:bg>
      <p:bgPr>
        <a:solidFill>
          <a:srgbClr val="E8E6DF"/>
        </a:solidFill>
        <a:effectLst/>
      </p:bgPr>
    </p:bg>
    <p:spTree>
      <p:nvGrpSpPr>
        <p:cNvPr id="1" name=""/>
        <p:cNvGrpSpPr/>
        <p:nvPr/>
      </p:nvGrpSpPr>
      <p:grpSpPr>
        <a:xfrm>
          <a:off x="0" y="0"/>
          <a:ext cx="0" cy="0"/>
          <a:chOff x="0" y="0"/>
          <a:chExt cx="0" cy="0"/>
        </a:xfrm>
      </p:grpSpPr>
      <p:sp>
        <p:nvSpPr>
          <p:cNvPr id="196702324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44681410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1790553663" name="Graphic 3"/>
          <p:cNvPicPr>
            <a:picLocks noChangeAspect="1"/>
          </p:cNvPicPr>
          <p:nvPr userDrawn="1"/>
        </p:nvPicPr>
        <p:blipFill>
          <a:blip r:embed="rId2"/>
          <a:stretch>
            <a:fillRect/>
          </a:stretch>
        </p:blipFill>
        <p:spPr bwMode="auto">
          <a:xfrm>
            <a:off x="-1" y="3144660"/>
            <a:ext cx="12192001" cy="3035200"/>
          </a:xfrm>
          <a:prstGeom prst="rect">
            <a:avLst/>
          </a:prstGeom>
        </p:spPr>
      </p:pic>
    </p:spTree>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PhAnim="0" userDrawn="1">
  <p:cSld name="Text option_3 rows">
    <p:spTree>
      <p:nvGrpSpPr>
        <p:cNvPr id="1" name=""/>
        <p:cNvGrpSpPr/>
        <p:nvPr/>
      </p:nvGrpSpPr>
      <p:grpSpPr>
        <a:xfrm>
          <a:off x="0" y="0"/>
          <a:ext cx="0" cy="0"/>
          <a:chOff x="0" y="0"/>
          <a:chExt cx="0" cy="0"/>
        </a:xfrm>
      </p:grpSpPr>
      <p:sp>
        <p:nvSpPr>
          <p:cNvPr id="1344769781" name="Text Placeholder 4"/>
          <p:cNvSpPr>
            <a:spLocks noGrp="1"/>
          </p:cNvSpPr>
          <p:nvPr>
            <p:ph type="body" sz="quarter" idx="11" hasCustomPrompt="1"/>
          </p:nvPr>
        </p:nvSpPr>
        <p:spPr bwMode="auto">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2015345483" name="Text Placeholder 4"/>
          <p:cNvSpPr>
            <a:spLocks noGrp="1"/>
          </p:cNvSpPr>
          <p:nvPr>
            <p:ph type="body" sz="quarter" idx="15" hasCustomPrompt="1"/>
          </p:nvPr>
        </p:nvSpPr>
        <p:spPr bwMode="auto">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991606150" name="Text Placeholder 4"/>
          <p:cNvSpPr>
            <a:spLocks noGrp="1"/>
          </p:cNvSpPr>
          <p:nvPr>
            <p:ph type="body" sz="quarter" idx="17" hasCustomPrompt="1"/>
          </p:nvPr>
        </p:nvSpPr>
        <p:spPr bwMode="auto">
          <a:xfrm>
            <a:off x="1389460" y="3545276"/>
            <a:ext cx="10210404" cy="781184"/>
          </a:xfrm>
          <a:prstGeom prst="rect">
            <a:avLst/>
          </a:prstGeom>
        </p:spPr>
        <p:txBody>
          <a:bodyPr wrap="square" lIns="0" tIns="0" rIns="0" bIns="0" anchor="ctr">
            <a:noAutofit/>
          </a:bodyPr>
          <a:lstStyle>
            <a:lvl1pPr marL="0" marR="0" indent="0" algn="l" defTabSz="914367" rtl="0">
              <a:lnSpc>
                <a:spcPts val="1765"/>
              </a:lnSpc>
              <a:spcBef>
                <a:spcPts val="882"/>
              </a:spcBef>
              <a:spcAft>
                <a:spcPct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71787888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2089439194"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cxnSp>
        <p:nvCxnSpPr>
          <p:cNvPr id="1245305605" name="Straight Connector 6"/>
          <p:cNvCxnSpPr/>
          <p:nvPr userDrawn="1"/>
        </p:nvCxnSpPr>
        <p:spPr bwMode="auto">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47814869" name="Straight Connector 7"/>
          <p:cNvCxnSpPr/>
          <p:nvPr userDrawn="1"/>
        </p:nvCxnSpPr>
        <p:spPr bwMode="auto">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PhAnim="0" userDrawn="1">
  <p:cSld name="Text option_4 rows">
    <p:spTree>
      <p:nvGrpSpPr>
        <p:cNvPr id="1" name=""/>
        <p:cNvGrpSpPr/>
        <p:nvPr/>
      </p:nvGrpSpPr>
      <p:grpSpPr>
        <a:xfrm>
          <a:off x="0" y="0"/>
          <a:ext cx="0" cy="0"/>
          <a:chOff x="0" y="0"/>
          <a:chExt cx="0" cy="0"/>
        </a:xfrm>
      </p:grpSpPr>
      <p:sp>
        <p:nvSpPr>
          <p:cNvPr id="189742568" name="Text Placeholder 4"/>
          <p:cNvSpPr>
            <a:spLocks noGrp="1"/>
          </p:cNvSpPr>
          <p:nvPr>
            <p:ph type="body" sz="quarter" idx="11" hasCustomPrompt="1"/>
          </p:nvPr>
        </p:nvSpPr>
        <p:spPr bwMode="auto">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cxnSp>
        <p:nvCxnSpPr>
          <p:cNvPr id="454083437" name="Straight Connector 19"/>
          <p:cNvCxnSpPr/>
          <p:nvPr userDrawn="1"/>
        </p:nvCxnSpPr>
        <p:spPr bwMode="auto">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952093959" name="Text Placeholder 4"/>
          <p:cNvSpPr>
            <a:spLocks noGrp="1"/>
          </p:cNvSpPr>
          <p:nvPr>
            <p:ph type="body" sz="quarter" idx="15" hasCustomPrompt="1"/>
          </p:nvPr>
        </p:nvSpPr>
        <p:spPr bwMode="auto">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cxnSp>
        <p:nvCxnSpPr>
          <p:cNvPr id="1526975721" name="Straight Connector 20"/>
          <p:cNvCxnSpPr/>
          <p:nvPr userDrawn="1"/>
        </p:nvCxnSpPr>
        <p:spPr bwMode="auto">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934972699" name="Text Placeholder 4"/>
          <p:cNvSpPr>
            <a:spLocks noGrp="1"/>
          </p:cNvSpPr>
          <p:nvPr>
            <p:ph type="body" sz="quarter" idx="17" hasCustomPrompt="1"/>
          </p:nvPr>
        </p:nvSpPr>
        <p:spPr bwMode="auto">
          <a:xfrm>
            <a:off x="1389460" y="3545276"/>
            <a:ext cx="10210404" cy="781184"/>
          </a:xfrm>
          <a:prstGeom prst="rect">
            <a:avLst/>
          </a:prstGeom>
        </p:spPr>
        <p:txBody>
          <a:bodyPr wrap="square" lIns="0" tIns="0" rIns="0" bIns="0" anchor="ctr">
            <a:noAutofit/>
          </a:bodyPr>
          <a:lstStyle>
            <a:lvl1pPr marL="0" marR="0" indent="0" algn="l" defTabSz="914367" rtl="0">
              <a:lnSpc>
                <a:spcPts val="1765"/>
              </a:lnSpc>
              <a:spcBef>
                <a:spcPts val="882"/>
              </a:spcBef>
              <a:spcAft>
                <a:spcPct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cxnSp>
        <p:nvCxnSpPr>
          <p:cNvPr id="1391258728" name="Straight Connector 21"/>
          <p:cNvCxnSpPr/>
          <p:nvPr userDrawn="1"/>
        </p:nvCxnSpPr>
        <p:spPr bwMode="auto">
          <a:xfrm>
            <a:off x="1389695" y="445894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690180970" name="Text Placeholder 4"/>
          <p:cNvSpPr>
            <a:spLocks noGrp="1"/>
          </p:cNvSpPr>
          <p:nvPr>
            <p:ph type="body" sz="quarter" idx="19" hasCustomPrompt="1"/>
          </p:nvPr>
        </p:nvSpPr>
        <p:spPr bwMode="auto">
          <a:xfrm>
            <a:off x="1389460" y="4591438"/>
            <a:ext cx="10210404" cy="781184"/>
          </a:xfrm>
          <a:prstGeom prst="rect">
            <a:avLst/>
          </a:prstGeom>
        </p:spPr>
        <p:txBody>
          <a:bodyPr wrap="square" lIns="0" tIns="0" rIns="0" bIns="0" anchor="ctr">
            <a:noAutofit/>
          </a:bodyPr>
          <a:lstStyle>
            <a:lvl1pPr marL="0" marR="0" indent="0" algn="l" defTabSz="914367" rtl="0">
              <a:lnSpc>
                <a:spcPts val="1765"/>
              </a:lnSpc>
              <a:spcBef>
                <a:spcPts val="882"/>
              </a:spcBef>
              <a:spcAft>
                <a:spcPct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122044493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27535828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Tree>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PhAnim="0" userDrawn="1">
  <p:cSld name="Text option_5 rows">
    <p:spTree>
      <p:nvGrpSpPr>
        <p:cNvPr id="1" name=""/>
        <p:cNvGrpSpPr/>
        <p:nvPr/>
      </p:nvGrpSpPr>
      <p:grpSpPr>
        <a:xfrm>
          <a:off x="0" y="0"/>
          <a:ext cx="0" cy="0"/>
          <a:chOff x="0" y="0"/>
          <a:chExt cx="0" cy="0"/>
        </a:xfrm>
      </p:grpSpPr>
      <p:sp>
        <p:nvSpPr>
          <p:cNvPr id="1819732949" name="Text Placeholder 4"/>
          <p:cNvSpPr>
            <a:spLocks noGrp="1"/>
          </p:cNvSpPr>
          <p:nvPr>
            <p:ph type="body" sz="quarter" idx="11" hasCustomPrompt="1"/>
          </p:nvPr>
        </p:nvSpPr>
        <p:spPr bwMode="auto">
          <a:xfrm>
            <a:off x="1389460" y="1456896"/>
            <a:ext cx="10210404" cy="645624"/>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1824606955" name="Straight Connector 14"/>
          <p:cNvCxnSpPr/>
          <p:nvPr userDrawn="1"/>
        </p:nvCxnSpPr>
        <p:spPr bwMode="auto">
          <a:xfrm>
            <a:off x="1389695" y="2205973"/>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903462773" name="Text Placeholder 4"/>
          <p:cNvSpPr>
            <a:spLocks noGrp="1"/>
          </p:cNvSpPr>
          <p:nvPr>
            <p:ph type="body" sz="quarter" idx="15" hasCustomPrompt="1"/>
          </p:nvPr>
        </p:nvSpPr>
        <p:spPr bwMode="auto">
          <a:xfrm>
            <a:off x="1389460" y="2309426"/>
            <a:ext cx="10210404" cy="648900"/>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1525080775" name="Straight Connector 16"/>
          <p:cNvCxnSpPr/>
          <p:nvPr userDrawn="1"/>
        </p:nvCxnSpPr>
        <p:spPr bwMode="auto">
          <a:xfrm>
            <a:off x="1389695" y="306177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018211863" name="Text Placeholder 4"/>
          <p:cNvSpPr>
            <a:spLocks noGrp="1"/>
          </p:cNvSpPr>
          <p:nvPr>
            <p:ph type="body" sz="quarter" idx="17" hasCustomPrompt="1"/>
          </p:nvPr>
        </p:nvSpPr>
        <p:spPr bwMode="auto">
          <a:xfrm>
            <a:off x="1389460" y="3165232"/>
            <a:ext cx="10210404" cy="648900"/>
          </a:xfrm>
          <a:prstGeom prst="rect">
            <a:avLst/>
          </a:prstGeom>
        </p:spPr>
        <p:txBody>
          <a:bodyPr wrap="square" lIns="0" tIns="0" rIns="0" bIns="0" anchor="ctr">
            <a:noAutofit/>
          </a:bodyPr>
          <a:lstStyle>
            <a:lvl1pPr marL="0" marR="0" indent="0" algn="l" defTabSz="914367" rtl="0">
              <a:lnSpc>
                <a:spcPts val="1765"/>
              </a:lnSpc>
              <a:spcBef>
                <a:spcPts val="882"/>
              </a:spcBef>
              <a:spcAft>
                <a:spcPct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790648245" name="Straight Connector 18"/>
          <p:cNvCxnSpPr/>
          <p:nvPr userDrawn="1"/>
        </p:nvCxnSpPr>
        <p:spPr bwMode="auto">
          <a:xfrm>
            <a:off x="1389695" y="391758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426266915" name="Text Placeholder 4"/>
          <p:cNvSpPr>
            <a:spLocks noGrp="1"/>
          </p:cNvSpPr>
          <p:nvPr>
            <p:ph type="body" sz="quarter" idx="19" hasCustomPrompt="1"/>
          </p:nvPr>
        </p:nvSpPr>
        <p:spPr bwMode="auto">
          <a:xfrm>
            <a:off x="1389460" y="4021038"/>
            <a:ext cx="10210404" cy="648900"/>
          </a:xfrm>
          <a:prstGeom prst="rect">
            <a:avLst/>
          </a:prstGeom>
        </p:spPr>
        <p:txBody>
          <a:bodyPr wrap="square" lIns="0" tIns="0" rIns="0" bIns="0" anchor="ctr">
            <a:noAutofit/>
          </a:bodyPr>
          <a:lstStyle>
            <a:lvl1pPr marL="0" marR="0" indent="0" algn="l" defTabSz="914367" rtl="0">
              <a:lnSpc>
                <a:spcPts val="1765"/>
              </a:lnSpc>
              <a:spcBef>
                <a:spcPts val="882"/>
              </a:spcBef>
              <a:spcAft>
                <a:spcPct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1728960761" name="Straight Connector 10"/>
          <p:cNvCxnSpPr/>
          <p:nvPr userDrawn="1"/>
        </p:nvCxnSpPr>
        <p:spPr bwMode="auto">
          <a:xfrm>
            <a:off x="1389695" y="4773391"/>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422781298" name="Text Placeholder 4"/>
          <p:cNvSpPr>
            <a:spLocks noGrp="1"/>
          </p:cNvSpPr>
          <p:nvPr>
            <p:ph type="body" sz="quarter" idx="21" hasCustomPrompt="1"/>
          </p:nvPr>
        </p:nvSpPr>
        <p:spPr bwMode="auto">
          <a:xfrm>
            <a:off x="1389460" y="4876845"/>
            <a:ext cx="10210404" cy="648900"/>
          </a:xfrm>
          <a:prstGeom prst="rect">
            <a:avLst/>
          </a:prstGeom>
        </p:spPr>
        <p:txBody>
          <a:bodyPr wrap="square" lIns="0" tIns="0" rIns="0" bIns="0" anchor="ctr">
            <a:noAutofit/>
          </a:bodyPr>
          <a:lstStyle>
            <a:lvl1pPr marL="0" marR="0" indent="0" algn="l" defTabSz="914367" rtl="0">
              <a:lnSpc>
                <a:spcPts val="1765"/>
              </a:lnSpc>
              <a:spcBef>
                <a:spcPts val="882"/>
              </a:spcBef>
              <a:spcAft>
                <a:spcPct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sp>
        <p:nvSpPr>
          <p:cNvPr id="783943672"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415389315"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Tree>
  </p:cSld>
  <p:clrMapOvr>
    <a:masterClrMapping/>
  </p:clrMapOv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PhAnim="0" userDrawn="1">
  <p:cSld name="1_Knowledge Check">
    <p:spTree>
      <p:nvGrpSpPr>
        <p:cNvPr id="1" name=""/>
        <p:cNvGrpSpPr/>
        <p:nvPr/>
      </p:nvGrpSpPr>
      <p:grpSpPr>
        <a:xfrm>
          <a:off x="0" y="0"/>
          <a:ext cx="0" cy="0"/>
          <a:chOff x="0" y="0"/>
          <a:chExt cx="0" cy="0"/>
        </a:xfrm>
      </p:grpSpPr>
      <p:sp>
        <p:nvSpPr>
          <p:cNvPr id="1011137608" name="Rounded Rectangle 3_1"/>
          <p:cNvSpPr/>
          <p:nvPr userDrawn="1"/>
        </p:nvSpPr>
        <p:spPr bwMode="auto">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a:lnSpc>
                <a:spcPct val="100000"/>
              </a:lnSpc>
              <a:spcBef>
                <a:spcPct val="0"/>
              </a:spcBef>
              <a:spcAft>
                <a:spcPct val="0"/>
              </a:spcAft>
              <a:buClrTx/>
              <a:buSzPct val="90000"/>
              <a:buFontTx/>
              <a:buNone/>
              <a:defRPr/>
            </a:pPr>
            <a:endParaRPr lang="en-US" sz="1800" b="0" i="0" u="none" strike="noStrike" cap="none" spc="0">
              <a:ln>
                <a:noFill/>
              </a:ln>
              <a:solidFill>
                <a:srgbClr val="000000"/>
              </a:solidFill>
              <a:latin typeface="Segoe UI"/>
              <a:ea typeface="+mn-ea"/>
              <a:cs typeface="Segoe UI"/>
            </a:endParaRPr>
          </a:p>
        </p:txBody>
      </p:sp>
      <p:sp>
        <p:nvSpPr>
          <p:cNvPr id="1680585382" name="Title 1"/>
          <p:cNvSpPr>
            <a:spLocks noGrp="1"/>
          </p:cNvSpPr>
          <p:nvPr>
            <p:ph type="title"/>
          </p:nvPr>
        </p:nvSpPr>
        <p:spPr bwMode="auto">
          <a:xfrm>
            <a:off x="588262" y="585216"/>
            <a:ext cx="8193024" cy="369332"/>
          </a:xfrm>
        </p:spPr>
        <p:txBody>
          <a:bodyPr/>
          <a:lstStyle>
            <a:lvl1pPr>
              <a:defRPr sz="2400" b="0" i="0">
                <a:solidFill>
                  <a:schemeClr val="tx1"/>
                </a:solidFill>
                <a:latin typeface="+mj-lt"/>
                <a:cs typeface="Segoe UI Semibold"/>
              </a:defRPr>
            </a:lvl1pPr>
          </a:lstStyle>
          <a:p>
            <a:pPr>
              <a:defRPr/>
            </a:pPr>
            <a:r>
              <a:rPr lang="en-US"/>
              <a:t>Click to edit Master title style</a:t>
            </a:r>
            <a:endParaRPr/>
          </a:p>
        </p:txBody>
      </p:sp>
      <p:sp>
        <p:nvSpPr>
          <p:cNvPr id="79871041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096248748" name="Text Placeholder 11"/>
          <p:cNvSpPr>
            <a:spLocks noGrp="1"/>
          </p:cNvSpPr>
          <p:nvPr>
            <p:ph type="body" sz="quarter" idx="17"/>
          </p:nvPr>
        </p:nvSpPr>
        <p:spPr bwMode="auto">
          <a:xfrm>
            <a:off x="1235075" y="1594151"/>
            <a:ext cx="8778782" cy="399973"/>
          </a:xfrm>
          <a:prstGeom prst="rect">
            <a:avLst/>
          </a:prstGeom>
        </p:spPr>
        <p:txBody>
          <a:bodyPr anchor="t"/>
          <a:lstStyle>
            <a:lvl1pPr marL="0" indent="0">
              <a:spcBef>
                <a:spcPct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1893880758" name="Text Placeholder 3"/>
          <p:cNvSpPr>
            <a:spLocks noGrp="1"/>
          </p:cNvSpPr>
          <p:nvPr>
            <p:ph type="body" sz="quarter" idx="15"/>
          </p:nvPr>
        </p:nvSpPr>
        <p:spPr bwMode="auto">
          <a:xfrm>
            <a:off x="1237265" y="1994124"/>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grpSp>
        <p:nvGrpSpPr>
          <p:cNvPr id="1621009621" name="Group 6"/>
          <p:cNvGrpSpPr/>
          <p:nvPr userDrawn="1"/>
        </p:nvGrpSpPr>
        <p:grpSpPr>
          <a:xfrm>
            <a:off x="10107938" y="893763"/>
            <a:ext cx="1110600" cy="1110600"/>
            <a:chOff x="5540700" y="2116300"/>
            <a:chExt cx="1110600" cy="1110600"/>
          </a:xfrm>
        </p:grpSpPr>
        <p:sp>
          <p:nvSpPr>
            <p:cNvPr id="8" name="Oval 7"/>
            <p:cNvSpPr/>
            <p:nvPr/>
          </p:nvSpPr>
          <p:spPr bwMode="auto">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a:lnSpc>
                  <a:spcPct val="100000"/>
                </a:lnSpc>
                <a:spcBef>
                  <a:spcPct val="0"/>
                </a:spcBef>
                <a:spcAft>
                  <a:spcPct val="0"/>
                </a:spcAft>
                <a:buClrTx/>
                <a:buSzTx/>
                <a:buFontTx/>
                <a:buNone/>
                <a:defRPr/>
              </a:pPr>
              <a:endParaRPr lang="en-US" sz="1800" b="0" i="0" u="none" strike="noStrike" cap="none" spc="0">
                <a:ln>
                  <a:noFill/>
                </a:ln>
                <a:solidFill>
                  <a:srgbClr val="FFFFFF"/>
                </a:solidFill>
                <a:latin typeface="Segoe UI"/>
                <a:ea typeface="+mn-ea"/>
                <a:cs typeface="+mn-cs"/>
              </a:endParaRPr>
            </a:p>
          </p:txBody>
        </p:sp>
        <p:pic>
          <p:nvPicPr>
            <p:cNvPr id="9" name="Picture 8"/>
            <p:cNvPicPr/>
            <p:nvPr/>
          </p:nvPicPr>
          <p:blipFill>
            <a:blip r:embed="rId2"/>
            <a:stretch>
              <a:fillRect/>
            </a:stretch>
          </p:blipFill>
          <p:spPr bwMode="auto">
            <a:xfrm>
              <a:off x="5749602" y="2325202"/>
              <a:ext cx="692796" cy="692796"/>
            </a:xfrm>
            <a:prstGeom prst="rect">
              <a:avLst/>
            </a:prstGeom>
            <a:noFill/>
          </p:spPr>
        </p:pic>
      </p:grpSp>
      <p:sp>
        <p:nvSpPr>
          <p:cNvPr id="1987962791" name="Text Placeholder 11"/>
          <p:cNvSpPr>
            <a:spLocks noGrp="1"/>
          </p:cNvSpPr>
          <p:nvPr>
            <p:ph type="body" sz="quarter" idx="20"/>
          </p:nvPr>
        </p:nvSpPr>
        <p:spPr bwMode="auto">
          <a:xfrm>
            <a:off x="1235075" y="4492432"/>
            <a:ext cx="8778782" cy="406322"/>
          </a:xfrm>
          <a:prstGeom prst="rect">
            <a:avLst/>
          </a:prstGeom>
        </p:spPr>
        <p:txBody>
          <a:bodyPr anchor="t"/>
          <a:lstStyle>
            <a:lvl1pPr marL="0" indent="0">
              <a:spcBef>
                <a:spcPct val="0"/>
              </a:spcBef>
              <a:buNone/>
              <a:defRPr sz="1400">
                <a:solidFill>
                  <a:schemeClr val="tx1"/>
                </a:solidFill>
                <a:latin typeface="+mj-lt"/>
              </a:defRPr>
            </a:lvl1pPr>
          </a:lstStyle>
          <a:p>
            <a:pPr lvl="0">
              <a:defRPr/>
            </a:pPr>
            <a:r>
              <a:rPr lang="en-US"/>
              <a:t>Click to edit Master text styles</a:t>
            </a:r>
            <a:endParaRPr/>
          </a:p>
        </p:txBody>
      </p:sp>
      <p:sp>
        <p:nvSpPr>
          <p:cNvPr id="630161935" name="Text Placeholder 3"/>
          <p:cNvSpPr>
            <a:spLocks noGrp="1"/>
          </p:cNvSpPr>
          <p:nvPr>
            <p:ph type="body" sz="quarter" idx="21"/>
          </p:nvPr>
        </p:nvSpPr>
        <p:spPr bwMode="auto">
          <a:xfrm>
            <a:off x="1237265" y="4898755"/>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35564675" name="Text Placeholder 11"/>
          <p:cNvSpPr>
            <a:spLocks noGrp="1"/>
          </p:cNvSpPr>
          <p:nvPr>
            <p:ph type="body" sz="quarter" idx="22"/>
          </p:nvPr>
        </p:nvSpPr>
        <p:spPr bwMode="auto">
          <a:xfrm>
            <a:off x="1235075" y="3042690"/>
            <a:ext cx="8778782" cy="406323"/>
          </a:xfrm>
          <a:prstGeom prst="rect">
            <a:avLst/>
          </a:prstGeom>
        </p:spPr>
        <p:txBody>
          <a:bodyPr anchor="t"/>
          <a:lstStyle>
            <a:lvl1pPr marL="0" indent="0">
              <a:spcBef>
                <a:spcPct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1669869984" name="Text Placeholder 3"/>
          <p:cNvSpPr>
            <a:spLocks noGrp="1"/>
          </p:cNvSpPr>
          <p:nvPr>
            <p:ph type="body" sz="quarter" idx="23"/>
          </p:nvPr>
        </p:nvSpPr>
        <p:spPr bwMode="auto">
          <a:xfrm>
            <a:off x="1237265" y="3449013"/>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50" Type="http://schemas.openxmlformats.org/officeDocument/2006/relationships/slideLayout" Target="../slideLayouts/slideLayout61.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openxmlformats.org/officeDocument/2006/relationships/slideLayout" Target="../slideLayouts/slideLayout60.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52"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8" Type="http://schemas.openxmlformats.org/officeDocument/2006/relationships/slideLayout" Target="../slideLayouts/slideLayout19.xml"/><Relationship Id="rId51" Type="http://schemas.openxmlformats.org/officeDocument/2006/relationships/slideLayout" Target="../slideLayouts/slideLayout62.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1" Type="http://schemas.openxmlformats.org/officeDocument/2006/relationships/slideLayout" Target="../slideLayouts/slideLayout12.xml"/><Relationship Id="rId6"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18329851" name="Title Placeholder 1"/>
          <p:cNvSpPr>
            <a:spLocks noGrp="1"/>
          </p:cNvSpPr>
          <p:nvPr>
            <p:ph type="title"/>
          </p:nvPr>
        </p:nvSpPr>
        <p:spPr bwMode="auto">
          <a:xfrm>
            <a:off x="457200" y="411480"/>
            <a:ext cx="11222610" cy="515442"/>
          </a:xfrm>
          <a:prstGeom prst="rect">
            <a:avLst/>
          </a:prstGeom>
        </p:spPr>
        <p:txBody>
          <a:bodyPr vert="horz" lIns="0" tIns="0" rIns="0" bIns="0" rtlCol="0" anchor="ctr">
            <a:noAutofit/>
          </a:bodyPr>
          <a:lstStyle/>
          <a:p>
            <a:pPr>
              <a:defRPr/>
            </a:pPr>
            <a:r>
              <a:rPr lang="en-US"/>
              <a:t>Click to edit Master title style</a:t>
            </a:r>
            <a:endParaRPr/>
          </a:p>
        </p:txBody>
      </p:sp>
      <p:sp>
        <p:nvSpPr>
          <p:cNvPr id="734068548" name="Text Placeholder 2"/>
          <p:cNvSpPr>
            <a:spLocks noGrp="1"/>
          </p:cNvSpPr>
          <p:nvPr>
            <p:ph type="body" idx="1"/>
          </p:nvPr>
        </p:nvSpPr>
        <p:spPr bwMode="auto">
          <a:xfrm>
            <a:off x="457200" y="1150403"/>
            <a:ext cx="11222610" cy="4351338"/>
          </a:xfrm>
          <a:prstGeom prst="rect">
            <a:avLst/>
          </a:prstGeom>
        </p:spPr>
        <p:txBody>
          <a:bodyPr vert="horz" lIns="0" tIns="0" rIns="0" bIns="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106793607" name="TextBox 6"/>
          <p:cNvSpPr txBox="1"/>
          <p:nvPr userDrawn="1"/>
        </p:nvSpPr>
        <p:spPr bwMode="auto">
          <a:xfrm>
            <a:off x="457200" y="6411853"/>
            <a:ext cx="5897880" cy="169277"/>
          </a:xfrm>
          <a:prstGeom prst="rect">
            <a:avLst/>
          </a:prstGeom>
          <a:noFill/>
        </p:spPr>
        <p:txBody>
          <a:bodyPr wrap="square" lIns="0" tIns="0" rIns="0" bIns="0">
            <a:spAutoFit/>
          </a:bodyPr>
          <a:lstStyle/>
          <a:p>
            <a:pPr defTabSz="932563">
              <a:defRPr/>
            </a:pPr>
            <a:r>
              <a:rPr lang="es-ES" sz="1100" b="0" i="0" strike="noStrike" cap="none" baseline="0" dirty="0">
                <a:solidFill>
                  <a:srgbClr val="000000"/>
                </a:solidFill>
                <a:effectLst/>
                <a:latin typeface="Segoe UI"/>
                <a:ea typeface="Segoe UI"/>
                <a:cs typeface="Segoe UI"/>
              </a:rPr>
              <a:t>© Copyright Microsoft </a:t>
            </a:r>
            <a:r>
              <a:rPr lang="es-ES" sz="1100" b="0" i="0" strike="noStrike" cap="none" baseline="0" dirty="0" err="1">
                <a:solidFill>
                  <a:srgbClr val="000000"/>
                </a:solidFill>
                <a:effectLst/>
                <a:latin typeface="Segoe UI"/>
                <a:ea typeface="Segoe UI"/>
                <a:cs typeface="Segoe UI"/>
              </a:rPr>
              <a:t>Corporation</a:t>
            </a:r>
            <a:r>
              <a:rPr lang="es-ES" sz="1100" b="0" i="0" strike="noStrike" cap="none" baseline="0" dirty="0">
                <a:solidFill>
                  <a:srgbClr val="000000"/>
                </a:solidFill>
                <a:effectLst/>
                <a:latin typeface="Segoe UI"/>
                <a:ea typeface="Segoe UI"/>
                <a:cs typeface="Segoe UI"/>
              </a:rPr>
              <a:t>. Todos los derechos reservados.</a:t>
            </a:r>
            <a:endParaRP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l" defTabSz="914400" rtl="0">
        <a:lnSpc>
          <a:spcPct val="90000"/>
        </a:lnSpc>
        <a:spcBef>
          <a:spcPct val="0"/>
        </a:spcBef>
        <a:buNone/>
        <a:defRPr sz="3200">
          <a:solidFill>
            <a:schemeClr val="tx1"/>
          </a:solidFill>
          <a:latin typeface="Segoe UI Semibold"/>
          <a:ea typeface="+mj-ea"/>
          <a:cs typeface="Segoe UI Semibold"/>
        </a:defRPr>
      </a:lvl1pPr>
    </p:titleStyle>
    <p:body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5" indent="-234950"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3" algn="l" defTabSz="914400" rtl="0">
        <a:lnSpc>
          <a:spcPct val="100000"/>
        </a:lnSpc>
        <a:spcBef>
          <a:spcPct val="0"/>
        </a:spcBef>
        <a:buFont typeface="Arial"/>
        <a:buChar char="•"/>
        <a:defRPr sz="2000">
          <a:solidFill>
            <a:schemeClr val="tx1"/>
          </a:solidFill>
          <a:latin typeface="Segoe UI"/>
          <a:ea typeface="+mn-ea"/>
          <a:cs typeface="Segoe UI"/>
        </a:defRPr>
      </a:lvl3pPr>
      <a:lvl4pPr marL="1141413" indent="-169862" algn="l" defTabSz="914400" rtl="0">
        <a:lnSpc>
          <a:spcPct val="100000"/>
        </a:lnSpc>
        <a:spcBef>
          <a:spcPct val="0"/>
        </a:spcBef>
        <a:buFont typeface="Arial"/>
        <a:buChar char="•"/>
        <a:defRPr sz="1800">
          <a:solidFill>
            <a:schemeClr val="tx1"/>
          </a:solidFill>
          <a:latin typeface="Segoe UI"/>
          <a:ea typeface="+mn-ea"/>
          <a:cs typeface="Segoe UI"/>
        </a:defRPr>
      </a:lvl4pPr>
      <a:lvl5pPr marL="1376363" indent="-179388" algn="l" defTabSz="914400" rtl="0">
        <a:lnSpc>
          <a:spcPct val="100000"/>
        </a:lnSpc>
        <a:spcBef>
          <a:spcPct val="0"/>
        </a:spcBef>
        <a:buFont typeface="Arial"/>
        <a:buChar char="•"/>
        <a:defRPr sz="1800">
          <a:solidFill>
            <a:schemeClr val="tx1"/>
          </a:solidFill>
          <a:latin typeface="Segoe UI"/>
          <a:ea typeface="+mn-ea"/>
          <a:cs typeface="Segoe UI"/>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1455037773" name="GRID" hidden="1"/>
          <p:cNvGrpSpPr/>
          <p:nvPr userDrawn="1"/>
        </p:nvGrpSpPr>
        <p:grpSpPr>
          <a:xfrm>
            <a:off x="0" y="0"/>
            <a:ext cx="12192000" cy="6858000"/>
            <a:chOff x="0" y="0"/>
            <a:chExt cx="12192000" cy="6858000"/>
          </a:xfrm>
        </p:grpSpPr>
        <p:cxnSp>
          <p:nvCxnSpPr>
            <p:cNvPr id="7" name="Straight Connector 6"/>
            <p:cNvCxnSpPr/>
            <p:nvPr/>
          </p:nvCxnSpPr>
          <p:spPr bwMode="auto">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auto">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auto">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auto">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auto">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auto">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auto">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auto">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auto">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auto">
            <a:xfrm flipH="1">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auto">
            <a:xfrm flipH="1">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auto">
            <a:xfrm flipH="1">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auto">
            <a:xfrm flipH="1">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auto">
            <a:xfrm flipH="1">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auto">
            <a:xfrm flipH="1">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auto">
            <a:xfrm flipH="1">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auto">
            <a:xfrm flipH="1">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auto">
            <a:xfrm flipH="1">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auto">
            <a:xfrm flipH="1">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auto">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auto">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auto">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auto">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auto">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auto">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auto">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userDrawn="1"/>
          </p:nvCxnSpPr>
          <p:spPr bwMode="auto">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bwMode="auto">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userDrawn="1"/>
          </p:nvCxnSpPr>
          <p:spPr bwMode="auto">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userDrawn="1"/>
          </p:nvCxnSpPr>
          <p:spPr bwMode="auto">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userDrawn="1"/>
          </p:nvCxnSpPr>
          <p:spPr bwMode="auto">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userDrawn="1"/>
          </p:nvCxnSpPr>
          <p:spPr bwMode="auto">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userDrawn="1"/>
          </p:nvCxnSpPr>
          <p:spPr bwMode="auto">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userDrawn="1"/>
          </p:nvCxnSpPr>
          <p:spPr bwMode="auto">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85933141" name="Title Placeholder 1"/>
          <p:cNvSpPr>
            <a:spLocks noGrp="1"/>
          </p:cNvSpPr>
          <p:nvPr userDrawn="1">
            <p:ph type="title"/>
          </p:nvPr>
        </p:nvSpPr>
        <p:spPr bwMode="auto">
          <a:xfrm>
            <a:off x="588263" y="585216"/>
            <a:ext cx="10430257" cy="307777"/>
          </a:xfrm>
          <a:prstGeom prst="rect">
            <a:avLst/>
          </a:prstGeom>
        </p:spPr>
        <p:txBody>
          <a:bodyPr vert="horz" wrap="square" lIns="0" tIns="0" rIns="0" bIns="0" rtlCol="0" anchor="t">
            <a:spAutoFit/>
          </a:bodyPr>
          <a:lstStyle/>
          <a:p>
            <a:pPr>
              <a:defRPr/>
            </a:pPr>
            <a:r>
              <a:rPr lang="en-US"/>
              <a:t>Click to edit Master title style</a:t>
            </a:r>
            <a:endParaRPr/>
          </a:p>
        </p:txBody>
      </p:sp>
      <p:sp>
        <p:nvSpPr>
          <p:cNvPr id="682753042" name="Text Placeholder 3"/>
          <p:cNvSpPr>
            <a:spLocks noGrp="1"/>
          </p:cNvSpPr>
          <p:nvPr>
            <p:ph type="body" idx="1"/>
          </p:nvPr>
        </p:nvSpPr>
        <p:spPr bwMode="auto">
          <a:xfrm>
            <a:off x="584200" y="1591056"/>
            <a:ext cx="10426700" cy="726353"/>
          </a:xfrm>
          <a:prstGeom prst="rect">
            <a:avLst/>
          </a:prstGeom>
        </p:spPr>
        <p:txBody>
          <a:bodyPr vert="horz" wrap="square" lIns="0" tIns="0" rIns="0" bIns="0" rtlCol="0">
            <a:spAutoFit/>
          </a:body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55209884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Lst>
  <p:transition/>
  <p:hf sldNum="0" hdr="0" dt="0"/>
  <p:txStyles>
    <p:titleStyle>
      <a:lvl1pPr algn="l" defTabSz="932742" rtl="0">
        <a:lnSpc>
          <a:spcPct val="100000"/>
        </a:lnSpc>
        <a:spcBef>
          <a:spcPct val="0"/>
        </a:spcBef>
        <a:buNone/>
        <a:defRPr lang="en-US" sz="2000" b="0" cap="none" spc="0">
          <a:ln w="3175">
            <a:noFill/>
          </a:ln>
          <a:solidFill>
            <a:schemeClr val="tx1"/>
          </a:solidFill>
          <a:latin typeface="+mj-lt"/>
          <a:ea typeface="+mn-ea"/>
          <a:cs typeface="Segoe UI"/>
        </a:defRPr>
      </a:lvl1pPr>
    </p:titleStyle>
    <p:bodyStyle>
      <a:lvl1pPr marL="137160" marR="0" indent="-137160" algn="l" defTabSz="932742" rtl="0">
        <a:lnSpc>
          <a:spcPct val="100000"/>
        </a:lnSpc>
        <a:spcBef>
          <a:spcPct val="0"/>
        </a:spcBef>
        <a:spcAft>
          <a:spcPct val="0"/>
        </a:spcAft>
        <a:buClrTx/>
        <a:buSzPct val="90000"/>
        <a:buFont typeface="Arial"/>
        <a:buChar char="•"/>
        <a:defRPr sz="1600" spc="0">
          <a:solidFill>
            <a:schemeClr val="tx1"/>
          </a:solidFill>
          <a:latin typeface="+mn-lt"/>
          <a:ea typeface="+mn-ea"/>
          <a:cs typeface="Segoe UI"/>
        </a:defRPr>
      </a:lvl1pPr>
      <a:lvl2pPr marL="265176" marR="0" indent="-109728" algn="l" defTabSz="932742" rtl="0">
        <a:lnSpc>
          <a:spcPct val="100000"/>
        </a:lnSpc>
        <a:spcBef>
          <a:spcPct val="0"/>
        </a:spcBef>
        <a:spcAft>
          <a:spcPct val="0"/>
        </a:spcAft>
        <a:buClrTx/>
        <a:buSzPct val="90000"/>
        <a:buFont typeface="Arial"/>
        <a:buChar char="•"/>
        <a:defRPr sz="1400" spc="0">
          <a:solidFill>
            <a:schemeClr val="tx1"/>
          </a:solidFill>
          <a:latin typeface="+mn-lt"/>
          <a:ea typeface="+mn-ea"/>
          <a:cs typeface="+mn-cs"/>
        </a:defRPr>
      </a:lvl2pPr>
      <a:lvl3pPr marL="384048" marR="0" indent="-118872" algn="l" defTabSz="932742" rtl="0">
        <a:lnSpc>
          <a:spcPct val="100000"/>
        </a:lnSpc>
        <a:spcBef>
          <a:spcPct val="0"/>
        </a:spcBef>
        <a:spcAft>
          <a:spcPct val="0"/>
        </a:spcAft>
        <a:buClrTx/>
        <a:buSzPct val="90000"/>
        <a:buFont typeface="Arial"/>
        <a:buChar char="•"/>
        <a:defRPr sz="1200" spc="0">
          <a:solidFill>
            <a:schemeClr val="tx1"/>
          </a:solidFill>
          <a:latin typeface="+mn-lt"/>
          <a:ea typeface="+mn-ea"/>
          <a:cs typeface="+mn-cs"/>
        </a:defRPr>
      </a:lvl3pPr>
      <a:lvl4pPr marL="842963" marR="0" indent="-180975" algn="l" defTabSz="932742" rtl="0">
        <a:lnSpc>
          <a:spcPct val="100000"/>
        </a:lnSpc>
        <a:spcBef>
          <a:spcPct val="0"/>
        </a:spcBef>
        <a:spcAft>
          <a:spcPct val="0"/>
        </a:spcAft>
        <a:buClrTx/>
        <a:buSzPct val="90000"/>
        <a:buFont typeface="Wingdings"/>
        <a:buChar char=""/>
        <a:defRPr sz="1000" spc="0">
          <a:gradFill>
            <a:gsLst>
              <a:gs pos="1250">
                <a:schemeClr val="tx1"/>
              </a:gs>
              <a:gs pos="100000">
                <a:schemeClr val="tx1"/>
              </a:gs>
            </a:gsLst>
            <a:lin ang="5400000" scaled="0"/>
          </a:gradFill>
          <a:latin typeface="+mn-lt"/>
          <a:ea typeface="+mn-ea"/>
          <a:cs typeface="+mn-cs"/>
        </a:defRPr>
      </a:lvl4pPr>
      <a:lvl5pPr marL="1023938" marR="0" indent="-168275" algn="l" defTabSz="932742" rtl="0">
        <a:lnSpc>
          <a:spcPct val="100000"/>
        </a:lnSpc>
        <a:spcBef>
          <a:spcPct val="0"/>
        </a:spcBef>
        <a:spcAft>
          <a:spcPct val="0"/>
        </a:spcAft>
        <a:buClrTx/>
        <a:buSzPct val="90000"/>
        <a:buFont typeface="Wingdings"/>
        <a:buChar char=""/>
        <a:defRPr sz="800" spc="0">
          <a:gradFill>
            <a:gsLst>
              <a:gs pos="1250">
                <a:schemeClr val="tx1"/>
              </a:gs>
              <a:gs pos="100000">
                <a:schemeClr val="tx1"/>
              </a:gs>
            </a:gsLst>
            <a:lin ang="5400000" scaled="0"/>
          </a:gradFill>
          <a:latin typeface="+mn-lt"/>
          <a:ea typeface="+mn-ea"/>
          <a:cs typeface="+mn-cs"/>
        </a:defRPr>
      </a:lvl5pPr>
      <a:lvl6pPr marL="2565040" indent="-233186" algn="l" defTabSz="932742" rtl="0">
        <a:spcBef>
          <a:spcPct val="0"/>
        </a:spcBef>
        <a:buFont typeface="Arial"/>
        <a:buChar char="•"/>
        <a:defRPr sz="2000">
          <a:solidFill>
            <a:schemeClr val="tx1"/>
          </a:solidFill>
          <a:latin typeface="+mn-lt"/>
          <a:ea typeface="+mn-ea"/>
          <a:cs typeface="+mn-cs"/>
        </a:defRPr>
      </a:lvl6pPr>
      <a:lvl7pPr marL="3031412" indent="-233186" algn="l" defTabSz="932742" rtl="0">
        <a:spcBef>
          <a:spcPct val="0"/>
        </a:spcBef>
        <a:buFont typeface="Arial"/>
        <a:buChar char="•"/>
        <a:defRPr sz="2000">
          <a:solidFill>
            <a:schemeClr val="tx1"/>
          </a:solidFill>
          <a:latin typeface="+mn-lt"/>
          <a:ea typeface="+mn-ea"/>
          <a:cs typeface="+mn-cs"/>
        </a:defRPr>
      </a:lvl7pPr>
      <a:lvl8pPr marL="3497783" indent="-233186" algn="l" defTabSz="932742" rtl="0">
        <a:spcBef>
          <a:spcPct val="0"/>
        </a:spcBef>
        <a:buFont typeface="Arial"/>
        <a:buChar char="•"/>
        <a:defRPr sz="2000">
          <a:solidFill>
            <a:schemeClr val="tx1"/>
          </a:solidFill>
          <a:latin typeface="+mn-lt"/>
          <a:ea typeface="+mn-ea"/>
          <a:cs typeface="+mn-cs"/>
        </a:defRPr>
      </a:lvl8pPr>
      <a:lvl9pPr marL="3964155" indent="-233186" algn="l" defTabSz="932742" rtl="0">
        <a:spcBef>
          <a:spcPct val="0"/>
        </a:spcBef>
        <a:buFont typeface="Arial"/>
        <a:buChar char="•"/>
        <a:defRPr sz="2000">
          <a:solidFill>
            <a:schemeClr val="tx1"/>
          </a:solidFill>
          <a:latin typeface="+mn-lt"/>
          <a:ea typeface="+mn-ea"/>
          <a:cs typeface="+mn-cs"/>
        </a:defRPr>
      </a:lvl9pPr>
    </p:bodyStyle>
    <p:otherStyle>
      <a:defPPr>
        <a:defRPr lang="en-US"/>
      </a:defPPr>
      <a:lvl1pPr marL="0" algn="l" defTabSz="932742" rtl="0">
        <a:defRPr sz="1800">
          <a:solidFill>
            <a:schemeClr val="tx1"/>
          </a:solidFill>
          <a:latin typeface="+mn-lt"/>
          <a:ea typeface="+mn-ea"/>
          <a:cs typeface="+mn-cs"/>
        </a:defRPr>
      </a:lvl1pPr>
      <a:lvl2pPr marL="466371" algn="l" defTabSz="932742" rtl="0">
        <a:defRPr sz="1800">
          <a:solidFill>
            <a:schemeClr val="tx1"/>
          </a:solidFill>
          <a:latin typeface="+mn-lt"/>
          <a:ea typeface="+mn-ea"/>
          <a:cs typeface="+mn-cs"/>
        </a:defRPr>
      </a:lvl2pPr>
      <a:lvl3pPr marL="932742" algn="l" defTabSz="932742" rtl="0">
        <a:defRPr sz="1800">
          <a:solidFill>
            <a:schemeClr val="tx1"/>
          </a:solidFill>
          <a:latin typeface="+mn-lt"/>
          <a:ea typeface="+mn-ea"/>
          <a:cs typeface="+mn-cs"/>
        </a:defRPr>
      </a:lvl3pPr>
      <a:lvl4pPr marL="1399113" algn="l" defTabSz="932742" rtl="0">
        <a:defRPr sz="1800">
          <a:solidFill>
            <a:schemeClr val="tx1"/>
          </a:solidFill>
          <a:latin typeface="+mn-lt"/>
          <a:ea typeface="+mn-ea"/>
          <a:cs typeface="+mn-cs"/>
        </a:defRPr>
      </a:lvl4pPr>
      <a:lvl5pPr marL="1865484" algn="l" defTabSz="932742" rtl="0">
        <a:defRPr sz="1800">
          <a:solidFill>
            <a:schemeClr val="tx1"/>
          </a:solidFill>
          <a:latin typeface="+mn-lt"/>
          <a:ea typeface="+mn-ea"/>
          <a:cs typeface="+mn-cs"/>
        </a:defRPr>
      </a:lvl5pPr>
      <a:lvl6pPr marL="2331856" algn="l" defTabSz="932742" rtl="0">
        <a:defRPr sz="1800">
          <a:solidFill>
            <a:schemeClr val="tx1"/>
          </a:solidFill>
          <a:latin typeface="+mn-lt"/>
          <a:ea typeface="+mn-ea"/>
          <a:cs typeface="+mn-cs"/>
        </a:defRPr>
      </a:lvl6pPr>
      <a:lvl7pPr marL="2798226" algn="l" defTabSz="932742" rtl="0">
        <a:defRPr sz="1800">
          <a:solidFill>
            <a:schemeClr val="tx1"/>
          </a:solidFill>
          <a:latin typeface="+mn-lt"/>
          <a:ea typeface="+mn-ea"/>
          <a:cs typeface="+mn-cs"/>
        </a:defRPr>
      </a:lvl7pPr>
      <a:lvl8pPr marL="3264597" algn="l" defTabSz="932742" rtl="0">
        <a:defRPr sz="1800">
          <a:solidFill>
            <a:schemeClr val="tx1"/>
          </a:solidFill>
          <a:latin typeface="+mn-lt"/>
          <a:ea typeface="+mn-ea"/>
          <a:cs typeface="+mn-cs"/>
        </a:defRPr>
      </a:lvl8pPr>
      <a:lvl9pPr marL="3730969" algn="l" defTabSz="932742"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9.xml"/><Relationship Id="rId1" Type="http://schemas.openxmlformats.org/officeDocument/2006/relationships/slideLayout" Target="../slideLayouts/slideLayout42.xml"/><Relationship Id="rId4" Type="http://schemas.openxmlformats.org/officeDocument/2006/relationships/hyperlink" Target="https://go.microsoft.com/fwlink/?linkid=2345722"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9.xml"/><Relationship Id="rId1" Type="http://schemas.openxmlformats.org/officeDocument/2006/relationships/slideLayout" Target="../slideLayouts/slideLayout42.xml"/><Relationship Id="rId4" Type="http://schemas.openxmlformats.org/officeDocument/2006/relationships/hyperlink" Target="https://go.microsoft.com/fwlink/?linkid=2346339"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hyperlink" Target="https://go.microsoft.com/fwlink/?linkid=2346293" TargetMode="External"/><Relationship Id="rId2" Type="http://schemas.openxmlformats.org/officeDocument/2006/relationships/notesSlide" Target="../notesSlides/notesSlide29.xml"/><Relationship Id="rId1" Type="http://schemas.openxmlformats.org/officeDocument/2006/relationships/slideLayout" Target="../slideLayouts/slideLayout42.xml"/><Relationship Id="rId4" Type="http://schemas.openxmlformats.org/officeDocument/2006/relationships/image" Target="../media/image18.jpe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0869391" name="Title 6"/>
          <p:cNvSpPr>
            <a:spLocks noGrp="1"/>
          </p:cNvSpPr>
          <p:nvPr>
            <p:ph type="title"/>
          </p:nvPr>
        </p:nvSpPr>
        <p:spPr bwMode="auto">
          <a:xfrm>
            <a:off x="569909" y="2070942"/>
            <a:ext cx="5688751" cy="2590959"/>
          </a:xfrm>
        </p:spPr>
        <p:txBody>
          <a:bodyPr/>
          <a:lstStyle/>
          <a:p>
            <a:pPr>
              <a:defRPr/>
            </a:pPr>
            <a:r>
              <a:rPr lang="es-ES" sz="2800" b="0" i="0" strike="noStrike" cap="none" baseline="0">
                <a:solidFill>
                  <a:srgbClr val="000000"/>
                </a:solidFill>
                <a:effectLst/>
                <a:latin typeface="Segoe UI"/>
                <a:ea typeface="Segoe UI"/>
                <a:cs typeface="Segoe UI"/>
              </a:rPr>
              <a:t>AI-200T00A</a:t>
            </a:r>
            <a:br>
              <a:rPr sz="4000"/>
            </a:br>
            <a:r>
              <a:rPr lang="es-ES" sz="4000" b="0" i="0" strike="noStrike" cap="none" baseline="0">
                <a:solidFill>
                  <a:srgbClr val="000000"/>
                </a:solidFill>
                <a:effectLst/>
                <a:latin typeface="Segoe UI"/>
                <a:ea typeface="Segoe UI"/>
                <a:cs typeface="Segoe UI"/>
              </a:rPr>
              <a:t>Implementación y supervisión de aplicaciones en Azure Kubernetes Service</a:t>
            </a:r>
            <a:endParaRPr lang="en-US"/>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72913512" name="Title 3"/>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Agenda</a:t>
            </a:r>
            <a:endParaRPr/>
          </a:p>
        </p:txBody>
      </p:sp>
      <p:sp>
        <p:nvSpPr>
          <p:cNvPr id="400351791" name="Content Placeholder 4"/>
          <p:cNvSpPr>
            <a:spLocks noGrp="1"/>
          </p:cNvSpPr>
          <p:nvPr>
            <p:ph sz="quarter" idx="10"/>
          </p:nvPr>
        </p:nvSpPr>
        <p:spPr bwMode="auto"/>
        <p:txBody>
          <a:bodyPr/>
          <a:lstStyle/>
          <a:p>
            <a:pPr>
              <a:spcAft>
                <a:spcPts val="600"/>
              </a:spcAft>
              <a:defRPr/>
            </a:pPr>
            <a:r>
              <a:rPr lang="es-ES" sz="2800" b="0" i="0" strike="noStrike" cap="none" baseline="0">
                <a:solidFill>
                  <a:srgbClr val="000000"/>
                </a:solidFill>
                <a:effectLst/>
                <a:latin typeface="Segoe UI"/>
                <a:ea typeface="Segoe UI"/>
                <a:cs typeface="Segoe UI"/>
              </a:rPr>
              <a:t>Implementación de aplicaciones en Azure Kubernetes Service</a:t>
            </a:r>
            <a:endParaRPr/>
          </a:p>
          <a:p>
            <a:pPr>
              <a:spcAft>
                <a:spcPts val="600"/>
              </a:spcAft>
              <a:defRPr/>
            </a:pPr>
            <a:r>
              <a:rPr lang="es-ES" sz="2800" b="0" i="0" strike="noStrike" cap="none" baseline="0">
                <a:solidFill>
                  <a:srgbClr val="000000"/>
                </a:solidFill>
                <a:effectLst/>
                <a:latin typeface="Segoe UI"/>
                <a:ea typeface="Segoe UI"/>
                <a:cs typeface="Segoe UI"/>
              </a:rPr>
              <a:t>Configuración de aplicaciones en Azure Kubernetes Service</a:t>
            </a:r>
            <a:endParaRPr/>
          </a:p>
          <a:p>
            <a:pPr>
              <a:spcAft>
                <a:spcPts val="600"/>
              </a:spcAft>
              <a:defRPr/>
            </a:pPr>
            <a:r>
              <a:rPr lang="es-ES" sz="2800" b="0" i="0" strike="noStrike" cap="none" baseline="0">
                <a:solidFill>
                  <a:srgbClr val="000000"/>
                </a:solidFill>
                <a:effectLst/>
                <a:latin typeface="Segoe UI"/>
                <a:ea typeface="Segoe UI"/>
                <a:cs typeface="Segoe UI"/>
              </a:rPr>
              <a:t>Supervisión y solución de problemas de aplicaciones en Azure Kubernetes Service</a:t>
            </a:r>
            <a:endParaRPr lang="en-US"/>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0885327" name="Title 3"/>
          <p:cNvSpPr>
            <a:spLocks noGrp="1"/>
          </p:cNvSpPr>
          <p:nvPr>
            <p:ph type="title"/>
          </p:nvPr>
        </p:nvSpPr>
        <p:spPr bwMode="auto">
          <a:xfrm>
            <a:off x="581337" y="1822026"/>
            <a:ext cx="6638264" cy="2262083"/>
          </a:xfrm>
        </p:spPr>
        <p:txBody>
          <a:bodyPr/>
          <a:lstStyle/>
          <a:p>
            <a:pPr marL="0" lvl="0" indent="0">
              <a:buNone/>
              <a:defRPr/>
            </a:pPr>
            <a:r>
              <a:rPr lang="es-ES" sz="4100" b="0" i="0" strike="noStrike" cap="none" baseline="0">
                <a:solidFill>
                  <a:srgbClr val="000000"/>
                </a:solidFill>
                <a:effectLst/>
                <a:latin typeface="Segoe UI"/>
                <a:ea typeface="Segoe UI"/>
                <a:cs typeface="Segoe UI"/>
              </a:rPr>
              <a:t>Módulo 1: Implementación de aplicaciones en Azure Kubernetes Service</a:t>
            </a:r>
            <a:endParaRPr sz="410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2101375" name="Title 4"/>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Objetivos de aprendizaje</a:t>
            </a:r>
            <a:endParaRPr/>
          </a:p>
        </p:txBody>
      </p:sp>
      <p:sp>
        <p:nvSpPr>
          <p:cNvPr id="552355246" name="Content Placeholder 3"/>
          <p:cNvSpPr>
            <a:spLocks noGrp="1"/>
          </p:cNvSpPr>
          <p:nvPr>
            <p:ph sz="quarter" idx="10"/>
          </p:nvPr>
        </p:nvSpPr>
        <p:spPr bwMode="auto">
          <a:xfrm>
            <a:off x="457200" y="1235075"/>
            <a:ext cx="10431284" cy="4816475"/>
          </a:xfrm>
        </p:spPr>
        <p:txBody>
          <a:bodyPr vert="horz" lIns="0" tIns="0" rIns="0" bIns="0" rtlCol="0" anchor="t">
            <a:normAutofit/>
          </a:bodyPr>
          <a:lstStyle/>
          <a:p>
            <a:pPr>
              <a:spcAft>
                <a:spcPts val="719"/>
              </a:spcAft>
              <a:defRPr/>
            </a:pPr>
            <a:r>
              <a:rPr lang="es-ES" sz="2400" b="0" i="0" strike="noStrike" cap="none" baseline="0">
                <a:solidFill>
                  <a:srgbClr val="000000"/>
                </a:solidFill>
                <a:effectLst/>
                <a:latin typeface="Segoe UI"/>
                <a:ea typeface="Segoe UI"/>
                <a:cs typeface="Segoe UI"/>
              </a:rPr>
              <a:t>Explicación de cómo funcionan conjuntamente las implementaciones, los servicios y los pods en AKS</a:t>
            </a:r>
            <a:endParaRPr lang="en-US" sz="2400" b="0" i="0" u="none" strike="noStrike" cap="none" spc="0">
              <a:solidFill>
                <a:schemeClr val="tx1"/>
              </a:solidFill>
              <a:latin typeface="Segoe UI"/>
              <a:cs typeface="Segoe UI"/>
            </a:endParaRPr>
          </a:p>
          <a:p>
            <a:pPr>
              <a:spcAft>
                <a:spcPts val="719"/>
              </a:spcAft>
              <a:defRPr/>
            </a:pPr>
            <a:r>
              <a:rPr lang="es-ES" sz="2400" b="0" i="0" strike="noStrike" cap="none" baseline="0">
                <a:solidFill>
                  <a:srgbClr val="000000"/>
                </a:solidFill>
                <a:effectLst/>
                <a:latin typeface="Segoe UI"/>
                <a:ea typeface="Segoe UI"/>
                <a:cs typeface="Segoe UI"/>
              </a:rPr>
              <a:t>Creación de manifiestos de implementación de Kubernetes para definir cómo se ejecutan las aplicaciones en contenedores</a:t>
            </a:r>
            <a:endParaRPr lang="en-US" sz="2400" b="0" i="0" u="none" strike="noStrike" cap="none" spc="0">
              <a:solidFill>
                <a:schemeClr val="tx1"/>
              </a:solidFill>
              <a:latin typeface="Segoe UI"/>
              <a:cs typeface="Segoe UI"/>
            </a:endParaRPr>
          </a:p>
          <a:p>
            <a:pPr>
              <a:spcAft>
                <a:spcPts val="719"/>
              </a:spcAft>
              <a:defRPr/>
            </a:pPr>
            <a:r>
              <a:rPr lang="es-ES" sz="2400" b="0" i="0" strike="noStrike" cap="none" baseline="0">
                <a:solidFill>
                  <a:srgbClr val="000000"/>
                </a:solidFill>
                <a:effectLst/>
                <a:latin typeface="Segoe UI"/>
                <a:ea typeface="Segoe UI"/>
                <a:cs typeface="Segoe UI"/>
              </a:rPr>
              <a:t>Escritura de manifiestos de servicio para exponer aplicaciones para el acceso interno o externo</a:t>
            </a:r>
            <a:endParaRPr lang="en-US" sz="2400" b="0" i="0" u="none" strike="noStrike" cap="none" spc="0">
              <a:solidFill>
                <a:schemeClr val="tx1"/>
              </a:solidFill>
              <a:latin typeface="Segoe UI"/>
              <a:cs typeface="Segoe UI"/>
            </a:endParaRPr>
          </a:p>
          <a:p>
            <a:pPr>
              <a:spcAft>
                <a:spcPts val="719"/>
              </a:spcAft>
              <a:defRPr/>
            </a:pPr>
            <a:r>
              <a:rPr lang="es-ES" sz="2400" b="0" i="0" strike="noStrike" cap="none" baseline="0">
                <a:solidFill>
                  <a:srgbClr val="000000"/>
                </a:solidFill>
                <a:effectLst/>
                <a:latin typeface="Segoe UI"/>
                <a:ea typeface="Segoe UI"/>
                <a:cs typeface="Segoe UI"/>
              </a:rPr>
              <a:t>Uso de kubectl para implementar manifiestos y comprobar que las aplicaciones se están ejecutando</a:t>
            </a:r>
            <a:endParaRPr lang="en-US" sz="2400" b="0" i="0" u="none" strike="noStrike" cap="none" spc="0">
              <a:solidFill>
                <a:schemeClr val="tx1"/>
              </a:solidFill>
              <a:latin typeface="Segoe UI"/>
              <a:cs typeface="Segoe UI"/>
            </a:endParaRPr>
          </a:p>
          <a:p>
            <a:pPr defTabSz="932742">
              <a:spcAft>
                <a:spcPts val="719"/>
              </a:spcAft>
              <a:defRPr/>
            </a:pPr>
            <a:r>
              <a:rPr lang="es-ES" sz="2400" b="0" i="0" strike="noStrike" cap="none" baseline="0">
                <a:solidFill>
                  <a:srgbClr val="000000"/>
                </a:solidFill>
                <a:effectLst/>
                <a:latin typeface="Segoe UI"/>
                <a:ea typeface="Segoe UI"/>
                <a:cs typeface="Segoe UI"/>
              </a:rPr>
              <a:t>Solución de problemas comunes de implementación con kubectl </a:t>
            </a:r>
            <a:endParaRPr sz="2400">
              <a:latin typeface="+mn-lt"/>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09532026" name="Title 2"/>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Introducción</a:t>
            </a:r>
            <a:endParaRPr/>
          </a:p>
        </p:txBody>
      </p:sp>
      <p:sp>
        <p:nvSpPr>
          <p:cNvPr id="1358778099" name="Content Placeholder 3"/>
          <p:cNvSpPr>
            <a:spLocks noGrp="1"/>
          </p:cNvSpPr>
          <p:nvPr>
            <p:ph sz="quarter" idx="10"/>
          </p:nvPr>
        </p:nvSpPr>
        <p:spPr bwMode="auto"/>
        <p:txBody>
          <a:bodyPr vert="horz" lIns="0" tIns="0" rIns="0" bIns="0" rtlCol="0" anchor="t">
            <a:normAutofit/>
          </a:bodyPr>
          <a:lstStyle/>
          <a:p>
            <a:pPr>
              <a:spcAft>
                <a:spcPts val="719"/>
              </a:spcAft>
              <a:defRPr/>
            </a:pPr>
            <a:r>
              <a:rPr lang="es-ES" sz="2400" b="0" i="0" strike="noStrike" cap="none" baseline="0">
                <a:solidFill>
                  <a:srgbClr val="000000"/>
                </a:solidFill>
                <a:effectLst/>
                <a:latin typeface="Segoe UI"/>
                <a:ea typeface="Segoe UI"/>
                <a:cs typeface="Segoe UI"/>
              </a:rPr>
              <a:t>Plano de control de Kubernetes administrado en Azure</a:t>
            </a:r>
            <a:endParaRPr lang="en-US" sz="2400" b="0" i="0" u="none" strike="noStrike" cap="none" spc="0">
              <a:solidFill>
                <a:schemeClr val="tx1"/>
              </a:solidFill>
              <a:latin typeface="Segoe UI"/>
              <a:cs typeface="Segoe UI"/>
            </a:endParaRPr>
          </a:p>
          <a:p>
            <a:pPr>
              <a:spcAft>
                <a:spcPts val="719"/>
              </a:spcAft>
              <a:defRPr/>
            </a:pPr>
            <a:r>
              <a:rPr lang="es-ES" sz="2400" b="0" i="0" strike="noStrike" cap="none" baseline="0">
                <a:solidFill>
                  <a:srgbClr val="000000"/>
                </a:solidFill>
                <a:effectLst/>
                <a:latin typeface="Segoe UI"/>
                <a:ea typeface="Segoe UI"/>
                <a:cs typeface="Segoe UI"/>
              </a:rPr>
              <a:t>Ejecuta API en contenedores, trabajos y back-end de IA a escala</a:t>
            </a:r>
            <a:endParaRPr lang="en-US" sz="2400" b="0" i="0" u="none" strike="noStrike" cap="none" spc="0">
              <a:solidFill>
                <a:schemeClr val="tx1"/>
              </a:solidFill>
              <a:latin typeface="Segoe UI"/>
              <a:cs typeface="Segoe UI"/>
            </a:endParaRPr>
          </a:p>
          <a:p>
            <a:pPr>
              <a:spcAft>
                <a:spcPts val="719"/>
              </a:spcAft>
              <a:defRPr/>
            </a:pPr>
            <a:r>
              <a:rPr lang="es-ES" sz="2400" b="0" i="0" strike="noStrike" cap="none" baseline="0">
                <a:solidFill>
                  <a:srgbClr val="000000"/>
                </a:solidFill>
                <a:effectLst/>
                <a:latin typeface="Segoe UI"/>
                <a:ea typeface="Segoe UI"/>
                <a:cs typeface="Segoe UI"/>
              </a:rPr>
              <a:t>Las implementaciones mantienen el recuento de réplicas y reinician pods con errores</a:t>
            </a:r>
            <a:endParaRPr lang="en-US" sz="2400" b="0" i="0" u="none" strike="noStrike" cap="none" spc="0">
              <a:solidFill>
                <a:schemeClr val="tx1"/>
              </a:solidFill>
              <a:latin typeface="Segoe UI"/>
              <a:cs typeface="Segoe UI"/>
            </a:endParaRPr>
          </a:p>
          <a:p>
            <a:pPr>
              <a:spcAft>
                <a:spcPts val="719"/>
              </a:spcAft>
              <a:defRPr/>
            </a:pPr>
            <a:r>
              <a:rPr lang="es-ES" sz="2400" b="0" i="0" strike="noStrike" cap="none" baseline="0">
                <a:solidFill>
                  <a:srgbClr val="000000"/>
                </a:solidFill>
                <a:effectLst/>
                <a:latin typeface="Segoe UI"/>
                <a:ea typeface="Segoe UI"/>
                <a:cs typeface="Segoe UI"/>
              </a:rPr>
              <a:t>Los servicios proporcionan conectividad estable a pesar de la renovación de pods</a:t>
            </a:r>
            <a:endParaRPr lang="en-US" sz="2400" b="0" i="0" u="none" strike="noStrike" cap="none" spc="0">
              <a:solidFill>
                <a:schemeClr val="tx1"/>
              </a:solidFill>
              <a:latin typeface="Segoe UI"/>
              <a:cs typeface="Segoe UI"/>
            </a:endParaRPr>
          </a:p>
          <a:p>
            <a:pPr>
              <a:spcAft>
                <a:spcPts val="719"/>
              </a:spcAft>
              <a:defRPr/>
            </a:pPr>
            <a:r>
              <a:rPr lang="es-ES" sz="2400" b="0" i="0" strike="noStrike" cap="none" baseline="0">
                <a:solidFill>
                  <a:srgbClr val="000000"/>
                </a:solidFill>
                <a:effectLst/>
                <a:latin typeface="Segoe UI"/>
                <a:ea typeface="Segoe UI"/>
                <a:cs typeface="Segoe UI"/>
              </a:rPr>
              <a:t>Los equilibradores de carga de Azure exponen puntos de conexión públicos cuando es necesario</a:t>
            </a:r>
            <a:endParaRPr lang="en-US" sz="2400" b="0" i="0" u="none" strike="noStrike" cap="none" spc="0">
              <a:solidFill>
                <a:schemeClr val="tx1"/>
              </a:solidFill>
              <a:latin typeface="Segoe UI"/>
              <a:cs typeface="Segoe UI"/>
            </a:endParaRPr>
          </a:p>
          <a:p>
            <a:pPr>
              <a:spcAft>
                <a:spcPts val="719"/>
              </a:spcAft>
              <a:defRPr/>
            </a:pPr>
            <a:r>
              <a:rPr lang="es-ES" sz="2400" b="0" i="0" strike="noStrike" cap="none" baseline="0">
                <a:solidFill>
                  <a:srgbClr val="000000"/>
                </a:solidFill>
                <a:effectLst/>
                <a:latin typeface="Segoe UI"/>
                <a:ea typeface="Segoe UI"/>
                <a:cs typeface="Segoe UI"/>
              </a:rPr>
              <a:t>kubectl es la herramienta principal para implementar, inspeccionar y reparar operaciones</a:t>
            </a:r>
            <a:endParaRPr lang="en-US" sz="240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16942480"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Creación de manifiestos de implementación de Kubernetes</a:t>
            </a:r>
            <a:endParaRPr/>
          </a:p>
        </p:txBody>
      </p:sp>
      <p:sp>
        <p:nvSpPr>
          <p:cNvPr id="325509392" name="Content Placeholder 3"/>
          <p:cNvSpPr>
            <a:spLocks noGrp="1"/>
          </p:cNvSpPr>
          <p:nvPr>
            <p:ph sz="quarter" idx="10"/>
          </p:nvPr>
        </p:nvSpPr>
        <p:spPr bwMode="auto">
          <a:xfrm>
            <a:off x="457199" y="1120141"/>
            <a:ext cx="5379721" cy="4823459"/>
          </a:xfrm>
        </p:spPr>
        <p:txBody>
          <a:bodyPr vertOverflow="overflow" horzOverflow="overflow" vert="horz" wrap="square" lIns="0" tIns="0" rIns="0" bIns="0" numCol="1" spcCol="0" rtlCol="0" fromWordArt="0" anchor="t" anchorCtr="0" forceAA="0" compatLnSpc="0">
            <a:normAutofit fontScale="87500" lnSpcReduction="10000"/>
          </a:bodyPr>
          <a:lstStyle/>
          <a:p>
            <a:pPr marL="0" indent="0">
              <a:spcAft>
                <a:spcPts val="359"/>
              </a:spcAft>
              <a:buFont typeface="Arial"/>
              <a:buNone/>
              <a:defRPr/>
            </a:pPr>
            <a:r>
              <a:rPr lang="es-ES" sz="1900" b="0" i="0" strike="noStrike" cap="none" baseline="0" dirty="0">
                <a:solidFill>
                  <a:srgbClr val="000000"/>
                </a:solidFill>
                <a:effectLst/>
                <a:latin typeface="Segoe UI Semibold"/>
                <a:ea typeface="Segoe UI Semibold"/>
                <a:cs typeface="Segoe UI Semibold"/>
              </a:rPr>
              <a:t>Estado deseado en YAML</a:t>
            </a:r>
            <a:endParaRPr sz="2000" b="0" i="0" u="none" strike="noStrike" cap="none" spc="0" dirty="0">
              <a:solidFill>
                <a:schemeClr val="tx1"/>
              </a:solidFill>
              <a:latin typeface="Segoe UI"/>
              <a:cs typeface="Segoe UI"/>
            </a:endParaRPr>
          </a:p>
          <a:p>
            <a:pPr marL="228600" marR="0" indent="-228600" algn="l">
              <a:lnSpc>
                <a:spcPct val="100000"/>
              </a:lnSpc>
              <a:spcBef>
                <a:spcPct val="0"/>
              </a:spcBef>
              <a:buChar char="•"/>
              <a:defRPr/>
            </a:pPr>
            <a:r>
              <a:rPr lang="es-ES" sz="1700" b="0" i="0" strike="noStrike" cap="none" baseline="0" dirty="0">
                <a:solidFill>
                  <a:srgbClr val="000000"/>
                </a:solidFill>
                <a:effectLst/>
                <a:latin typeface="Segoe UI"/>
                <a:ea typeface="Segoe UI"/>
                <a:cs typeface="Segoe UI"/>
              </a:rPr>
              <a:t>Definición de la imagen, el recuento de réplicas, las etiquetas y el puerto de contenedor</a:t>
            </a:r>
            <a:endParaRPr lang="en-US" sz="1800" b="0" i="0" u="none" strike="noStrike" cap="none" spc="0" dirty="0">
              <a:solidFill>
                <a:schemeClr val="tx1"/>
              </a:solidFill>
              <a:latin typeface="Segoe UI"/>
              <a:cs typeface="Segoe UI"/>
            </a:endParaRPr>
          </a:p>
          <a:p>
            <a:pPr marL="228600" marR="0" indent="-228600" algn="l">
              <a:lnSpc>
                <a:spcPct val="100000"/>
              </a:lnSpc>
              <a:spcBef>
                <a:spcPct val="0"/>
              </a:spcBef>
              <a:buChar char="•"/>
              <a:defRPr/>
            </a:pPr>
            <a:r>
              <a:rPr lang="es-ES" sz="1700" b="0" i="0" strike="noStrike" cap="none" baseline="0" dirty="0">
                <a:solidFill>
                  <a:srgbClr val="000000"/>
                </a:solidFill>
                <a:effectLst/>
                <a:latin typeface="Segoe UI"/>
                <a:ea typeface="Segoe UI"/>
                <a:cs typeface="Segoe UI"/>
              </a:rPr>
              <a:t>Mantenimiento de las etiquetas de </a:t>
            </a:r>
            <a:r>
              <a:rPr lang="es-ES" sz="1700" b="0" i="0" strike="noStrike" cap="none" baseline="0" dirty="0" err="1">
                <a:solidFill>
                  <a:srgbClr val="000000"/>
                </a:solidFill>
                <a:effectLst/>
                <a:latin typeface="Segoe UI"/>
                <a:ea typeface="Segoe UI"/>
                <a:cs typeface="Segoe UI"/>
              </a:rPr>
              <a:t>pod</a:t>
            </a:r>
            <a:r>
              <a:rPr lang="es-ES" sz="1700" b="0" i="0" strike="noStrike" cap="none" baseline="0" dirty="0">
                <a:solidFill>
                  <a:srgbClr val="000000"/>
                </a:solidFill>
                <a:effectLst/>
                <a:latin typeface="Segoe UI"/>
                <a:ea typeface="Segoe UI"/>
                <a:cs typeface="Segoe UI"/>
              </a:rPr>
              <a:t> alineadas con las etiquetas del selector</a:t>
            </a:r>
            <a:endParaRPr lang="en-US" sz="1800" b="0" i="0" u="none" strike="noStrike" cap="none" spc="0" dirty="0">
              <a:solidFill>
                <a:schemeClr val="tx1"/>
              </a:solidFill>
              <a:latin typeface="Segoe UI"/>
              <a:cs typeface="Segoe UI"/>
            </a:endParaRPr>
          </a:p>
          <a:p>
            <a:pPr marL="228600" marR="0" indent="-228600" algn="l">
              <a:lnSpc>
                <a:spcPct val="100000"/>
              </a:lnSpc>
              <a:spcBef>
                <a:spcPct val="0"/>
              </a:spcBef>
              <a:buChar char="•"/>
              <a:defRPr/>
            </a:pPr>
            <a:r>
              <a:rPr lang="es-ES" sz="1700" b="0" i="0" strike="noStrike" cap="none" baseline="0" dirty="0">
                <a:solidFill>
                  <a:srgbClr val="000000"/>
                </a:solidFill>
                <a:effectLst/>
                <a:latin typeface="Segoe UI"/>
                <a:ea typeface="Segoe UI"/>
                <a:cs typeface="Segoe UI"/>
              </a:rPr>
              <a:t>Tratamiento del manifiesto como fuente de información para la intención en tiempo de ejecución</a:t>
            </a:r>
            <a:endParaRPr sz="2000" b="0" i="0" u="none" strike="noStrike" cap="none" spc="0" dirty="0">
              <a:solidFill>
                <a:schemeClr val="tx1"/>
              </a:solidFill>
              <a:latin typeface="Segoe UI"/>
              <a:cs typeface="Segoe UI"/>
            </a:endParaRPr>
          </a:p>
          <a:p>
            <a:pPr marL="0" marR="0" indent="0" algn="l">
              <a:lnSpc>
                <a:spcPct val="100000"/>
              </a:lnSpc>
              <a:spcBef>
                <a:spcPts val="719"/>
              </a:spcBef>
              <a:spcAft>
                <a:spcPts val="359"/>
              </a:spcAft>
              <a:buFont typeface="Arial"/>
              <a:buNone/>
              <a:defRPr/>
            </a:pPr>
            <a:r>
              <a:rPr lang="es-ES" sz="1900" b="0" i="0" strike="noStrike" cap="none" baseline="0" dirty="0">
                <a:solidFill>
                  <a:srgbClr val="000000"/>
                </a:solidFill>
                <a:effectLst/>
                <a:latin typeface="Segoe UI Semibold"/>
                <a:ea typeface="Segoe UI Semibold"/>
                <a:cs typeface="Segoe UI Semibold"/>
              </a:rPr>
              <a:t>Ajuste de tamaño del tiempo de ejecución</a:t>
            </a:r>
            <a:endParaRPr sz="2000" b="0" i="0" u="none" strike="noStrike" cap="none" spc="0" dirty="0">
              <a:solidFill>
                <a:schemeClr val="tx1"/>
              </a:solidFill>
              <a:latin typeface="Segoe UI"/>
              <a:cs typeface="Segoe UI"/>
            </a:endParaRPr>
          </a:p>
          <a:p>
            <a:pPr>
              <a:lnSpc>
                <a:spcPct val="110000"/>
              </a:lnSpc>
              <a:spcAft>
                <a:spcPts val="359"/>
              </a:spcAft>
              <a:defRPr/>
            </a:pPr>
            <a:r>
              <a:rPr lang="es-ES" sz="1700" b="0" i="0" strike="noStrike" cap="none" baseline="0" dirty="0">
                <a:solidFill>
                  <a:srgbClr val="000000"/>
                </a:solidFill>
                <a:effectLst/>
                <a:latin typeface="Segoe UI"/>
                <a:ea typeface="Segoe UI"/>
                <a:cs typeface="Segoe UI"/>
              </a:rPr>
              <a:t>Las solicitudes reservan CPU y memoria programables</a:t>
            </a:r>
          </a:p>
          <a:p>
            <a:pPr>
              <a:lnSpc>
                <a:spcPct val="110000"/>
              </a:lnSpc>
              <a:spcAft>
                <a:spcPts val="359"/>
              </a:spcAft>
              <a:defRPr/>
            </a:pPr>
            <a:r>
              <a:rPr lang="es-ES" sz="1700" b="0" i="0" strike="noStrike" cap="none" baseline="0" dirty="0">
                <a:solidFill>
                  <a:srgbClr val="000000"/>
                </a:solidFill>
                <a:effectLst/>
                <a:latin typeface="Segoe UI"/>
                <a:ea typeface="Segoe UI"/>
                <a:cs typeface="Segoe UI"/>
              </a:rPr>
              <a:t>Limita el uso descontrolada y evita vecinos ruidosos</a:t>
            </a:r>
          </a:p>
          <a:p>
            <a:pPr>
              <a:lnSpc>
                <a:spcPct val="110000"/>
              </a:lnSpc>
              <a:spcAft>
                <a:spcPts val="359"/>
              </a:spcAft>
              <a:defRPr/>
            </a:pPr>
            <a:r>
              <a:rPr lang="es-ES" sz="1700" b="0" i="0" strike="noStrike" cap="none" baseline="0" dirty="0">
                <a:solidFill>
                  <a:srgbClr val="000000"/>
                </a:solidFill>
                <a:effectLst/>
                <a:latin typeface="Segoe UI"/>
                <a:ea typeface="Segoe UI"/>
                <a:cs typeface="Segoe UI"/>
              </a:rPr>
              <a:t>El recuento de réplicas negocia el coste de disponibilidad y rendimiento</a:t>
            </a:r>
            <a:endParaRPr sz="1800" dirty="0"/>
          </a:p>
          <a:p>
            <a:pPr marL="0" marR="0" indent="0" algn="l">
              <a:lnSpc>
                <a:spcPct val="100000"/>
              </a:lnSpc>
              <a:spcBef>
                <a:spcPts val="719"/>
              </a:spcBef>
              <a:spcAft>
                <a:spcPts val="359"/>
              </a:spcAft>
              <a:buFont typeface="Arial"/>
              <a:buNone/>
              <a:defRPr/>
            </a:pPr>
            <a:r>
              <a:rPr lang="es-ES" sz="1900" b="0" i="0" strike="noStrike" cap="none" baseline="0" dirty="0">
                <a:solidFill>
                  <a:srgbClr val="000000"/>
                </a:solidFill>
                <a:effectLst/>
                <a:latin typeface="Segoe UI Semibold"/>
                <a:ea typeface="Segoe UI Semibold"/>
                <a:cs typeface="Segoe UI Semibold"/>
              </a:rPr>
              <a:t>Flujo de configuración</a:t>
            </a:r>
            <a:endParaRPr sz="2000" b="0" i="0" u="none" strike="noStrike" cap="none" spc="0" dirty="0">
              <a:solidFill>
                <a:schemeClr val="tx1"/>
              </a:solidFill>
              <a:latin typeface="Segoe UI"/>
              <a:cs typeface="Segoe UI"/>
            </a:endParaRPr>
          </a:p>
          <a:p>
            <a:pPr marR="0">
              <a:lnSpc>
                <a:spcPct val="110000"/>
              </a:lnSpc>
              <a:spcAft>
                <a:spcPts val="359"/>
              </a:spcAft>
              <a:defRPr/>
            </a:pPr>
            <a:r>
              <a:rPr lang="es-ES" sz="1700" b="0" i="0" strike="noStrike" cap="none" baseline="0" dirty="0">
                <a:solidFill>
                  <a:srgbClr val="000000"/>
                </a:solidFill>
                <a:effectLst/>
                <a:latin typeface="Segoe UI"/>
                <a:ea typeface="Segoe UI"/>
                <a:cs typeface="Segoe UI"/>
              </a:rPr>
              <a:t>Usa </a:t>
            </a:r>
            <a:r>
              <a:rPr lang="es-ES" sz="1700" b="0" i="0" strike="noStrike" cap="none" baseline="0" dirty="0" err="1">
                <a:solidFill>
                  <a:srgbClr val="000000"/>
                </a:solidFill>
                <a:effectLst/>
                <a:latin typeface="Segoe UI"/>
                <a:ea typeface="Segoe UI"/>
                <a:cs typeface="Segoe UI"/>
              </a:rPr>
              <a:t>env</a:t>
            </a:r>
            <a:r>
              <a:rPr lang="es-ES" sz="1700" b="0" i="0" strike="noStrike" cap="none" baseline="0" dirty="0">
                <a:solidFill>
                  <a:srgbClr val="000000"/>
                </a:solidFill>
                <a:effectLst/>
                <a:latin typeface="Segoe UI"/>
                <a:ea typeface="Segoe UI"/>
                <a:cs typeface="Segoe UI"/>
              </a:rPr>
              <a:t> </a:t>
            </a:r>
            <a:r>
              <a:rPr lang="es-ES" sz="1700" b="0" i="0" strike="noStrike" cap="none" baseline="0" dirty="0" err="1">
                <a:solidFill>
                  <a:srgbClr val="000000"/>
                </a:solidFill>
                <a:effectLst/>
                <a:latin typeface="Segoe UI"/>
                <a:ea typeface="Segoe UI"/>
                <a:cs typeface="Segoe UI"/>
              </a:rPr>
              <a:t>vars</a:t>
            </a:r>
            <a:r>
              <a:rPr lang="es-ES" sz="1700" b="0" i="0" strike="noStrike" cap="none" baseline="0" dirty="0">
                <a:solidFill>
                  <a:srgbClr val="000000"/>
                </a:solidFill>
                <a:effectLst/>
                <a:latin typeface="Segoe UI"/>
                <a:ea typeface="Segoe UI"/>
                <a:cs typeface="Segoe UI"/>
              </a:rPr>
              <a:t> de entorno para los ajustes que no sean confidenciales</a:t>
            </a:r>
          </a:p>
          <a:p>
            <a:pPr marR="0">
              <a:lnSpc>
                <a:spcPct val="110000"/>
              </a:lnSpc>
              <a:spcAft>
                <a:spcPts val="359"/>
              </a:spcAft>
              <a:defRPr/>
            </a:pPr>
            <a:r>
              <a:rPr lang="es-ES" sz="1700" b="0" i="0" strike="noStrike" cap="none" baseline="0" dirty="0">
                <a:solidFill>
                  <a:srgbClr val="000000"/>
                </a:solidFill>
                <a:effectLst/>
                <a:latin typeface="Segoe UI"/>
                <a:ea typeface="Segoe UI"/>
                <a:cs typeface="Segoe UI"/>
              </a:rPr>
              <a:t>Secretos de referencia para claves y credenciales</a:t>
            </a:r>
          </a:p>
          <a:p>
            <a:pPr marR="0">
              <a:lnSpc>
                <a:spcPct val="110000"/>
              </a:lnSpc>
              <a:spcAft>
                <a:spcPts val="359"/>
              </a:spcAft>
              <a:defRPr/>
            </a:pPr>
            <a:r>
              <a:rPr lang="es-ES" sz="1700" b="0" i="0" strike="noStrike" cap="none" baseline="0" dirty="0">
                <a:solidFill>
                  <a:srgbClr val="000000"/>
                </a:solidFill>
                <a:effectLst/>
                <a:latin typeface="Segoe UI"/>
                <a:ea typeface="Segoe UI"/>
                <a:cs typeface="Segoe UI"/>
              </a:rPr>
              <a:t>Evitar insertar valores secretos en el manifiesto</a:t>
            </a:r>
            <a:endParaRPr sz="1800" dirty="0"/>
          </a:p>
        </p:txBody>
      </p:sp>
      <p:sp>
        <p:nvSpPr>
          <p:cNvPr id="1297339437" name="Content Placeholder 2"/>
          <p:cNvSpPr>
            <a:spLocks noGrp="1"/>
          </p:cNvSpPr>
          <p:nvPr/>
        </p:nvSpPr>
        <p:spPr bwMode="auto">
          <a:xfrm>
            <a:off x="6786282" y="1407058"/>
            <a:ext cx="4746864" cy="4601665"/>
          </a:xfrm>
        </p:spPr>
        <p:txBody>
          <a:bodyPr vertOverflow="overflow" horzOverflow="overflow" vert="horz" wrap="square" lIns="0" tIns="0" rIns="0" bIns="0" numCol="1" spcCol="0" rtlCol="0" fromWordArt="0" anchor="t" anchorCtr="0" forceAA="0" compatLnSpc="0">
            <a:noAutofit/>
          </a:bodyPr>
          <a:lst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4" indent="-234949"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2" algn="l" defTabSz="914400" rtl="0">
              <a:lnSpc>
                <a:spcPct val="100000"/>
              </a:lnSpc>
              <a:spcBef>
                <a:spcPct val="0"/>
              </a:spcBef>
              <a:buFont typeface="Arial"/>
              <a:buChar char="•"/>
              <a:defRPr sz="2000">
                <a:solidFill>
                  <a:schemeClr val="tx1"/>
                </a:solidFill>
                <a:latin typeface="Segoe UI"/>
                <a:ea typeface="+mn-ea"/>
                <a:cs typeface="Segoe UI"/>
              </a:defRPr>
            </a:lvl3pPr>
            <a:lvl4pPr marL="1141412" indent="-169861" algn="l" defTabSz="914400" rtl="0">
              <a:lnSpc>
                <a:spcPct val="100000"/>
              </a:lnSpc>
              <a:spcBef>
                <a:spcPct val="0"/>
              </a:spcBef>
              <a:buFont typeface="Arial"/>
              <a:buChar char="•"/>
              <a:defRPr sz="1800">
                <a:solidFill>
                  <a:schemeClr val="tx1"/>
                </a:solidFill>
                <a:latin typeface="Segoe UI"/>
                <a:ea typeface="+mn-ea"/>
                <a:cs typeface="Segoe UI"/>
              </a:defRPr>
            </a:lvl4pPr>
            <a:lvl5pPr marL="1376361" indent="-179387" algn="l" defTabSz="914400" rtl="0">
              <a:lnSpc>
                <a:spcPct val="100000"/>
              </a:lnSpc>
              <a:spcBef>
                <a:spcPct val="0"/>
              </a:spcBef>
              <a:buFont typeface="Arial"/>
              <a:buChar char="•"/>
              <a:defRPr sz="1800">
                <a:solidFill>
                  <a:schemeClr val="tx1"/>
                </a:solidFill>
                <a:latin typeface="Segoe UI"/>
                <a:ea typeface="+mn-ea"/>
                <a:cs typeface="Segoe UI"/>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indent="0">
              <a:buNone/>
              <a:defRPr/>
            </a:pPr>
            <a:r>
              <a:rPr lang="en-US" sz="1400" dirty="0" err="1">
                <a:solidFill>
                  <a:srgbClr val="800000"/>
                </a:solidFill>
                <a:latin typeface="Consolas"/>
                <a:ea typeface="Consolas"/>
                <a:cs typeface="Consolas"/>
              </a:rPr>
              <a:t>apiVersion</a:t>
            </a:r>
            <a:r>
              <a:rPr lang="en-US" sz="1400" dirty="0">
                <a:solidFill>
                  <a:srgbClr val="000000"/>
                </a:solidFill>
                <a:latin typeface="Consolas"/>
                <a:ea typeface="Consolas"/>
                <a:cs typeface="Consolas"/>
              </a:rPr>
              <a:t>: </a:t>
            </a:r>
            <a:r>
              <a:rPr lang="en-US" sz="1400" dirty="0">
                <a:solidFill>
                  <a:srgbClr val="0000FF"/>
                </a:solidFill>
                <a:latin typeface="Consolas"/>
                <a:ea typeface="Consolas"/>
                <a:cs typeface="Consolas"/>
              </a:rPr>
              <a:t>apps/v1</a:t>
            </a:r>
            <a:endParaRPr lang="en-US" sz="1400" dirty="0">
              <a:latin typeface="Consolas"/>
              <a:cs typeface="Consolas"/>
            </a:endParaRPr>
          </a:p>
          <a:p>
            <a:pPr marL="0" indent="0">
              <a:buNone/>
              <a:defRPr/>
            </a:pPr>
            <a:r>
              <a:rPr lang="en-US" sz="1400" dirty="0">
                <a:solidFill>
                  <a:srgbClr val="800000"/>
                </a:solidFill>
                <a:latin typeface="Consolas"/>
                <a:ea typeface="Consolas"/>
                <a:cs typeface="Consolas"/>
              </a:rPr>
              <a:t>kind</a:t>
            </a:r>
            <a:r>
              <a:rPr lang="en-US" sz="1400" dirty="0">
                <a:solidFill>
                  <a:srgbClr val="000000"/>
                </a:solidFill>
                <a:latin typeface="Consolas"/>
                <a:ea typeface="Consolas"/>
                <a:cs typeface="Consolas"/>
              </a:rPr>
              <a:t>: </a:t>
            </a:r>
            <a:r>
              <a:rPr lang="en-US" sz="1400" dirty="0">
                <a:solidFill>
                  <a:srgbClr val="0000FF"/>
                </a:solidFill>
                <a:latin typeface="Consolas"/>
                <a:ea typeface="Consolas"/>
                <a:cs typeface="Consolas"/>
              </a:rPr>
              <a:t>Deployment</a:t>
            </a:r>
            <a:endParaRPr lang="en-US" sz="1400" dirty="0">
              <a:latin typeface="Consolas"/>
              <a:cs typeface="Consolas"/>
            </a:endParaRPr>
          </a:p>
          <a:p>
            <a:pPr marL="0" indent="0">
              <a:buNone/>
              <a:defRPr/>
            </a:pPr>
            <a:r>
              <a:rPr lang="en-US" sz="1400" dirty="0">
                <a:solidFill>
                  <a:srgbClr val="800000"/>
                </a:solidFill>
                <a:latin typeface="Consolas"/>
                <a:ea typeface="Consolas"/>
                <a:cs typeface="Consolas"/>
              </a:rPr>
              <a:t>metadata</a:t>
            </a:r>
            <a:r>
              <a:rPr lang="en-US" sz="1400" dirty="0">
                <a:solidFill>
                  <a:srgbClr val="000000"/>
                </a:solidFill>
                <a:latin typeface="Consolas"/>
                <a:ea typeface="Consolas"/>
                <a:cs typeface="Consolas"/>
              </a:rPr>
              <a:t>:</a:t>
            </a:r>
            <a:endParaRPr lang="en-US" sz="1400" dirty="0">
              <a:latin typeface="Consolas"/>
              <a:cs typeface="Consolas"/>
            </a:endParaRPr>
          </a:p>
          <a:p>
            <a:pPr marL="0" indent="0">
              <a:buNone/>
              <a:defRPr/>
            </a:pPr>
            <a:r>
              <a:rPr lang="en-US" sz="1400" dirty="0">
                <a:solidFill>
                  <a:srgbClr val="000000"/>
                </a:solidFill>
                <a:latin typeface="Consolas"/>
                <a:ea typeface="Consolas"/>
                <a:cs typeface="Consolas"/>
              </a:rPr>
              <a:t>  </a:t>
            </a:r>
            <a:r>
              <a:rPr lang="en-US" sz="1400" dirty="0">
                <a:solidFill>
                  <a:srgbClr val="800000"/>
                </a:solidFill>
                <a:latin typeface="Consolas"/>
                <a:ea typeface="Consolas"/>
                <a:cs typeface="Consolas"/>
              </a:rPr>
              <a:t>name</a:t>
            </a:r>
            <a:r>
              <a:rPr lang="en-US" sz="1400" dirty="0">
                <a:solidFill>
                  <a:srgbClr val="000000"/>
                </a:solidFill>
                <a:latin typeface="Consolas"/>
                <a:ea typeface="Consolas"/>
                <a:cs typeface="Consolas"/>
              </a:rPr>
              <a:t>: </a:t>
            </a:r>
            <a:r>
              <a:rPr lang="en-US" sz="1400" dirty="0">
                <a:solidFill>
                  <a:srgbClr val="0000FF"/>
                </a:solidFill>
                <a:latin typeface="Consolas"/>
                <a:ea typeface="Consolas"/>
                <a:cs typeface="Consolas"/>
              </a:rPr>
              <a:t>ai-</a:t>
            </a:r>
            <a:r>
              <a:rPr lang="en-US" sz="1400" dirty="0" err="1">
                <a:solidFill>
                  <a:srgbClr val="0000FF"/>
                </a:solidFill>
                <a:latin typeface="Consolas"/>
                <a:ea typeface="Consolas"/>
                <a:cs typeface="Consolas"/>
              </a:rPr>
              <a:t>api</a:t>
            </a:r>
            <a:endParaRPr lang="en-US" sz="1400" dirty="0">
              <a:latin typeface="Consolas"/>
              <a:cs typeface="Consolas"/>
            </a:endParaRPr>
          </a:p>
          <a:p>
            <a:pPr marL="0" indent="0">
              <a:buNone/>
              <a:defRPr/>
            </a:pPr>
            <a:r>
              <a:rPr lang="en-US" sz="1400" dirty="0">
                <a:solidFill>
                  <a:srgbClr val="800000"/>
                </a:solidFill>
                <a:latin typeface="Consolas"/>
                <a:ea typeface="Consolas"/>
                <a:cs typeface="Consolas"/>
              </a:rPr>
              <a:t>spec</a:t>
            </a:r>
            <a:r>
              <a:rPr lang="en-US" sz="1400" dirty="0">
                <a:solidFill>
                  <a:srgbClr val="000000"/>
                </a:solidFill>
                <a:latin typeface="Consolas"/>
                <a:ea typeface="Consolas"/>
                <a:cs typeface="Consolas"/>
              </a:rPr>
              <a:t>:</a:t>
            </a:r>
            <a:endParaRPr lang="en-US" sz="1400" dirty="0">
              <a:latin typeface="Consolas"/>
              <a:cs typeface="Consolas"/>
            </a:endParaRPr>
          </a:p>
          <a:p>
            <a:pPr marL="0" indent="0">
              <a:buNone/>
              <a:defRPr/>
            </a:pPr>
            <a:r>
              <a:rPr lang="en-US" sz="1400" dirty="0">
                <a:solidFill>
                  <a:srgbClr val="000000"/>
                </a:solidFill>
                <a:latin typeface="Consolas"/>
                <a:ea typeface="Consolas"/>
                <a:cs typeface="Consolas"/>
              </a:rPr>
              <a:t>  </a:t>
            </a:r>
            <a:r>
              <a:rPr lang="en-US" sz="1400" dirty="0">
                <a:solidFill>
                  <a:srgbClr val="800000"/>
                </a:solidFill>
                <a:latin typeface="Consolas"/>
                <a:ea typeface="Consolas"/>
                <a:cs typeface="Consolas"/>
              </a:rPr>
              <a:t>replicas</a:t>
            </a:r>
            <a:r>
              <a:rPr lang="en-US" sz="1400" dirty="0">
                <a:solidFill>
                  <a:srgbClr val="000000"/>
                </a:solidFill>
                <a:latin typeface="Consolas"/>
                <a:ea typeface="Consolas"/>
                <a:cs typeface="Consolas"/>
              </a:rPr>
              <a:t>: </a:t>
            </a:r>
            <a:r>
              <a:rPr lang="en-US" sz="1400" dirty="0">
                <a:solidFill>
                  <a:srgbClr val="098658"/>
                </a:solidFill>
                <a:latin typeface="Consolas"/>
                <a:ea typeface="Consolas"/>
                <a:cs typeface="Consolas"/>
              </a:rPr>
              <a:t>3</a:t>
            </a:r>
            <a:endParaRPr lang="en-US" sz="1400" dirty="0">
              <a:latin typeface="Consolas"/>
              <a:cs typeface="Consolas"/>
            </a:endParaRPr>
          </a:p>
          <a:p>
            <a:pPr marL="0" indent="0">
              <a:buNone/>
              <a:defRPr/>
            </a:pPr>
            <a:r>
              <a:rPr lang="en-US" sz="1400" dirty="0">
                <a:solidFill>
                  <a:srgbClr val="000000"/>
                </a:solidFill>
                <a:latin typeface="Consolas"/>
                <a:ea typeface="Consolas"/>
                <a:cs typeface="Consolas"/>
              </a:rPr>
              <a:t>  </a:t>
            </a:r>
            <a:r>
              <a:rPr lang="en-US" sz="1400" dirty="0">
                <a:solidFill>
                  <a:srgbClr val="800000"/>
                </a:solidFill>
                <a:latin typeface="Consolas"/>
                <a:ea typeface="Consolas"/>
                <a:cs typeface="Consolas"/>
              </a:rPr>
              <a:t>selector</a:t>
            </a:r>
            <a:r>
              <a:rPr lang="en-US" sz="1400" dirty="0">
                <a:solidFill>
                  <a:srgbClr val="000000"/>
                </a:solidFill>
                <a:latin typeface="Consolas"/>
                <a:ea typeface="Consolas"/>
                <a:cs typeface="Consolas"/>
              </a:rPr>
              <a:t>:</a:t>
            </a:r>
            <a:endParaRPr lang="en-US" sz="1400" dirty="0">
              <a:latin typeface="Consolas"/>
              <a:cs typeface="Consolas"/>
            </a:endParaRPr>
          </a:p>
          <a:p>
            <a:pPr marL="0" indent="0">
              <a:buNone/>
              <a:defRPr/>
            </a:pPr>
            <a:r>
              <a:rPr lang="en-US" sz="1400" dirty="0">
                <a:solidFill>
                  <a:srgbClr val="000000"/>
                </a:solidFill>
                <a:latin typeface="Consolas"/>
                <a:ea typeface="Consolas"/>
                <a:cs typeface="Consolas"/>
              </a:rPr>
              <a:t>    </a:t>
            </a:r>
            <a:r>
              <a:rPr lang="en-US" sz="1400" dirty="0" err="1">
                <a:solidFill>
                  <a:srgbClr val="800000"/>
                </a:solidFill>
                <a:latin typeface="Consolas"/>
                <a:ea typeface="Consolas"/>
                <a:cs typeface="Consolas"/>
              </a:rPr>
              <a:t>matchLabels</a:t>
            </a:r>
            <a:r>
              <a:rPr lang="en-US" sz="1400" dirty="0">
                <a:solidFill>
                  <a:srgbClr val="000000"/>
                </a:solidFill>
                <a:latin typeface="Consolas"/>
                <a:ea typeface="Consolas"/>
                <a:cs typeface="Consolas"/>
              </a:rPr>
              <a:t>:</a:t>
            </a:r>
            <a:endParaRPr lang="en-US" sz="1400" dirty="0">
              <a:latin typeface="Consolas"/>
              <a:cs typeface="Consolas"/>
            </a:endParaRPr>
          </a:p>
          <a:p>
            <a:pPr marL="0" indent="0">
              <a:buNone/>
              <a:defRPr/>
            </a:pPr>
            <a:r>
              <a:rPr lang="en-US" sz="1400" dirty="0">
                <a:solidFill>
                  <a:srgbClr val="000000"/>
                </a:solidFill>
                <a:latin typeface="Consolas"/>
                <a:ea typeface="Consolas"/>
                <a:cs typeface="Consolas"/>
              </a:rPr>
              <a:t>      </a:t>
            </a:r>
            <a:r>
              <a:rPr lang="en-US" sz="1400" dirty="0">
                <a:solidFill>
                  <a:srgbClr val="800000"/>
                </a:solidFill>
                <a:latin typeface="Consolas"/>
                <a:ea typeface="Consolas"/>
                <a:cs typeface="Consolas"/>
              </a:rPr>
              <a:t>app</a:t>
            </a:r>
            <a:r>
              <a:rPr lang="en-US" sz="1400" dirty="0">
                <a:solidFill>
                  <a:srgbClr val="000000"/>
                </a:solidFill>
                <a:latin typeface="Consolas"/>
                <a:ea typeface="Consolas"/>
                <a:cs typeface="Consolas"/>
              </a:rPr>
              <a:t>: </a:t>
            </a:r>
            <a:r>
              <a:rPr lang="en-US" sz="1400" dirty="0">
                <a:solidFill>
                  <a:srgbClr val="0000FF"/>
                </a:solidFill>
                <a:latin typeface="Consolas"/>
                <a:ea typeface="Consolas"/>
                <a:cs typeface="Consolas"/>
              </a:rPr>
              <a:t>ai-</a:t>
            </a:r>
            <a:r>
              <a:rPr lang="en-US" sz="1400" dirty="0" err="1">
                <a:solidFill>
                  <a:srgbClr val="0000FF"/>
                </a:solidFill>
                <a:latin typeface="Consolas"/>
                <a:ea typeface="Consolas"/>
                <a:cs typeface="Consolas"/>
              </a:rPr>
              <a:t>api</a:t>
            </a:r>
            <a:r>
              <a:rPr lang="en-US" sz="1400" dirty="0">
                <a:solidFill>
                  <a:srgbClr val="000000"/>
                </a:solidFill>
                <a:latin typeface="Consolas"/>
                <a:ea typeface="Consolas"/>
                <a:cs typeface="Consolas"/>
              </a:rPr>
              <a:t>    </a:t>
            </a:r>
            <a:r>
              <a:rPr lang="en-US" sz="1400" dirty="0">
                <a:solidFill>
                  <a:srgbClr val="008000"/>
                </a:solidFill>
                <a:latin typeface="Consolas"/>
                <a:ea typeface="Consolas"/>
                <a:cs typeface="Consolas"/>
              </a:rPr>
              <a:t># must match</a:t>
            </a:r>
            <a:endParaRPr lang="en-US" sz="1400" dirty="0">
              <a:latin typeface="Consolas"/>
              <a:cs typeface="Consolas"/>
            </a:endParaRPr>
          </a:p>
          <a:p>
            <a:pPr marL="0" indent="0">
              <a:buNone/>
              <a:defRPr/>
            </a:pPr>
            <a:r>
              <a:rPr lang="en-US" sz="1400" dirty="0">
                <a:solidFill>
                  <a:srgbClr val="000000"/>
                </a:solidFill>
                <a:latin typeface="Consolas"/>
                <a:ea typeface="Consolas"/>
                <a:cs typeface="Consolas"/>
              </a:rPr>
              <a:t>  </a:t>
            </a:r>
            <a:r>
              <a:rPr lang="en-US" sz="1400" dirty="0">
                <a:solidFill>
                  <a:srgbClr val="800000"/>
                </a:solidFill>
                <a:latin typeface="Consolas"/>
                <a:ea typeface="Consolas"/>
                <a:cs typeface="Consolas"/>
              </a:rPr>
              <a:t>template</a:t>
            </a:r>
            <a:r>
              <a:rPr lang="en-US" sz="1400" dirty="0">
                <a:solidFill>
                  <a:srgbClr val="000000"/>
                </a:solidFill>
                <a:latin typeface="Consolas"/>
                <a:ea typeface="Consolas"/>
                <a:cs typeface="Consolas"/>
              </a:rPr>
              <a:t>:</a:t>
            </a:r>
            <a:endParaRPr lang="en-US" sz="1400" dirty="0">
              <a:latin typeface="Consolas"/>
              <a:cs typeface="Consolas"/>
            </a:endParaRPr>
          </a:p>
          <a:p>
            <a:pPr marL="0" indent="0">
              <a:buNone/>
              <a:defRPr/>
            </a:pPr>
            <a:r>
              <a:rPr lang="en-US" sz="1400" dirty="0">
                <a:solidFill>
                  <a:srgbClr val="000000"/>
                </a:solidFill>
                <a:latin typeface="Consolas"/>
                <a:ea typeface="Consolas"/>
                <a:cs typeface="Consolas"/>
              </a:rPr>
              <a:t>    </a:t>
            </a:r>
            <a:r>
              <a:rPr lang="en-US" sz="1400" dirty="0">
                <a:solidFill>
                  <a:srgbClr val="800000"/>
                </a:solidFill>
                <a:latin typeface="Consolas"/>
                <a:ea typeface="Consolas"/>
                <a:cs typeface="Consolas"/>
              </a:rPr>
              <a:t>metadata</a:t>
            </a:r>
            <a:r>
              <a:rPr lang="en-US" sz="1400" dirty="0">
                <a:solidFill>
                  <a:srgbClr val="000000"/>
                </a:solidFill>
                <a:latin typeface="Consolas"/>
                <a:ea typeface="Consolas"/>
                <a:cs typeface="Consolas"/>
              </a:rPr>
              <a:t>:</a:t>
            </a:r>
            <a:endParaRPr lang="en-US" sz="1400" dirty="0">
              <a:latin typeface="Consolas"/>
              <a:cs typeface="Consolas"/>
            </a:endParaRPr>
          </a:p>
          <a:p>
            <a:pPr marL="0" indent="0">
              <a:buNone/>
              <a:defRPr/>
            </a:pPr>
            <a:r>
              <a:rPr lang="en-US" sz="1400" dirty="0">
                <a:solidFill>
                  <a:srgbClr val="000000"/>
                </a:solidFill>
                <a:latin typeface="Consolas"/>
                <a:ea typeface="Consolas"/>
                <a:cs typeface="Consolas"/>
              </a:rPr>
              <a:t>      </a:t>
            </a:r>
            <a:r>
              <a:rPr lang="en-US" sz="1400" dirty="0">
                <a:solidFill>
                  <a:srgbClr val="800000"/>
                </a:solidFill>
                <a:latin typeface="Consolas"/>
                <a:ea typeface="Consolas"/>
                <a:cs typeface="Consolas"/>
              </a:rPr>
              <a:t>labels</a:t>
            </a:r>
            <a:r>
              <a:rPr lang="en-US" sz="1400" dirty="0">
                <a:solidFill>
                  <a:srgbClr val="000000"/>
                </a:solidFill>
                <a:latin typeface="Consolas"/>
                <a:ea typeface="Consolas"/>
                <a:cs typeface="Consolas"/>
              </a:rPr>
              <a:t>:</a:t>
            </a:r>
            <a:endParaRPr lang="en-US" sz="1400" dirty="0">
              <a:latin typeface="Consolas"/>
              <a:cs typeface="Consolas"/>
            </a:endParaRPr>
          </a:p>
          <a:p>
            <a:pPr marL="0" indent="0">
              <a:buNone/>
              <a:defRPr/>
            </a:pPr>
            <a:r>
              <a:rPr lang="en-US" sz="1400" dirty="0">
                <a:solidFill>
                  <a:srgbClr val="000000"/>
                </a:solidFill>
                <a:latin typeface="Consolas"/>
                <a:ea typeface="Consolas"/>
                <a:cs typeface="Consolas"/>
              </a:rPr>
              <a:t>        </a:t>
            </a:r>
            <a:r>
              <a:rPr lang="en-US" sz="1400" dirty="0">
                <a:solidFill>
                  <a:srgbClr val="800000"/>
                </a:solidFill>
                <a:latin typeface="Consolas"/>
                <a:ea typeface="Consolas"/>
                <a:cs typeface="Consolas"/>
              </a:rPr>
              <a:t>app</a:t>
            </a:r>
            <a:r>
              <a:rPr lang="en-US" sz="1400" dirty="0">
                <a:solidFill>
                  <a:srgbClr val="000000"/>
                </a:solidFill>
                <a:latin typeface="Consolas"/>
                <a:ea typeface="Consolas"/>
                <a:cs typeface="Consolas"/>
              </a:rPr>
              <a:t>: </a:t>
            </a:r>
            <a:r>
              <a:rPr lang="en-US" sz="1400" dirty="0">
                <a:solidFill>
                  <a:srgbClr val="0000FF"/>
                </a:solidFill>
                <a:latin typeface="Consolas"/>
                <a:ea typeface="Consolas"/>
                <a:cs typeface="Consolas"/>
              </a:rPr>
              <a:t>ai-</a:t>
            </a:r>
            <a:r>
              <a:rPr lang="en-US" sz="1400" dirty="0" err="1">
                <a:solidFill>
                  <a:srgbClr val="0000FF"/>
                </a:solidFill>
                <a:latin typeface="Consolas"/>
                <a:ea typeface="Consolas"/>
                <a:cs typeface="Consolas"/>
              </a:rPr>
              <a:t>api</a:t>
            </a:r>
            <a:r>
              <a:rPr lang="en-US" sz="1400" dirty="0">
                <a:solidFill>
                  <a:srgbClr val="000000"/>
                </a:solidFill>
                <a:latin typeface="Consolas"/>
                <a:ea typeface="Consolas"/>
                <a:cs typeface="Consolas"/>
              </a:rPr>
              <a:t>  </a:t>
            </a:r>
            <a:r>
              <a:rPr lang="en-US" sz="1400" dirty="0">
                <a:solidFill>
                  <a:srgbClr val="008000"/>
                </a:solidFill>
                <a:latin typeface="Consolas"/>
                <a:ea typeface="Consolas"/>
                <a:cs typeface="Consolas"/>
              </a:rPr>
              <a:t># must match</a:t>
            </a:r>
            <a:endParaRPr lang="en-US" sz="1400" dirty="0">
              <a:latin typeface="Consolas"/>
              <a:cs typeface="Consolas"/>
            </a:endParaRPr>
          </a:p>
          <a:p>
            <a:pPr marL="0" indent="0">
              <a:buNone/>
              <a:defRPr/>
            </a:pPr>
            <a:r>
              <a:rPr lang="en-US" sz="1400" dirty="0">
                <a:solidFill>
                  <a:srgbClr val="000000"/>
                </a:solidFill>
                <a:latin typeface="Consolas"/>
                <a:ea typeface="Consolas"/>
                <a:cs typeface="Consolas"/>
              </a:rPr>
              <a:t>    </a:t>
            </a:r>
            <a:r>
              <a:rPr lang="en-US" sz="1400" dirty="0">
                <a:solidFill>
                  <a:srgbClr val="800000"/>
                </a:solidFill>
                <a:latin typeface="Consolas"/>
                <a:ea typeface="Consolas"/>
                <a:cs typeface="Consolas"/>
              </a:rPr>
              <a:t>spec</a:t>
            </a:r>
            <a:r>
              <a:rPr lang="en-US" sz="1400" dirty="0">
                <a:solidFill>
                  <a:srgbClr val="000000"/>
                </a:solidFill>
                <a:latin typeface="Consolas"/>
                <a:ea typeface="Consolas"/>
                <a:cs typeface="Consolas"/>
              </a:rPr>
              <a:t>:</a:t>
            </a:r>
            <a:endParaRPr lang="en-US" sz="1400" dirty="0">
              <a:latin typeface="Consolas"/>
              <a:cs typeface="Consolas"/>
            </a:endParaRPr>
          </a:p>
          <a:p>
            <a:pPr marL="0" indent="0">
              <a:buNone/>
              <a:defRPr/>
            </a:pPr>
            <a:r>
              <a:rPr lang="en-US" sz="1400" dirty="0">
                <a:solidFill>
                  <a:srgbClr val="000000"/>
                </a:solidFill>
                <a:latin typeface="Consolas"/>
                <a:ea typeface="Consolas"/>
                <a:cs typeface="Consolas"/>
              </a:rPr>
              <a:t>      </a:t>
            </a:r>
            <a:r>
              <a:rPr lang="en-US" sz="1400" dirty="0">
                <a:solidFill>
                  <a:srgbClr val="800000"/>
                </a:solidFill>
                <a:latin typeface="Consolas"/>
                <a:ea typeface="Consolas"/>
                <a:cs typeface="Consolas"/>
              </a:rPr>
              <a:t>containers</a:t>
            </a:r>
            <a:r>
              <a:rPr lang="en-US" sz="1400" dirty="0">
                <a:solidFill>
                  <a:srgbClr val="000000"/>
                </a:solidFill>
                <a:latin typeface="Consolas"/>
                <a:ea typeface="Consolas"/>
                <a:cs typeface="Consolas"/>
              </a:rPr>
              <a:t>:</a:t>
            </a:r>
            <a:endParaRPr lang="en-US" sz="1400" dirty="0">
              <a:latin typeface="Consolas"/>
              <a:cs typeface="Consolas"/>
            </a:endParaRPr>
          </a:p>
          <a:p>
            <a:pPr marL="0" indent="0">
              <a:buNone/>
              <a:defRPr/>
            </a:pPr>
            <a:r>
              <a:rPr lang="en-US" sz="1400" dirty="0">
                <a:solidFill>
                  <a:srgbClr val="000000"/>
                </a:solidFill>
                <a:latin typeface="Consolas"/>
                <a:ea typeface="Consolas"/>
                <a:cs typeface="Consolas"/>
              </a:rPr>
              <a:t>      - </a:t>
            </a:r>
            <a:r>
              <a:rPr lang="en-US" sz="1400" dirty="0">
                <a:solidFill>
                  <a:srgbClr val="800000"/>
                </a:solidFill>
                <a:latin typeface="Consolas"/>
                <a:ea typeface="Consolas"/>
                <a:cs typeface="Consolas"/>
              </a:rPr>
              <a:t>name</a:t>
            </a:r>
            <a:r>
              <a:rPr lang="en-US" sz="1400" dirty="0">
                <a:solidFill>
                  <a:srgbClr val="000000"/>
                </a:solidFill>
                <a:latin typeface="Consolas"/>
                <a:ea typeface="Consolas"/>
                <a:cs typeface="Consolas"/>
              </a:rPr>
              <a:t>: </a:t>
            </a:r>
            <a:r>
              <a:rPr lang="en-US" sz="1400" dirty="0">
                <a:solidFill>
                  <a:srgbClr val="0000FF"/>
                </a:solidFill>
                <a:latin typeface="Consolas"/>
                <a:ea typeface="Consolas"/>
                <a:cs typeface="Consolas"/>
              </a:rPr>
              <a:t>ai-</a:t>
            </a:r>
            <a:r>
              <a:rPr lang="en-US" sz="1400" dirty="0" err="1">
                <a:solidFill>
                  <a:srgbClr val="0000FF"/>
                </a:solidFill>
                <a:latin typeface="Consolas"/>
                <a:ea typeface="Consolas"/>
                <a:cs typeface="Consolas"/>
              </a:rPr>
              <a:t>api</a:t>
            </a:r>
            <a:endParaRPr lang="en-US" sz="1400" dirty="0">
              <a:latin typeface="Consolas"/>
              <a:cs typeface="Consolas"/>
            </a:endParaRPr>
          </a:p>
          <a:p>
            <a:pPr marL="0" indent="0">
              <a:buNone/>
              <a:defRPr/>
            </a:pPr>
            <a:r>
              <a:rPr lang="en-US" sz="1400" dirty="0">
                <a:solidFill>
                  <a:srgbClr val="000000"/>
                </a:solidFill>
                <a:latin typeface="Consolas"/>
                <a:ea typeface="Consolas"/>
                <a:cs typeface="Consolas"/>
              </a:rPr>
              <a:t>        </a:t>
            </a:r>
            <a:r>
              <a:rPr lang="en-US" sz="1400" dirty="0">
                <a:solidFill>
                  <a:srgbClr val="800000"/>
                </a:solidFill>
                <a:latin typeface="Consolas"/>
                <a:ea typeface="Consolas"/>
                <a:cs typeface="Consolas"/>
              </a:rPr>
              <a:t>image</a:t>
            </a:r>
            <a:r>
              <a:rPr lang="en-US" sz="1400" dirty="0">
                <a:solidFill>
                  <a:srgbClr val="000000"/>
                </a:solidFill>
                <a:latin typeface="Consolas"/>
                <a:ea typeface="Consolas"/>
                <a:cs typeface="Consolas"/>
              </a:rPr>
              <a:t>: </a:t>
            </a:r>
            <a:r>
              <a:rPr lang="en-US" sz="1400" dirty="0">
                <a:solidFill>
                  <a:srgbClr val="0000FF"/>
                </a:solidFill>
                <a:latin typeface="Consolas"/>
                <a:ea typeface="Consolas"/>
                <a:cs typeface="Consolas"/>
              </a:rPr>
              <a:t>myacr.azurecr.io/ai-api:v1</a:t>
            </a:r>
            <a:endParaRPr lang="en-US" sz="1400" dirty="0">
              <a:latin typeface="Consolas"/>
              <a:cs typeface="Consolas"/>
            </a:endParaRPr>
          </a:p>
          <a:p>
            <a:pPr marL="0" lvl="0" indent="0">
              <a:buNone/>
              <a:defRPr/>
            </a:pPr>
            <a:r>
              <a:rPr lang="en-US" sz="1400" dirty="0">
                <a:solidFill>
                  <a:srgbClr val="000000"/>
                </a:solidFill>
                <a:latin typeface="Consolas"/>
                <a:ea typeface="Consolas"/>
                <a:cs typeface="Consolas"/>
              </a:rPr>
              <a:t>        </a:t>
            </a:r>
            <a:r>
              <a:rPr lang="en-US" sz="1400" dirty="0">
                <a:solidFill>
                  <a:srgbClr val="008000"/>
                </a:solidFill>
                <a:latin typeface="Consolas"/>
                <a:ea typeface="Consolas"/>
                <a:cs typeface="Consolas"/>
              </a:rPr>
              <a:t># ports, resources, env, secrets</a:t>
            </a:r>
            <a:endParaRPr lang="en-US" sz="1400" dirty="0">
              <a:latin typeface="Consolas"/>
              <a:cs typeface="Consolas"/>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7115288"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Exposición de aplicaciones en Azure Kubernetes Service</a:t>
            </a:r>
            <a:endParaRPr/>
          </a:p>
        </p:txBody>
      </p:sp>
      <p:sp>
        <p:nvSpPr>
          <p:cNvPr id="1738876432" name="Content Placeholder 3"/>
          <p:cNvSpPr>
            <a:spLocks noGrp="1"/>
          </p:cNvSpPr>
          <p:nvPr>
            <p:ph sz="quarter" idx="10"/>
          </p:nvPr>
        </p:nvSpPr>
        <p:spPr bwMode="auto">
          <a:xfrm>
            <a:off x="457197" y="1358775"/>
            <a:ext cx="4975863" cy="4816472"/>
          </a:xfrm>
        </p:spPr>
        <p:txBody>
          <a:bodyPr vertOverflow="overflow" horzOverflow="overflow" vert="horz" wrap="square" lIns="0" tIns="0" rIns="0" bIns="0" numCol="1" spcCol="0" rtlCol="0" fromWordArt="0" anchor="t" anchorCtr="0" forceAA="0" compatLnSpc="0">
            <a:noAutofit/>
          </a:bodyPr>
          <a:lstStyle/>
          <a:p>
            <a:pPr>
              <a:defRPr/>
            </a:pPr>
            <a:r>
              <a:rPr lang="es-ES" sz="1600" b="0" i="0" strike="noStrike" cap="none" baseline="0" dirty="0" err="1">
                <a:solidFill>
                  <a:srgbClr val="000000"/>
                </a:solidFill>
                <a:effectLst/>
                <a:latin typeface="Segoe UI Semibold"/>
                <a:ea typeface="Segoe UI Semibold"/>
                <a:cs typeface="Segoe UI Semibold"/>
              </a:rPr>
              <a:t>ClusterIP</a:t>
            </a:r>
            <a:r>
              <a:rPr lang="es-ES" sz="1600" b="0" i="0" strike="noStrike" cap="none" baseline="0" dirty="0">
                <a:solidFill>
                  <a:srgbClr val="000000"/>
                </a:solidFill>
                <a:effectLst/>
                <a:latin typeface="Segoe UI Semibold"/>
                <a:ea typeface="Segoe UI Semibold"/>
                <a:cs typeface="Segoe UI Semibold"/>
              </a:rPr>
              <a:t>: </a:t>
            </a:r>
            <a:r>
              <a:rPr lang="es-ES" sz="1600" b="0" i="0" strike="noStrike" cap="none" baseline="0" dirty="0">
                <a:solidFill>
                  <a:srgbClr val="000000"/>
                </a:solidFill>
                <a:effectLst/>
                <a:latin typeface="Segoe UI"/>
                <a:ea typeface="Segoe UI"/>
                <a:cs typeface="Segoe UI"/>
              </a:rPr>
              <a:t>punto de conexión solo interno para el tráfico de la aplicación a la aplicación</a:t>
            </a:r>
            <a:endParaRPr sz="1600" b="0" i="0" u="none" strike="noStrike" cap="none" spc="0" dirty="0">
              <a:solidFill>
                <a:schemeClr val="tx1"/>
              </a:solidFill>
              <a:latin typeface="Segoe UI"/>
              <a:cs typeface="Segoe UI"/>
            </a:endParaRPr>
          </a:p>
          <a:p>
            <a:pPr marL="628649" marR="0" lvl="1" indent="-228600" algn="l">
              <a:lnSpc>
                <a:spcPct val="100000"/>
              </a:lnSpc>
              <a:spcBef>
                <a:spcPct val="0"/>
              </a:spcBef>
              <a:spcAft>
                <a:spcPts val="359"/>
              </a:spcAft>
              <a:buChar char="•"/>
              <a:defRPr/>
            </a:pPr>
            <a:r>
              <a:rPr lang="es-ES" sz="1600" b="0" i="0" strike="noStrike" cap="none" baseline="0" dirty="0">
                <a:solidFill>
                  <a:srgbClr val="000000"/>
                </a:solidFill>
                <a:effectLst/>
                <a:latin typeface="Segoe UI"/>
                <a:ea typeface="Segoe UI"/>
                <a:cs typeface="Segoe UI"/>
              </a:rPr>
              <a:t>Mejor opción para los servicios back-</a:t>
            </a:r>
            <a:r>
              <a:rPr lang="es-ES" sz="1600" b="0" i="0" strike="noStrike" cap="none" baseline="0" dirty="0" err="1">
                <a:solidFill>
                  <a:srgbClr val="000000"/>
                </a:solidFill>
                <a:effectLst/>
                <a:latin typeface="Segoe UI"/>
                <a:ea typeface="Segoe UI"/>
                <a:cs typeface="Segoe UI"/>
              </a:rPr>
              <a:t>end</a:t>
            </a:r>
            <a:r>
              <a:rPr lang="es-ES" sz="1600" b="0" i="0" strike="noStrike" cap="none" baseline="0" dirty="0">
                <a:solidFill>
                  <a:srgbClr val="000000"/>
                </a:solidFill>
                <a:effectLst/>
                <a:latin typeface="Segoe UI"/>
                <a:ea typeface="Segoe UI"/>
                <a:cs typeface="Segoe UI"/>
              </a:rPr>
              <a:t> dentro del clúster</a:t>
            </a:r>
            <a:endParaRPr sz="1600" b="0" i="0" u="none" strike="noStrike" cap="none" spc="0" dirty="0">
              <a:solidFill>
                <a:schemeClr val="tx1"/>
              </a:solidFill>
              <a:latin typeface="Segoe UI"/>
              <a:cs typeface="Segoe UI"/>
            </a:endParaRPr>
          </a:p>
          <a:p>
            <a:pPr algn="l">
              <a:lnSpc>
                <a:spcPct val="100000"/>
              </a:lnSpc>
              <a:spcBef>
                <a:spcPts val="719"/>
              </a:spcBef>
              <a:spcAft>
                <a:spcPct val="0"/>
              </a:spcAft>
              <a:defRPr/>
            </a:pPr>
            <a:r>
              <a:rPr lang="es-ES" sz="1600" b="0" i="0" strike="noStrike" cap="none" baseline="0" dirty="0" err="1">
                <a:solidFill>
                  <a:srgbClr val="000000"/>
                </a:solidFill>
                <a:effectLst/>
                <a:latin typeface="Segoe UI Semibold"/>
                <a:ea typeface="Segoe UI Semibold"/>
                <a:cs typeface="Segoe UI Semibold"/>
              </a:rPr>
              <a:t>NodePort</a:t>
            </a:r>
            <a:r>
              <a:rPr lang="es-ES" sz="1600" b="0" i="0" strike="noStrike" cap="none" baseline="0" dirty="0">
                <a:solidFill>
                  <a:srgbClr val="000000"/>
                </a:solidFill>
                <a:effectLst/>
                <a:latin typeface="Segoe UI Semibold"/>
                <a:ea typeface="Segoe UI Semibold"/>
                <a:cs typeface="Segoe UI Semibold"/>
              </a:rPr>
              <a:t>: </a:t>
            </a:r>
            <a:r>
              <a:rPr lang="es-ES" sz="1600" b="0" i="0" strike="noStrike" cap="none" baseline="0" dirty="0">
                <a:solidFill>
                  <a:srgbClr val="000000"/>
                </a:solidFill>
                <a:effectLst/>
                <a:latin typeface="Segoe UI"/>
                <a:ea typeface="Segoe UI"/>
                <a:cs typeface="Segoe UI"/>
              </a:rPr>
              <a:t>abre un puerto en cada nodo para la accesibilidad externa básica</a:t>
            </a:r>
            <a:endParaRPr sz="1600" b="0" i="0" u="none" strike="noStrike" cap="none" spc="0" dirty="0">
              <a:solidFill>
                <a:schemeClr val="tx1"/>
              </a:solidFill>
              <a:latin typeface="Segoe UI"/>
              <a:cs typeface="Segoe UI"/>
            </a:endParaRPr>
          </a:p>
          <a:p>
            <a:pPr marL="628649" marR="0" indent="-228600" algn="l">
              <a:lnSpc>
                <a:spcPct val="100000"/>
              </a:lnSpc>
              <a:spcBef>
                <a:spcPct val="0"/>
              </a:spcBef>
              <a:spcAft>
                <a:spcPts val="359"/>
              </a:spcAft>
              <a:buFont typeface="Arial"/>
              <a:buChar char="•"/>
              <a:defRPr/>
            </a:pPr>
            <a:r>
              <a:rPr lang="es-ES" sz="1600" b="0" i="0" strike="noStrike" cap="none" baseline="0" dirty="0">
                <a:solidFill>
                  <a:srgbClr val="000000"/>
                </a:solidFill>
                <a:effectLst/>
                <a:latin typeface="Segoe UI"/>
                <a:ea typeface="Segoe UI"/>
                <a:cs typeface="Segoe UI"/>
              </a:rPr>
              <a:t>Útil para el desarrollo y la validación sencilla</a:t>
            </a:r>
            <a:endParaRPr sz="1600" b="0" i="0" u="none" strike="noStrike" cap="none" spc="0" dirty="0">
              <a:solidFill>
                <a:schemeClr val="tx1"/>
              </a:solidFill>
              <a:latin typeface="Segoe UI"/>
              <a:cs typeface="Segoe UI"/>
            </a:endParaRPr>
          </a:p>
          <a:p>
            <a:pPr algn="l">
              <a:lnSpc>
                <a:spcPct val="100000"/>
              </a:lnSpc>
              <a:spcBef>
                <a:spcPts val="719"/>
              </a:spcBef>
              <a:spcAft>
                <a:spcPct val="0"/>
              </a:spcAft>
              <a:defRPr/>
            </a:pPr>
            <a:r>
              <a:rPr lang="es-ES" sz="1600" b="0" i="0" strike="noStrike" cap="none" baseline="0" dirty="0" err="1">
                <a:solidFill>
                  <a:srgbClr val="000000"/>
                </a:solidFill>
                <a:effectLst/>
                <a:latin typeface="Segoe UI Semibold"/>
                <a:ea typeface="Segoe UI Semibold"/>
                <a:cs typeface="Segoe UI Semibold"/>
              </a:rPr>
              <a:t>LoadBalancer</a:t>
            </a:r>
            <a:r>
              <a:rPr lang="es-ES" sz="1600" b="0" i="0" strike="noStrike" cap="none" baseline="0" dirty="0">
                <a:solidFill>
                  <a:srgbClr val="000000"/>
                </a:solidFill>
                <a:effectLst/>
                <a:latin typeface="Segoe UI Semibold"/>
                <a:ea typeface="Segoe UI Semibold"/>
                <a:cs typeface="Segoe UI Semibold"/>
              </a:rPr>
              <a:t>: </a:t>
            </a:r>
            <a:r>
              <a:rPr lang="es-ES" sz="1600" b="0" i="0" strike="noStrike" cap="none" baseline="0" dirty="0">
                <a:solidFill>
                  <a:srgbClr val="000000"/>
                </a:solidFill>
                <a:effectLst/>
                <a:latin typeface="Segoe UI"/>
                <a:ea typeface="Segoe UI"/>
                <a:cs typeface="Segoe UI"/>
              </a:rPr>
              <a:t>aprovisiona un punto de entrada público administrado por Azure</a:t>
            </a:r>
            <a:endParaRPr sz="1600" b="0" i="0" u="none" strike="noStrike" cap="none" spc="0" dirty="0">
              <a:solidFill>
                <a:schemeClr val="tx1"/>
              </a:solidFill>
              <a:latin typeface="Segoe UI"/>
              <a:cs typeface="Segoe UI"/>
            </a:endParaRPr>
          </a:p>
          <a:p>
            <a:pPr marL="628649" marR="0" indent="-228600" algn="l">
              <a:lnSpc>
                <a:spcPct val="100000"/>
              </a:lnSpc>
              <a:spcBef>
                <a:spcPct val="0"/>
              </a:spcBef>
              <a:spcAft>
                <a:spcPts val="359"/>
              </a:spcAft>
              <a:buFont typeface="Arial"/>
              <a:buChar char="•"/>
              <a:defRPr/>
            </a:pPr>
            <a:r>
              <a:rPr lang="es-ES" sz="1600" b="0" i="0" strike="noStrike" cap="none" baseline="0" dirty="0">
                <a:solidFill>
                  <a:srgbClr val="000000"/>
                </a:solidFill>
                <a:effectLst/>
                <a:latin typeface="Segoe UI"/>
                <a:ea typeface="Segoe UI"/>
                <a:cs typeface="Segoe UI"/>
              </a:rPr>
              <a:t>Mejor ajuste para las API de producción que sirven a clientes externos</a:t>
            </a:r>
            <a:endParaRPr sz="1600" b="0" i="0" u="none" strike="noStrike" cap="none" spc="0" dirty="0">
              <a:solidFill>
                <a:schemeClr val="tx1"/>
              </a:solidFill>
              <a:latin typeface="Segoe UI"/>
              <a:cs typeface="Segoe UI"/>
            </a:endParaRPr>
          </a:p>
          <a:p>
            <a:pPr marL="0" marR="0" indent="0" algn="l">
              <a:lnSpc>
                <a:spcPct val="100000"/>
              </a:lnSpc>
              <a:spcBef>
                <a:spcPct val="0"/>
              </a:spcBef>
              <a:spcAft>
                <a:spcPct val="0"/>
              </a:spcAft>
              <a:buFont typeface="Arial"/>
              <a:buNone/>
              <a:defRPr/>
            </a:pPr>
            <a:endParaRPr sz="1600" b="0" i="0" u="none" strike="noStrike" cap="none" spc="0" dirty="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1600" b="0" i="0" strike="noStrike" cap="none" baseline="0" dirty="0">
                <a:solidFill>
                  <a:srgbClr val="000000"/>
                </a:solidFill>
                <a:effectLst/>
                <a:latin typeface="Segoe UI"/>
                <a:ea typeface="Segoe UI"/>
                <a:cs typeface="Segoe UI"/>
              </a:rPr>
              <a:t>El selector de servicio debe coincidir con las etiquetas de </a:t>
            </a:r>
            <a:r>
              <a:rPr lang="es-ES" sz="1600" b="0" i="0" strike="noStrike" cap="none" baseline="0" dirty="0" err="1">
                <a:solidFill>
                  <a:srgbClr val="000000"/>
                </a:solidFill>
                <a:effectLst/>
                <a:latin typeface="Segoe UI"/>
                <a:ea typeface="Segoe UI"/>
                <a:cs typeface="Segoe UI"/>
              </a:rPr>
              <a:t>pod</a:t>
            </a:r>
            <a:endParaRPr sz="1600" b="0" i="0" u="none" strike="noStrike" cap="none" spc="0" dirty="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1600" b="0" i="0" strike="noStrike" cap="none" baseline="0" dirty="0" err="1">
                <a:solidFill>
                  <a:srgbClr val="000000"/>
                </a:solidFill>
                <a:effectLst/>
                <a:latin typeface="Consolas"/>
                <a:ea typeface="Consolas"/>
                <a:cs typeface="Consolas"/>
              </a:rPr>
              <a:t>port</a:t>
            </a:r>
            <a:r>
              <a:rPr lang="es-ES" sz="1600" b="0" i="0" strike="noStrike" cap="none" baseline="0" dirty="0">
                <a:solidFill>
                  <a:srgbClr val="000000"/>
                </a:solidFill>
                <a:effectLst/>
                <a:latin typeface="Segoe UI"/>
                <a:ea typeface="Segoe UI"/>
                <a:cs typeface="Segoe UI"/>
              </a:rPr>
              <a:t> es el puerto orientado al cliente.</a:t>
            </a:r>
            <a:endParaRPr sz="1600" b="0" i="0" u="none" strike="noStrike" cap="none" spc="0" dirty="0">
              <a:solidFill>
                <a:schemeClr val="tx1"/>
              </a:solidFill>
              <a:latin typeface="Segoe UI"/>
              <a:cs typeface="Segoe UI"/>
            </a:endParaRPr>
          </a:p>
          <a:p>
            <a:pPr marL="228600" marR="0" lvl="0" indent="-228600" algn="l">
              <a:lnSpc>
                <a:spcPct val="100000"/>
              </a:lnSpc>
              <a:spcBef>
                <a:spcPct val="0"/>
              </a:spcBef>
              <a:spcAft>
                <a:spcPts val="359"/>
              </a:spcAft>
              <a:buChar char="•"/>
              <a:defRPr/>
            </a:pPr>
            <a:r>
              <a:rPr lang="es-ES" sz="1600" b="0" i="0" strike="noStrike" cap="none" baseline="0" dirty="0" err="1">
                <a:solidFill>
                  <a:srgbClr val="000000"/>
                </a:solidFill>
                <a:effectLst/>
                <a:latin typeface="Consolas"/>
                <a:ea typeface="Consolas"/>
                <a:cs typeface="Consolas"/>
              </a:rPr>
              <a:t>targetPort</a:t>
            </a:r>
            <a:r>
              <a:rPr lang="es-ES" sz="1600" b="0" i="0" strike="noStrike" cap="none" baseline="0" dirty="0">
                <a:solidFill>
                  <a:srgbClr val="000000"/>
                </a:solidFill>
                <a:effectLst/>
                <a:latin typeface="Segoe UI"/>
                <a:ea typeface="Segoe UI"/>
                <a:cs typeface="Segoe UI"/>
              </a:rPr>
              <a:t> es el puerto orientado al contenedor</a:t>
            </a:r>
            <a:endParaRPr sz="2000" dirty="0"/>
          </a:p>
        </p:txBody>
      </p:sp>
      <p:pic>
        <p:nvPicPr>
          <p:cNvPr id="1858196191" name="Picture 1" descr="Vertical comparison of ClusterIP, NodePort, and LoadBalancer traffic flows to Pods&#10;"/>
          <p:cNvPicPr>
            <a:picLocks noGrp="1" noChangeAspect="1"/>
          </p:cNvPicPr>
          <p:nvPr/>
        </p:nvPicPr>
        <p:blipFill>
          <a:blip>
            <a:extLst>
              <a:ext uri="{96DAC541-7B7A-43D3-8B79-37D633B846F1}">
                <asvg:svgBlip xmlns:asvg="http://schemas.microsoft.com/office/drawing/2016/SVG/main" r:embed="rId3"/>
              </a:ext>
            </a:extLst>
          </a:blip>
          <a:stretch>
            <a:fillRect/>
          </a:stretch>
        </p:blipFill>
        <p:spPr bwMode="auto">
          <a:xfrm>
            <a:off x="6412865" y="1219199"/>
            <a:ext cx="5266943" cy="4956047"/>
          </a:xfrm>
          <a:prstGeom prst="rect">
            <a:avLst/>
          </a:prstGeom>
          <a:noFill/>
          <a:ln w="9525">
            <a:noFill/>
          </a:ln>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1520645" name="Title 1"/>
          <p:cNvSpPr>
            <a:spLocks noGrp="1"/>
          </p:cNvSpPr>
          <p:nvPr>
            <p:ph type="title"/>
          </p:nvPr>
        </p:nvSpPr>
        <p:spPr bwMode="auto"/>
        <p:txBody>
          <a:bodyPr/>
          <a:lstStyle/>
          <a:p>
            <a:pPr>
              <a:defRPr/>
            </a:pPr>
            <a:r>
              <a:rPr lang="es-ES" sz="2800" b="0" i="0" strike="noStrike" cap="none" baseline="0">
                <a:solidFill>
                  <a:srgbClr val="000000"/>
                </a:solidFill>
                <a:effectLst/>
                <a:latin typeface="Segoe UI Semibold"/>
                <a:ea typeface="Segoe UI Semibold"/>
                <a:cs typeface="Segoe UI Semibold"/>
              </a:rPr>
              <a:t>Implementación de aplicaciones en Azure Kubernetes Services</a:t>
            </a:r>
            <a:endParaRPr sz="2800"/>
          </a:p>
        </p:txBody>
      </p:sp>
      <p:sp>
        <p:nvSpPr>
          <p:cNvPr id="358012714" name="Content Placeholder 3"/>
          <p:cNvSpPr>
            <a:spLocks noGrp="1"/>
          </p:cNvSpPr>
          <p:nvPr/>
        </p:nvSpPr>
        <p:spPr bwMode="auto">
          <a:xfrm>
            <a:off x="457199" y="1234437"/>
            <a:ext cx="5356861" cy="5096288"/>
          </a:xfrm>
        </p:spPr>
        <p:txBody>
          <a:bodyPr vertOverflow="overflow" horzOverflow="overflow" vert="horz" wrap="square" lIns="0" tIns="0" rIns="0" bIns="0" numCol="1" spcCol="0" rtlCol="0" fromWordArt="0" anchor="t" anchorCtr="0" forceAA="0" compatLnSpc="0">
            <a:noAutofit/>
          </a:bodyPr>
          <a:lst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4" indent="-234949"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2" algn="l" defTabSz="914400" rtl="0">
              <a:lnSpc>
                <a:spcPct val="100000"/>
              </a:lnSpc>
              <a:spcBef>
                <a:spcPct val="0"/>
              </a:spcBef>
              <a:buFont typeface="Arial"/>
              <a:buChar char="•"/>
              <a:defRPr sz="2000">
                <a:solidFill>
                  <a:schemeClr val="tx1"/>
                </a:solidFill>
                <a:latin typeface="Segoe UI"/>
                <a:ea typeface="+mn-ea"/>
                <a:cs typeface="Segoe UI"/>
              </a:defRPr>
            </a:lvl3pPr>
            <a:lvl4pPr marL="1141412" indent="-169861" algn="l" defTabSz="914400" rtl="0">
              <a:lnSpc>
                <a:spcPct val="100000"/>
              </a:lnSpc>
              <a:spcBef>
                <a:spcPct val="0"/>
              </a:spcBef>
              <a:buFont typeface="Arial"/>
              <a:buChar char="•"/>
              <a:defRPr sz="1800">
                <a:solidFill>
                  <a:schemeClr val="tx1"/>
                </a:solidFill>
                <a:latin typeface="Segoe UI"/>
                <a:ea typeface="+mn-ea"/>
                <a:cs typeface="Segoe UI"/>
              </a:defRPr>
            </a:lvl4pPr>
            <a:lvl5pPr marL="1376361" indent="-179387" algn="l" defTabSz="914400" rtl="0">
              <a:lnSpc>
                <a:spcPct val="100000"/>
              </a:lnSpc>
              <a:spcBef>
                <a:spcPct val="0"/>
              </a:spcBef>
              <a:buFont typeface="Arial"/>
              <a:buChar char="•"/>
              <a:defRPr sz="1800">
                <a:solidFill>
                  <a:schemeClr val="tx1"/>
                </a:solidFill>
                <a:latin typeface="Segoe UI"/>
                <a:ea typeface="+mn-ea"/>
                <a:cs typeface="Segoe UI"/>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indent="0">
              <a:spcAft>
                <a:spcPts val="359"/>
              </a:spcAft>
              <a:buFont typeface="Arial"/>
              <a:buNone/>
              <a:defRPr/>
            </a:pPr>
            <a:r>
              <a:rPr lang="es-ES" sz="2000" b="0" i="0" strike="noStrike" cap="none" baseline="0" dirty="0">
                <a:solidFill>
                  <a:srgbClr val="000000"/>
                </a:solidFill>
                <a:effectLst/>
                <a:latin typeface="Segoe UI Semibold"/>
                <a:ea typeface="Segoe UI Semibold"/>
                <a:cs typeface="Segoe UI Semibold"/>
              </a:rPr>
              <a:t>Flujo de implementación</a:t>
            </a:r>
            <a:endParaRPr lang="en-US" sz="2000" b="0" i="0" u="none" strike="noStrike" cap="none" spc="0" dirty="0">
              <a:solidFill>
                <a:srgbClr val="000000"/>
              </a:solidFill>
              <a:latin typeface="Segoe UI"/>
              <a:cs typeface="Segoe UI"/>
            </a:endParaRPr>
          </a:p>
          <a:p>
            <a:pPr marL="228600" marR="0" indent="-228600" algn="l">
              <a:lnSpc>
                <a:spcPct val="100000"/>
              </a:lnSpc>
              <a:spcBef>
                <a:spcPct val="0"/>
              </a:spcBef>
              <a:spcAft>
                <a:spcPts val="359"/>
              </a:spcAft>
              <a:buChar char="•"/>
              <a:defRPr/>
            </a:pPr>
            <a:r>
              <a:rPr lang="es-ES" sz="2000" b="0" i="0" strike="noStrike" cap="none" baseline="0" dirty="0">
                <a:solidFill>
                  <a:srgbClr val="000000"/>
                </a:solidFill>
                <a:effectLst/>
                <a:latin typeface="Segoe UI"/>
                <a:ea typeface="Segoe UI"/>
                <a:cs typeface="Segoe UI"/>
              </a:rPr>
              <a:t>Aplicar manifiestos y permitir que el clúster concilie el estado</a:t>
            </a:r>
            <a:endParaRPr lang="en-US" sz="2000" b="0" i="0" u="none" strike="noStrike" cap="none" spc="0" dirty="0">
              <a:solidFill>
                <a:srgbClr val="000000"/>
              </a:solidFill>
              <a:latin typeface="Segoe UI"/>
              <a:cs typeface="Segoe UI"/>
            </a:endParaRPr>
          </a:p>
          <a:p>
            <a:pPr marL="228600" marR="0" indent="-228600" algn="l">
              <a:lnSpc>
                <a:spcPct val="100000"/>
              </a:lnSpc>
              <a:spcBef>
                <a:spcPct val="0"/>
              </a:spcBef>
              <a:spcAft>
                <a:spcPts val="359"/>
              </a:spcAft>
              <a:buChar char="•"/>
              <a:defRPr/>
            </a:pPr>
            <a:r>
              <a:rPr lang="es-ES" sz="2000" b="0" i="0" strike="noStrike" cap="none" baseline="0" dirty="0">
                <a:solidFill>
                  <a:srgbClr val="000000"/>
                </a:solidFill>
                <a:effectLst/>
                <a:latin typeface="Segoe UI"/>
                <a:ea typeface="Segoe UI"/>
                <a:cs typeface="Segoe UI"/>
              </a:rPr>
              <a:t>Esperar a que los </a:t>
            </a:r>
            <a:r>
              <a:rPr lang="es-ES" sz="2000" b="0" i="0" strike="noStrike" cap="none" baseline="0" dirty="0" err="1">
                <a:solidFill>
                  <a:srgbClr val="000000"/>
                </a:solidFill>
                <a:effectLst/>
                <a:latin typeface="Segoe UI"/>
                <a:ea typeface="Segoe UI"/>
                <a:cs typeface="Segoe UI"/>
              </a:rPr>
              <a:t>pods</a:t>
            </a:r>
            <a:r>
              <a:rPr lang="es-ES" sz="2000" b="0" i="0" strike="noStrike" cap="none" baseline="0" dirty="0">
                <a:solidFill>
                  <a:srgbClr val="000000"/>
                </a:solidFill>
                <a:effectLst/>
                <a:latin typeface="Segoe UI"/>
                <a:ea typeface="Segoe UI"/>
                <a:cs typeface="Segoe UI"/>
              </a:rPr>
              <a:t> lleguen a En ejecución y las réplicas se conviertan en Listo</a:t>
            </a:r>
            <a:endParaRPr lang="en-US" sz="2000" b="0" i="0" u="none" strike="noStrike" cap="none" spc="0" dirty="0">
              <a:solidFill>
                <a:srgbClr val="000000"/>
              </a:solidFill>
              <a:latin typeface="Segoe UI"/>
              <a:cs typeface="Segoe UI"/>
            </a:endParaRPr>
          </a:p>
          <a:p>
            <a:pPr marL="228600" marR="0" indent="-228600" algn="l">
              <a:lnSpc>
                <a:spcPct val="100000"/>
              </a:lnSpc>
              <a:spcBef>
                <a:spcPct val="0"/>
              </a:spcBef>
              <a:spcAft>
                <a:spcPts val="359"/>
              </a:spcAft>
              <a:buChar char="•"/>
              <a:defRPr/>
            </a:pPr>
            <a:r>
              <a:rPr lang="es-ES" sz="2000" b="0" i="0" strike="noStrike" cap="none" baseline="0" dirty="0">
                <a:solidFill>
                  <a:srgbClr val="000000"/>
                </a:solidFill>
                <a:effectLst/>
                <a:latin typeface="Segoe UI"/>
                <a:ea typeface="Segoe UI"/>
                <a:cs typeface="Segoe UI"/>
              </a:rPr>
              <a:t>Confirmar que el Servicio tiene puntos de conexión y una dirección</a:t>
            </a:r>
            <a:endParaRPr lang="en-US" sz="2000" b="0" i="0" u="none" strike="noStrike" cap="none" spc="0" dirty="0">
              <a:solidFill>
                <a:srgbClr val="000000"/>
              </a:solidFill>
              <a:latin typeface="Segoe UI"/>
              <a:cs typeface="Segoe UI"/>
            </a:endParaRPr>
          </a:p>
          <a:p>
            <a:pPr marL="0" marR="0" indent="0" algn="l">
              <a:lnSpc>
                <a:spcPct val="100000"/>
              </a:lnSpc>
              <a:spcBef>
                <a:spcPts val="1439"/>
              </a:spcBef>
              <a:spcAft>
                <a:spcPts val="359"/>
              </a:spcAft>
              <a:buFont typeface="Arial"/>
              <a:buNone/>
              <a:defRPr/>
            </a:pPr>
            <a:r>
              <a:rPr lang="es-ES" sz="2000" b="0" i="0" strike="noStrike" cap="none" baseline="0" dirty="0">
                <a:solidFill>
                  <a:srgbClr val="000000"/>
                </a:solidFill>
                <a:effectLst/>
                <a:latin typeface="Segoe UI Semibold"/>
                <a:ea typeface="Segoe UI Semibold"/>
                <a:cs typeface="Segoe UI Semibold"/>
              </a:rPr>
              <a:t>Orden de comprobación</a:t>
            </a:r>
            <a:endParaRPr lang="en-US" sz="2000" b="0" i="0" u="none" strike="noStrike" cap="none" spc="0" dirty="0">
              <a:solidFill>
                <a:srgbClr val="000000"/>
              </a:solidFill>
              <a:latin typeface="Segoe UI"/>
              <a:cs typeface="Segoe UI"/>
            </a:endParaRPr>
          </a:p>
          <a:p>
            <a:pPr>
              <a:spcAft>
                <a:spcPts val="359"/>
              </a:spcAft>
              <a:defRPr/>
            </a:pPr>
            <a:r>
              <a:rPr lang="es-ES" sz="2000" b="0" i="0" strike="noStrike" cap="none" baseline="0" dirty="0">
                <a:solidFill>
                  <a:srgbClr val="000000"/>
                </a:solidFill>
                <a:effectLst/>
                <a:latin typeface="Segoe UI"/>
                <a:ea typeface="Segoe UI"/>
                <a:cs typeface="Segoe UI"/>
              </a:rPr>
              <a:t>Inicio con el estado de </a:t>
            </a:r>
            <a:r>
              <a:rPr lang="es-ES" sz="2000" b="0" i="0" strike="noStrike" cap="none" baseline="0" dirty="0" err="1">
                <a:solidFill>
                  <a:srgbClr val="000000"/>
                </a:solidFill>
                <a:effectLst/>
                <a:latin typeface="Segoe UI"/>
                <a:ea typeface="Segoe UI"/>
                <a:cs typeface="Segoe UI"/>
              </a:rPr>
              <a:t>pod</a:t>
            </a:r>
            <a:r>
              <a:rPr lang="es-ES" sz="2000" b="0" i="0" strike="noStrike" cap="none" baseline="0" dirty="0">
                <a:solidFill>
                  <a:srgbClr val="000000"/>
                </a:solidFill>
                <a:effectLst/>
                <a:latin typeface="Segoe UI"/>
                <a:ea typeface="Segoe UI"/>
                <a:cs typeface="Segoe UI"/>
              </a:rPr>
              <a:t> e implementación</a:t>
            </a:r>
            <a:endParaRPr lang="en-US" sz="2000" b="0" i="0" u="none" strike="noStrike" cap="none" spc="0" dirty="0">
              <a:solidFill>
                <a:srgbClr val="000000"/>
              </a:solidFill>
              <a:latin typeface="Segoe UI"/>
              <a:cs typeface="Segoe UI"/>
            </a:endParaRPr>
          </a:p>
          <a:p>
            <a:pPr>
              <a:spcAft>
                <a:spcPts val="359"/>
              </a:spcAft>
              <a:defRPr/>
            </a:pPr>
            <a:r>
              <a:rPr lang="es-ES" sz="2000" b="0" i="0" strike="noStrike" cap="none" baseline="0" dirty="0">
                <a:solidFill>
                  <a:srgbClr val="000000"/>
                </a:solidFill>
                <a:effectLst/>
                <a:latin typeface="Segoe UI"/>
                <a:ea typeface="Segoe UI"/>
                <a:cs typeface="Segoe UI"/>
              </a:rPr>
              <a:t>Comprobación de la exposición del Servicio y asignación de puntos de conexión</a:t>
            </a:r>
            <a:endParaRPr lang="en-US" sz="2000" b="0" i="0" u="none" strike="noStrike" cap="none" spc="0" dirty="0">
              <a:solidFill>
                <a:srgbClr val="000000"/>
              </a:solidFill>
              <a:latin typeface="Segoe UI"/>
              <a:cs typeface="Segoe UI"/>
            </a:endParaRPr>
          </a:p>
          <a:p>
            <a:pPr lvl="0" algn="l">
              <a:lnSpc>
                <a:spcPct val="100000"/>
              </a:lnSpc>
              <a:spcBef>
                <a:spcPct val="0"/>
              </a:spcBef>
              <a:spcAft>
                <a:spcPts val="359"/>
              </a:spcAft>
              <a:defRPr/>
            </a:pPr>
            <a:r>
              <a:rPr lang="es-ES" sz="2000" b="0" i="0" strike="noStrike" cap="none" baseline="0" dirty="0">
                <a:solidFill>
                  <a:srgbClr val="000000"/>
                </a:solidFill>
                <a:effectLst/>
                <a:latin typeface="Segoe UI"/>
                <a:ea typeface="Segoe UI"/>
                <a:cs typeface="Segoe UI"/>
              </a:rPr>
              <a:t>Lectura de registros antes de cambiar la configuración</a:t>
            </a:r>
            <a:endParaRPr sz="2800" b="0" i="0" u="none" strike="noStrike" cap="none" spc="0" dirty="0">
              <a:latin typeface="Segoe UI"/>
              <a:cs typeface="Segoe UI"/>
            </a:endParaRPr>
          </a:p>
        </p:txBody>
      </p:sp>
      <p:sp>
        <p:nvSpPr>
          <p:cNvPr id="826757101" name="Content Placeholder 3"/>
          <p:cNvSpPr>
            <a:spLocks noGrp="1"/>
          </p:cNvSpPr>
          <p:nvPr/>
        </p:nvSpPr>
        <p:spPr bwMode="auto">
          <a:xfrm>
            <a:off x="6455567" y="1386837"/>
            <a:ext cx="4989673" cy="5096288"/>
          </a:xfrm>
        </p:spPr>
        <p:txBody>
          <a:bodyPr vertOverflow="overflow" horzOverflow="overflow" vert="horz" wrap="square" lIns="0" tIns="0" rIns="0" bIns="0" numCol="1" spcCol="0" rtlCol="0" fromWordArt="0" anchor="t" anchorCtr="0" forceAA="0" compatLnSpc="0">
            <a:noAutofit/>
          </a:bodyPr>
          <a:lst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3" indent="-234948"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0" algn="l" defTabSz="914400" rtl="0">
              <a:lnSpc>
                <a:spcPct val="100000"/>
              </a:lnSpc>
              <a:spcBef>
                <a:spcPct val="0"/>
              </a:spcBef>
              <a:buFont typeface="Arial"/>
              <a:buChar char="•"/>
              <a:defRPr sz="2000">
                <a:solidFill>
                  <a:schemeClr val="tx1"/>
                </a:solidFill>
                <a:latin typeface="Segoe UI"/>
                <a:ea typeface="+mn-ea"/>
                <a:cs typeface="Segoe UI"/>
              </a:defRPr>
            </a:lvl3pPr>
            <a:lvl4pPr marL="1141411" indent="-169860" algn="l" defTabSz="914400" rtl="0">
              <a:lnSpc>
                <a:spcPct val="100000"/>
              </a:lnSpc>
              <a:spcBef>
                <a:spcPct val="0"/>
              </a:spcBef>
              <a:buFont typeface="Arial"/>
              <a:buChar char="•"/>
              <a:defRPr sz="1800">
                <a:solidFill>
                  <a:schemeClr val="tx1"/>
                </a:solidFill>
                <a:latin typeface="Segoe UI"/>
                <a:ea typeface="+mn-ea"/>
                <a:cs typeface="Segoe UI"/>
              </a:defRPr>
            </a:lvl4pPr>
            <a:lvl5pPr marL="1376361" indent="-179386" algn="l" defTabSz="914400" rtl="0">
              <a:lnSpc>
                <a:spcPct val="100000"/>
              </a:lnSpc>
              <a:spcBef>
                <a:spcPct val="0"/>
              </a:spcBef>
              <a:buFont typeface="Arial"/>
              <a:buChar char="•"/>
              <a:defRPr sz="1800">
                <a:solidFill>
                  <a:schemeClr val="tx1"/>
                </a:solidFill>
                <a:latin typeface="Segoe UI"/>
                <a:ea typeface="+mn-ea"/>
                <a:cs typeface="Segoe UI"/>
              </a:defRPr>
            </a:lvl5pPr>
            <a:lvl6pPr marL="2514598" indent="-228600" algn="l" defTabSz="914400" rtl="0">
              <a:lnSpc>
                <a:spcPct val="90000"/>
              </a:lnSpc>
              <a:spcBef>
                <a:spcPts val="498"/>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8"/>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8"/>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8"/>
              </a:spcBef>
              <a:buFont typeface="Arial"/>
              <a:buChar char="•"/>
              <a:defRPr sz="1800">
                <a:solidFill>
                  <a:schemeClr val="tx1"/>
                </a:solidFill>
                <a:latin typeface="+mn-lt"/>
                <a:ea typeface="+mn-ea"/>
                <a:cs typeface="+mn-cs"/>
              </a:defRPr>
            </a:lvl9pPr>
          </a:lstStyle>
          <a:p>
            <a:pPr marL="0" marR="0" indent="0" algn="l">
              <a:lnSpc>
                <a:spcPct val="100000"/>
              </a:lnSpc>
              <a:spcBef>
                <a:spcPct val="0"/>
              </a:spcBef>
              <a:spcAft>
                <a:spcPts val="359"/>
              </a:spcAft>
              <a:buFont typeface="Arial"/>
              <a:buNone/>
              <a:defRPr/>
            </a:pPr>
            <a:r>
              <a:rPr lang="es-ES" sz="2000" b="0" i="0" strike="noStrike" cap="none" baseline="0" dirty="0">
                <a:solidFill>
                  <a:srgbClr val="000000"/>
                </a:solidFill>
                <a:effectLst/>
                <a:latin typeface="Segoe UI Semibold"/>
                <a:ea typeface="Segoe UI Semibold"/>
                <a:cs typeface="Segoe UI Semibold"/>
              </a:rPr>
              <a:t>Señales de error comunes</a:t>
            </a:r>
            <a:endParaRPr lang="en-US" sz="2800" b="0" i="0" u="none" strike="noStrike" cap="none" spc="0" dirty="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2000" b="0" i="0" strike="noStrike" cap="none" baseline="0" dirty="0" err="1">
                <a:solidFill>
                  <a:srgbClr val="000000"/>
                </a:solidFill>
                <a:effectLst/>
                <a:latin typeface="Segoe UI"/>
                <a:ea typeface="Segoe UI"/>
                <a:cs typeface="Segoe UI"/>
              </a:rPr>
              <a:t>ImagePullBackOff</a:t>
            </a:r>
            <a:r>
              <a:rPr lang="es-ES" sz="2000" b="0" i="0" strike="noStrike" cap="none" baseline="0" dirty="0">
                <a:solidFill>
                  <a:srgbClr val="000000"/>
                </a:solidFill>
                <a:effectLst/>
                <a:latin typeface="Segoe UI"/>
                <a:ea typeface="Segoe UI"/>
                <a:cs typeface="Segoe UI"/>
              </a:rPr>
              <a:t>: problema de ruta de registro o acceso de extracción</a:t>
            </a:r>
            <a:endParaRPr lang="en-US" sz="2000" b="0" i="0" u="none" strike="noStrike" cap="none" spc="0" dirty="0">
              <a:solidFill>
                <a:srgbClr val="000000"/>
              </a:solidFill>
              <a:latin typeface="Segoe UI"/>
              <a:cs typeface="Segoe UI"/>
            </a:endParaRPr>
          </a:p>
          <a:p>
            <a:pPr marL="228600" marR="0" indent="-228600" algn="l">
              <a:lnSpc>
                <a:spcPct val="100000"/>
              </a:lnSpc>
              <a:spcBef>
                <a:spcPct val="0"/>
              </a:spcBef>
              <a:spcAft>
                <a:spcPts val="359"/>
              </a:spcAft>
              <a:buChar char="•"/>
              <a:defRPr/>
            </a:pPr>
            <a:r>
              <a:rPr lang="es-ES" sz="2000" b="0" i="0" strike="noStrike" cap="none" baseline="0" dirty="0" err="1">
                <a:solidFill>
                  <a:srgbClr val="000000"/>
                </a:solidFill>
                <a:effectLst/>
                <a:latin typeface="Segoe UI"/>
                <a:ea typeface="Segoe UI"/>
                <a:cs typeface="Segoe UI"/>
              </a:rPr>
              <a:t>CrashLoopBackOff</a:t>
            </a:r>
            <a:r>
              <a:rPr lang="es-ES" sz="2000" b="0" i="0" strike="noStrike" cap="none" baseline="0" dirty="0">
                <a:solidFill>
                  <a:srgbClr val="000000"/>
                </a:solidFill>
                <a:effectLst/>
                <a:latin typeface="Segoe UI"/>
                <a:ea typeface="Segoe UI"/>
                <a:cs typeface="Segoe UI"/>
              </a:rPr>
              <a:t>: se inicia la aplicación y se cierra o se produce un error en las comprobaciones de estado</a:t>
            </a:r>
            <a:endParaRPr lang="en-US" sz="2000" b="0" i="0" u="none" strike="noStrike" cap="none" spc="0" dirty="0">
              <a:solidFill>
                <a:srgbClr val="000000"/>
              </a:solidFill>
              <a:latin typeface="Segoe UI"/>
              <a:cs typeface="Segoe UI"/>
            </a:endParaRPr>
          </a:p>
          <a:p>
            <a:pPr marL="228600" marR="0" indent="-228600" algn="l">
              <a:lnSpc>
                <a:spcPct val="100000"/>
              </a:lnSpc>
              <a:spcBef>
                <a:spcPct val="0"/>
              </a:spcBef>
              <a:spcAft>
                <a:spcPts val="359"/>
              </a:spcAft>
              <a:buChar char="•"/>
              <a:defRPr/>
            </a:pPr>
            <a:r>
              <a:rPr lang="es-ES" sz="2000" b="0" i="0" strike="noStrike" cap="none" baseline="0" dirty="0">
                <a:solidFill>
                  <a:srgbClr val="000000"/>
                </a:solidFill>
                <a:effectLst/>
                <a:latin typeface="Segoe UI"/>
                <a:ea typeface="Segoe UI"/>
                <a:cs typeface="Segoe UI"/>
              </a:rPr>
              <a:t>Pendiente: las solicitudes de recursos superan la capacidad de nodo disponible</a:t>
            </a:r>
            <a:endParaRPr lang="en-US" sz="2000" b="0" i="0" u="none" strike="noStrike" cap="none" spc="0" dirty="0">
              <a:solidFill>
                <a:srgbClr val="000000"/>
              </a:solidFill>
              <a:latin typeface="Segoe UI"/>
              <a:cs typeface="Segoe UI"/>
            </a:endParaRPr>
          </a:p>
          <a:p>
            <a:pPr marL="228600" marR="0" lvl="0" indent="-228600" algn="l">
              <a:lnSpc>
                <a:spcPct val="100000"/>
              </a:lnSpc>
              <a:spcBef>
                <a:spcPct val="0"/>
              </a:spcBef>
              <a:spcAft>
                <a:spcPts val="359"/>
              </a:spcAft>
              <a:buChar char="•"/>
              <a:defRPr/>
            </a:pPr>
            <a:r>
              <a:rPr lang="es-ES" sz="2000" b="0" i="0" strike="noStrike" cap="none" baseline="0" dirty="0">
                <a:solidFill>
                  <a:srgbClr val="000000"/>
                </a:solidFill>
                <a:effectLst/>
                <a:latin typeface="Segoe UI"/>
                <a:ea typeface="Segoe UI"/>
                <a:cs typeface="Segoe UI"/>
              </a:rPr>
              <a:t>Sin puntos de conexión: el selector de servicios no coincide con las etiquetas </a:t>
            </a:r>
            <a:br>
              <a:rPr lang="es-ES" sz="2000" b="0" i="0" strike="noStrike" cap="none" baseline="0" dirty="0">
                <a:solidFill>
                  <a:srgbClr val="000000"/>
                </a:solidFill>
                <a:effectLst/>
                <a:latin typeface="Segoe UI"/>
                <a:ea typeface="Segoe UI"/>
                <a:cs typeface="Segoe UI"/>
              </a:rPr>
            </a:br>
            <a:r>
              <a:rPr lang="es-ES" sz="2000" b="0" i="0" strike="noStrike" cap="none" baseline="0" dirty="0">
                <a:solidFill>
                  <a:srgbClr val="000000"/>
                </a:solidFill>
                <a:effectLst/>
                <a:latin typeface="Segoe UI"/>
                <a:ea typeface="Segoe UI"/>
                <a:cs typeface="Segoe UI"/>
              </a:rPr>
              <a:t>de </a:t>
            </a:r>
            <a:r>
              <a:rPr lang="es-ES" sz="2000" b="0" i="0" strike="noStrike" cap="none" baseline="0" dirty="0" err="1">
                <a:solidFill>
                  <a:srgbClr val="000000"/>
                </a:solidFill>
                <a:effectLst/>
                <a:latin typeface="Segoe UI"/>
                <a:ea typeface="Segoe UI"/>
                <a:cs typeface="Segoe UI"/>
              </a:rPr>
              <a:t>pod</a:t>
            </a:r>
            <a:endParaRPr sz="2800" b="0" i="0" u="none" strike="noStrike" cap="none" spc="0" dirty="0">
              <a:latin typeface="Segoe UI"/>
              <a:cs typeface="Segoe UI"/>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08861280" name="Title 1"/>
          <p:cNvSpPr>
            <a:spLocks noGrp="1"/>
          </p:cNvSpPr>
          <p:nvPr>
            <p:ph type="title"/>
          </p:nvPr>
        </p:nvSpPr>
        <p:spPr bwMode="auto">
          <a:xfrm>
            <a:off x="588261" y="585216"/>
            <a:ext cx="5653640" cy="426720"/>
          </a:xfrm>
        </p:spPr>
        <p:txBody>
          <a:bodyPr/>
          <a:lstStyle/>
          <a:p>
            <a:pPr>
              <a:defRPr/>
            </a:pPr>
            <a:r>
              <a:rPr lang="es-ES" sz="2800" b="0" i="0" strike="noStrike" cap="none" baseline="0">
                <a:solidFill>
                  <a:srgbClr val="000000"/>
                </a:solidFill>
                <a:effectLst/>
                <a:latin typeface="Segoe UI Semibold"/>
                <a:ea typeface="Segoe UI Semibold"/>
                <a:cs typeface="Segoe UI Semibold"/>
              </a:rPr>
              <a:t>Ejercicio</a:t>
            </a:r>
            <a:endParaRPr sz="2800"/>
          </a:p>
        </p:txBody>
      </p:sp>
      <p:pic>
        <p:nvPicPr>
          <p:cNvPr id="1835007927" name="Picture Placeholder 6">
            <a:extLst>
              <a:ext uri="{C183D7F6-B498-43B3-948B-1728B52AA6E4}">
                <adec:decorative xmlns:adec="http://schemas.microsoft.com/office/drawing/2017/decorative" val="1"/>
              </a:ext>
            </a:extLst>
          </p:cNvPr>
          <p:cNvPicPr>
            <a:picLocks noGrp="1" noChangeAspect="1"/>
          </p:cNvPicPr>
          <p:nvPr>
            <p:ph type="pic" sz="quarter" idx="20"/>
          </p:nvPr>
        </p:nvPicPr>
        <p:blipFill>
          <a:blip r:embed="rId3"/>
          <a:srcRect l="118" r="117"/>
          <a:stretch>
            <a:fillRect/>
          </a:stretch>
        </p:blipFill>
        <p:spPr bwMode="ltGray">
          <a:xfrm>
            <a:off x="7724774" y="2043464"/>
            <a:ext cx="4467225" cy="3307646"/>
          </a:xfrm>
          <a:prstGeom prst="rect">
            <a:avLst/>
          </a:prstGeom>
          <a:solidFill>
            <a:srgbClr val="F4F4F7"/>
          </a:solidFill>
          <a:ln>
            <a:noFill/>
          </a:ln>
        </p:spPr>
      </p:pic>
      <p:sp>
        <p:nvSpPr>
          <p:cNvPr id="27793059" name="Text Placeholder 4"/>
          <p:cNvSpPr>
            <a:spLocks noGrp="1"/>
          </p:cNvSpPr>
          <p:nvPr>
            <p:ph type="body" sz="quarter" idx="16"/>
          </p:nvPr>
        </p:nvSpPr>
        <p:spPr bwMode="auto">
          <a:xfrm>
            <a:off x="584199" y="1594153"/>
            <a:ext cx="5655291" cy="731520"/>
          </a:xfrm>
        </p:spPr>
        <p:txBody>
          <a:bodyPr/>
          <a:lstStyle/>
          <a:p>
            <a:pPr>
              <a:defRPr/>
            </a:pPr>
            <a:r>
              <a:rPr lang="es-ES" sz="1600" b="0" i="0" strike="noStrike" cap="none" baseline="0">
                <a:solidFill>
                  <a:srgbClr val="000000"/>
                </a:solidFill>
                <a:effectLst/>
                <a:latin typeface="Segoe UI Semibold"/>
                <a:ea typeface="Segoe UI Semibold"/>
                <a:cs typeface="Segoe UI Semibold"/>
              </a:rPr>
              <a:t>Implementar una API de inferencia de IA en Azure Kubernetes Service</a:t>
            </a:r>
            <a:endParaRPr lang="en-US"/>
          </a:p>
          <a:p>
            <a:pPr>
              <a:defRPr/>
            </a:pPr>
            <a:endParaRPr lang="en-US"/>
          </a:p>
        </p:txBody>
      </p:sp>
      <p:sp>
        <p:nvSpPr>
          <p:cNvPr id="2030664011" name="Text Placeholder 61"/>
          <p:cNvSpPr>
            <a:spLocks noGrp="1"/>
          </p:cNvSpPr>
          <p:nvPr>
            <p:ph type="body" sz="quarter" idx="15"/>
          </p:nvPr>
        </p:nvSpPr>
        <p:spPr bwMode="auto">
          <a:xfrm>
            <a:off x="585786" y="2085975"/>
            <a:ext cx="5654525" cy="2438401"/>
          </a:xfrm>
        </p:spPr>
        <p:txBody>
          <a:bodyPr vert="horz" wrap="square" lIns="0" tIns="0" rIns="0" bIns="0" rtlCol="0" anchor="t">
            <a:spAutoFit/>
          </a:bodyPr>
          <a:lstStyle/>
          <a:p>
            <a:pPr marL="0" indent="0">
              <a:buNone/>
              <a:defRPr/>
            </a:pPr>
            <a:r>
              <a:rPr lang="es-ES" sz="1600" b="0" i="0" strike="noStrike" cap="none" baseline="0">
                <a:solidFill>
                  <a:srgbClr val="000000"/>
                </a:solidFill>
                <a:effectLst/>
                <a:latin typeface="Segoe UI"/>
                <a:ea typeface="Segoe UI"/>
                <a:cs typeface="Segoe UI"/>
              </a:rPr>
              <a:t>En este ejercicio, implementarás recursos de Azure, como un modelo de IA de Microsoft Foundry, Azure Container Registry (ACR) y un clúster de Azure Kubernetes Service (AKS).</a:t>
            </a:r>
            <a:endParaRPr/>
          </a:p>
          <a:p>
            <a:pPr marL="0" indent="0">
              <a:buNone/>
              <a:defRPr/>
            </a:pPr>
            <a:endParaRPr lang="en-US">
              <a:cs typeface="Segoe UI"/>
            </a:endParaRPr>
          </a:p>
          <a:p>
            <a:pPr marL="0" indent="0">
              <a:buNone/>
              <a:defRPr/>
            </a:pPr>
            <a:r>
              <a:rPr lang="es-ES" sz="1600" b="0" i="0" strike="noStrike" cap="none" baseline="0">
                <a:solidFill>
                  <a:srgbClr val="000000"/>
                </a:solidFill>
                <a:effectLst/>
                <a:latin typeface="Segoe UI Semibold"/>
                <a:ea typeface="Segoe UI Semibold"/>
                <a:cs typeface="Segoe UI Semibold"/>
              </a:rPr>
              <a:t>Tiempo estimado: </a:t>
            </a:r>
            <a:r>
              <a:rPr lang="es-ES" sz="1600" b="0" i="0" strike="noStrike" cap="none" baseline="0">
                <a:solidFill>
                  <a:srgbClr val="000000"/>
                </a:solidFill>
                <a:effectLst/>
                <a:latin typeface="Segoe UI"/>
                <a:ea typeface="Segoe UI"/>
                <a:cs typeface="Segoe UI"/>
              </a:rPr>
              <a:t>30 minutos</a:t>
            </a:r>
            <a:endParaRPr/>
          </a:p>
          <a:p>
            <a:pPr>
              <a:defRPr/>
            </a:pPr>
            <a:endParaRPr lang="en-US">
              <a:cs typeface="Segoe UI"/>
            </a:endParaRPr>
          </a:p>
          <a:p>
            <a:pPr marL="0" indent="0">
              <a:buNone/>
              <a:defRPr/>
            </a:pPr>
            <a:r>
              <a:rPr lang="es-ES" sz="1600" b="0" i="0" strike="noStrike" cap="none" baseline="0">
                <a:solidFill>
                  <a:srgbClr val="000000"/>
                </a:solidFill>
                <a:effectLst/>
                <a:latin typeface="Segoe UI"/>
                <a:ea typeface="Segoe UI"/>
                <a:cs typeface="Segoe UI"/>
              </a:rPr>
              <a:t>Inicia el ejercicio en:</a:t>
            </a:r>
            <a:endParaRPr lang="en-US"/>
          </a:p>
          <a:p>
            <a:pPr marL="0" indent="0">
              <a:buNone/>
              <a:defRPr/>
            </a:pPr>
            <a:r>
              <a:rPr lang="es-ES" sz="1600" b="0" i="0" u="sng" strike="noStrike" cap="none" baseline="0">
                <a:solidFill>
                  <a:srgbClr val="0077D3"/>
                </a:solidFill>
                <a:effectLst/>
                <a:uFill>
                  <a:solidFill>
                    <a:srgbClr val="0077D3"/>
                  </a:solidFill>
                </a:uFill>
                <a:latin typeface="Segoe UI"/>
                <a:ea typeface="Segoe UI"/>
                <a:cs typeface="Segoe UI"/>
                <a:hlinkClick r:id="rId4" history="0"/>
              </a:rPr>
              <a:t>https://go.microsoft.com/fwlink/?linkid=2345722</a:t>
            </a:r>
            <a:endParaRPr/>
          </a:p>
          <a:p>
            <a:pPr marL="0" indent="0">
              <a:buNone/>
              <a:defRPr/>
            </a:pPr>
            <a:endParaRPr lang="en-US"/>
          </a:p>
        </p:txBody>
      </p:sp>
      <p:sp>
        <p:nvSpPr>
          <p:cNvPr id="878642460" name="Flowchart: Off-page Connector 7"/>
          <p:cNvSpPr/>
          <p:nvPr/>
        </p:nvSpPr>
        <p:spPr bwMode="auto">
          <a:xfrm rot="5400000">
            <a:off x="6119824" y="229718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vert270" wrap="square" lIns="274320" tIns="585216" rIns="274320" bIns="182880" numCol="1" spcCol="0" rtlCol="0" fromWordArt="0" anchor="ctr" anchorCtr="0" forceAA="0" compatLnSpc="1">
            <a:prstTxWarp prst="textNoShape">
              <a:avLst/>
            </a:prstTxWarp>
            <a:noAutofit/>
          </a:bodyPr>
          <a:lstStyle>
            <a:defPPr>
              <a:defRPr lang="en-US"/>
            </a:defPPr>
            <a:lvl1pPr marL="0" algn="l" defTabSz="914367" rtl="0">
              <a:defRPr sz="1750">
                <a:solidFill>
                  <a:schemeClr val="lt1"/>
                </a:solidFill>
                <a:latin typeface="+mn-lt"/>
                <a:ea typeface="+mn-ea"/>
                <a:cs typeface="+mn-cs"/>
              </a:defRPr>
            </a:lvl1pPr>
            <a:lvl2pPr marL="457183" algn="l" defTabSz="914367" rtl="0">
              <a:defRPr sz="1750">
                <a:solidFill>
                  <a:schemeClr val="lt1"/>
                </a:solidFill>
                <a:latin typeface="+mn-lt"/>
                <a:ea typeface="+mn-ea"/>
                <a:cs typeface="+mn-cs"/>
              </a:defRPr>
            </a:lvl2pPr>
            <a:lvl3pPr marL="914367" algn="l" defTabSz="914367" rtl="0">
              <a:defRPr sz="1750">
                <a:solidFill>
                  <a:schemeClr val="lt1"/>
                </a:solidFill>
                <a:latin typeface="+mn-lt"/>
                <a:ea typeface="+mn-ea"/>
                <a:cs typeface="+mn-cs"/>
              </a:defRPr>
            </a:lvl3pPr>
            <a:lvl4pPr marL="1371550" algn="l" defTabSz="914367" rtl="0">
              <a:defRPr sz="1750">
                <a:solidFill>
                  <a:schemeClr val="lt1"/>
                </a:solidFill>
                <a:latin typeface="+mn-lt"/>
                <a:ea typeface="+mn-ea"/>
                <a:cs typeface="+mn-cs"/>
              </a:defRPr>
            </a:lvl4pPr>
            <a:lvl5pPr marL="1828734" algn="l" defTabSz="914367" rtl="0">
              <a:defRPr sz="1750">
                <a:solidFill>
                  <a:schemeClr val="lt1"/>
                </a:solidFill>
                <a:latin typeface="+mn-lt"/>
                <a:ea typeface="+mn-ea"/>
                <a:cs typeface="+mn-cs"/>
              </a:defRPr>
            </a:lvl5pPr>
            <a:lvl6pPr marL="2285918" algn="l" defTabSz="914367" rtl="0">
              <a:defRPr sz="1750">
                <a:solidFill>
                  <a:schemeClr val="lt1"/>
                </a:solidFill>
                <a:latin typeface="+mn-lt"/>
                <a:ea typeface="+mn-ea"/>
                <a:cs typeface="+mn-cs"/>
              </a:defRPr>
            </a:lvl6pPr>
            <a:lvl7pPr marL="2743101" algn="l" defTabSz="914367" rtl="0">
              <a:defRPr sz="1750">
                <a:solidFill>
                  <a:schemeClr val="lt1"/>
                </a:solidFill>
                <a:latin typeface="+mn-lt"/>
                <a:ea typeface="+mn-ea"/>
                <a:cs typeface="+mn-cs"/>
              </a:defRPr>
            </a:lvl7pPr>
            <a:lvl8pPr marL="3200283" algn="l" defTabSz="914367" rtl="0">
              <a:defRPr sz="1750">
                <a:solidFill>
                  <a:schemeClr val="lt1"/>
                </a:solidFill>
                <a:latin typeface="+mn-lt"/>
                <a:ea typeface="+mn-ea"/>
                <a:cs typeface="+mn-cs"/>
              </a:defRPr>
            </a:lvl8pPr>
            <a:lvl9pPr marL="3657469" algn="l" defTabSz="914367" rtl="0">
              <a:defRPr sz="1750">
                <a:solidFill>
                  <a:schemeClr val="lt1"/>
                </a:solidFill>
                <a:latin typeface="+mn-lt"/>
                <a:ea typeface="+mn-ea"/>
                <a:cs typeface="+mn-cs"/>
              </a:defRPr>
            </a:lvl9pPr>
          </a:lstStyle>
          <a:p>
            <a:pPr marL="0" marR="0" lvl="0" indent="0" algn="l" defTabSz="932472" rtl="0">
              <a:lnSpc>
                <a:spcPct val="100000"/>
              </a:lnSpc>
              <a:spcBef>
                <a:spcPct val="0"/>
              </a:spcBef>
              <a:spcAft>
                <a:spcPts val="600"/>
              </a:spcAft>
              <a:buClrTx/>
              <a:buSzTx/>
              <a:buFontTx/>
              <a:buNone/>
              <a:defRPr/>
            </a:pPr>
            <a:r>
              <a:rPr lang="es-ES" sz="1600" b="1" i="0" strike="noStrike" cap="none" baseline="0" dirty="0">
                <a:solidFill>
                  <a:srgbClr val="000000"/>
                </a:solidFill>
                <a:effectLst/>
                <a:latin typeface="Segoe UI Semibold"/>
                <a:ea typeface="Segoe UI Semibold"/>
                <a:cs typeface="Segoe UI Semibold"/>
              </a:rPr>
              <a:t>Instructores: </a:t>
            </a:r>
            <a:endParaRPr lang="en-US" sz="1200" b="1" i="0" u="none" strike="noStrike" cap="none" spc="0" dirty="0">
              <a:ln>
                <a:noFill/>
              </a:ln>
              <a:solidFill>
                <a:srgbClr val="000000"/>
              </a:solidFill>
              <a:latin typeface="Segoe UI Semibold"/>
              <a:ea typeface="Segoe UI"/>
              <a:cs typeface="Segoe UI"/>
            </a:endParaRPr>
          </a:p>
          <a:p>
            <a:pPr marL="0" marR="0" lvl="0" indent="0" algn="l" defTabSz="932472" rtl="0">
              <a:lnSpc>
                <a:spcPct val="100000"/>
              </a:lnSpc>
              <a:spcBef>
                <a:spcPct val="0"/>
              </a:spcBef>
              <a:spcAft>
                <a:spcPts val="600"/>
              </a:spcAft>
              <a:buClrTx/>
              <a:buSzTx/>
              <a:buFontTx/>
              <a:buNone/>
              <a:defRPr/>
            </a:pPr>
            <a:r>
              <a:rPr lang="es-ES" sz="1200" b="0" i="0" strike="noStrike" cap="none" baseline="0" dirty="0">
                <a:solidFill>
                  <a:srgbClr val="000000"/>
                </a:solidFill>
                <a:effectLst/>
                <a:latin typeface="Segoe UI"/>
                <a:ea typeface="Segoe UI"/>
                <a:cs typeface="Segoe UI"/>
              </a:rPr>
              <a:t>Personaliza esta diapositiva para incluir el vínculo al entorno de laboratorio hospedado y las instrucciones personalizadas.</a:t>
            </a:r>
            <a:endParaRPr sz="1600" dirty="0"/>
          </a:p>
          <a:p>
            <a:pPr marL="0" marR="0" lvl="0" indent="0" algn="l" defTabSz="932472" rtl="0">
              <a:lnSpc>
                <a:spcPct val="100000"/>
              </a:lnSpc>
              <a:spcBef>
                <a:spcPct val="0"/>
              </a:spcBef>
              <a:spcAft>
                <a:spcPts val="600"/>
              </a:spcAft>
              <a:buClrTx/>
              <a:buSzTx/>
              <a:buFontTx/>
              <a:buNone/>
              <a:defRPr/>
            </a:pPr>
            <a:r>
              <a:rPr lang="es-ES" sz="1200" b="0" i="0" strike="noStrike" cap="none" baseline="0" dirty="0">
                <a:solidFill>
                  <a:srgbClr val="000000"/>
                </a:solidFill>
                <a:effectLst/>
                <a:latin typeface="Segoe UI"/>
                <a:ea typeface="Segoe UI"/>
                <a:cs typeface="Segoe UI"/>
              </a:rPr>
              <a:t>(a continuación, quita esta flecha)</a:t>
            </a:r>
            <a:endParaRPr sz="1600" dirty="0"/>
          </a:p>
        </p:txBody>
      </p:sp>
      <p:sp>
        <p:nvSpPr>
          <p:cNvPr id="650076014" name="Footer Placeholder 4"/>
          <p:cNvSpPr>
            <a:spLocks noGrp="1"/>
          </p:cNvSpPr>
          <p:nvPr>
            <p:ph type="ftr" sz="quarter" idx="3"/>
          </p:nvPr>
        </p:nvSpPr>
        <p:spPr bwMode="auto">
          <a:xfrm>
            <a:off x="579438" y="6421083"/>
            <a:ext cx="4151312" cy="197976"/>
          </a:xfrm>
        </p:spPr>
        <p:txBody>
          <a:bodyPr/>
          <a:lstStyle/>
          <a:p>
            <a:pPr>
              <a:defRPr/>
            </a:pPr>
            <a:r>
              <a:rPr lang="es-ES" sz="1000" b="0" i="0" strike="noStrike" cap="none" baseline="0">
                <a:solidFill>
                  <a:srgbClr val="000000"/>
                </a:solidFill>
                <a:effectLst/>
                <a:latin typeface="Segoe UI Semibold"/>
                <a:ea typeface="Segoe UI"/>
                <a:cs typeface="Segoe UI Semibold"/>
              </a:rPr>
              <a:t>© Copyright Microsoft Corporation.</a:t>
            </a:r>
            <a:r>
              <a:rPr lang="es-ES" sz="1000" b="0" i="0" strike="noStrike" cap="none" baseline="0">
                <a:solidFill>
                  <a:srgbClr val="000000"/>
                </a:solidFill>
                <a:effectLst/>
                <a:latin typeface="Segoe UI"/>
                <a:ea typeface="Segoe UI"/>
                <a:cs typeface="Segoe UI"/>
              </a:rPr>
              <a:t> Todos los derechos reservados.</a:t>
            </a:r>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93364937" name="Title 4"/>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Prueba de conocimientos del módulo 1</a:t>
            </a:r>
            <a:endParaRPr/>
          </a:p>
        </p:txBody>
      </p:sp>
      <p:sp>
        <p:nvSpPr>
          <p:cNvPr id="462511568" name="Oval 8"/>
          <p:cNvSpPr/>
          <p:nvPr/>
        </p:nvSpPr>
        <p:spPr bwMode="auto">
          <a:xfrm>
            <a:off x="697223" y="1783918"/>
            <a:ext cx="636371" cy="63637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597">
              <a:defRPr/>
            </a:pPr>
            <a:r>
              <a:rPr lang="es-ES" sz="2400" b="1" i="0" strike="noStrike" cap="none" baseline="0">
                <a:solidFill>
                  <a:srgbClr val="FFFFFF"/>
                </a:solidFill>
                <a:effectLst/>
                <a:latin typeface="Segoe UI"/>
                <a:ea typeface="Segoe UI"/>
                <a:cs typeface="Segoe UI"/>
              </a:rPr>
              <a:t>1</a:t>
            </a:r>
            <a:endParaRPr lang="en-IN" sz="2400" b="1">
              <a:solidFill>
                <a:schemeClr val="bg1"/>
              </a:solidFill>
            </a:endParaRPr>
          </a:p>
        </p:txBody>
      </p:sp>
      <p:sp>
        <p:nvSpPr>
          <p:cNvPr id="1645827880" name="Text Placeholder 43"/>
          <p:cNvSpPr txBox="1"/>
          <p:nvPr/>
        </p:nvSpPr>
        <p:spPr bwMode="auto">
          <a:xfrm>
            <a:off x="1641206" y="1783917"/>
            <a:ext cx="9217197" cy="1932419"/>
          </a:xfrm>
          <a:prstGeom prst="rect">
            <a:avLst/>
          </a:prstGeom>
        </p:spPr>
        <p:txBody>
          <a:bodyPr vert="horz" lIns="0" tIns="0" rIns="0" bIns="0" rtlCol="0" anchor="t">
            <a:noAutofit/>
          </a:bodyPr>
          <a:lst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5" indent="-234950"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3" algn="l" defTabSz="914400" rtl="0">
              <a:lnSpc>
                <a:spcPct val="100000"/>
              </a:lnSpc>
              <a:spcBef>
                <a:spcPct val="0"/>
              </a:spcBef>
              <a:buFont typeface="Arial"/>
              <a:buChar char="•"/>
              <a:defRPr sz="2000">
                <a:solidFill>
                  <a:schemeClr val="tx1"/>
                </a:solidFill>
                <a:latin typeface="Segoe UI"/>
                <a:ea typeface="+mn-ea"/>
                <a:cs typeface="Segoe UI"/>
              </a:defRPr>
            </a:lvl3pPr>
            <a:lvl4pPr marL="1141413" indent="-169862" algn="l" defTabSz="914400" rtl="0">
              <a:lnSpc>
                <a:spcPct val="100000"/>
              </a:lnSpc>
              <a:spcBef>
                <a:spcPct val="0"/>
              </a:spcBef>
              <a:buFont typeface="Arial"/>
              <a:buChar char="•"/>
              <a:defRPr sz="1800">
                <a:solidFill>
                  <a:schemeClr val="tx1"/>
                </a:solidFill>
                <a:latin typeface="Segoe UI"/>
                <a:ea typeface="+mn-ea"/>
                <a:cs typeface="Segoe UI"/>
              </a:defRPr>
            </a:lvl4pPr>
            <a:lvl5pPr marL="1376363" indent="-179388" algn="l" defTabSz="914400" rtl="0">
              <a:lnSpc>
                <a:spcPct val="100000"/>
              </a:lnSpc>
              <a:spcBef>
                <a:spcPct val="0"/>
              </a:spcBef>
              <a:buFont typeface="Arial"/>
              <a:buChar char="•"/>
              <a:defRPr sz="1800">
                <a:solidFill>
                  <a:schemeClr val="tx1"/>
                </a:solidFill>
                <a:latin typeface="Segoe UI"/>
                <a:ea typeface="+mn-ea"/>
                <a:cs typeface="Segoe UI"/>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a:lstStyle>
          <a:p>
            <a:pPr marL="0" indent="0">
              <a:lnSpc>
                <a:spcPct val="110000"/>
              </a:lnSpc>
              <a:spcAft>
                <a:spcPts val="600"/>
              </a:spcAft>
              <a:buNone/>
              <a:defRPr/>
            </a:pPr>
            <a:r>
              <a:rPr lang="es-ES" sz="1600" b="0" i="0" strike="noStrike" cap="none" baseline="0">
                <a:solidFill>
                  <a:srgbClr val="000000"/>
                </a:solidFill>
                <a:effectLst/>
                <a:latin typeface="Segoe UI"/>
                <a:ea typeface="Segoe UI"/>
                <a:cs typeface="Segoe UI"/>
              </a:rPr>
              <a:t>¿Qué tipo de servicio debes usar cuando necesites exponer una aplicación a Internet con un equilibrador de carga administrado por Azure?</a:t>
            </a:r>
            <a:endParaRPr/>
          </a:p>
          <a:p>
            <a:pPr marL="261850" indent="-261850">
              <a:buFont typeface="Arial"/>
              <a:buAutoNum type="alphaUcPeriod"/>
              <a:defRPr/>
            </a:pPr>
            <a:r>
              <a:rPr lang="es-ES" sz="1600" b="0" i="0" strike="noStrike" cap="none" baseline="0">
                <a:solidFill>
                  <a:srgbClr val="000000"/>
                </a:solidFill>
                <a:effectLst/>
                <a:latin typeface="Segoe UI"/>
                <a:ea typeface="Segoe UI"/>
                <a:cs typeface="Segoe UI"/>
              </a:rPr>
              <a:t>LoadBalancer</a:t>
            </a:r>
            <a:endParaRPr sz="1600" b="0" i="0" u="none" strike="noStrike" cap="none" spc="0">
              <a:solidFill>
                <a:schemeClr val="tx1"/>
              </a:solidFill>
              <a:latin typeface="Segoe UI"/>
              <a:cs typeface="Segoe UI"/>
            </a:endParaRPr>
          </a:p>
          <a:p>
            <a:pPr marL="261850" indent="-261850">
              <a:buFont typeface="Arial"/>
              <a:buAutoNum type="alphaUcPeriod"/>
              <a:defRPr/>
            </a:pPr>
            <a:r>
              <a:rPr lang="es-ES" sz="1600" b="0" i="0" strike="noStrike" cap="none" baseline="0">
                <a:solidFill>
                  <a:srgbClr val="000000"/>
                </a:solidFill>
                <a:effectLst/>
                <a:latin typeface="Segoe UI"/>
                <a:ea typeface="Segoe UI"/>
                <a:cs typeface="Segoe UI"/>
              </a:rPr>
              <a:t>ClusterIP</a:t>
            </a:r>
          </a:p>
          <a:p>
            <a:pPr marL="261850" indent="-261850">
              <a:buFont typeface="Arial"/>
              <a:buAutoNum type="alphaUcPeriod"/>
              <a:defRPr/>
            </a:pPr>
            <a:r>
              <a:rPr lang="es-ES" sz="1600" b="0" i="0" strike="noStrike" cap="none" baseline="0">
                <a:solidFill>
                  <a:srgbClr val="000000"/>
                </a:solidFill>
                <a:effectLst/>
                <a:latin typeface="Segoe UI"/>
                <a:ea typeface="Segoe UI"/>
                <a:cs typeface="Segoe UI"/>
              </a:rPr>
              <a:t>NodePort</a:t>
            </a:r>
            <a:endParaRPr sz="1600" b="0" i="0" u="none" strike="noStrike" cap="none" spc="0">
              <a:solidFill>
                <a:schemeClr val="tx1"/>
              </a:solidFill>
              <a:latin typeface="Segoe UI"/>
              <a:cs typeface="Segoe UI"/>
            </a:endParaRPr>
          </a:p>
        </p:txBody>
      </p:sp>
      <p:sp>
        <p:nvSpPr>
          <p:cNvPr id="1679939282" name="Oval 10"/>
          <p:cNvSpPr/>
          <p:nvPr/>
        </p:nvSpPr>
        <p:spPr bwMode="auto">
          <a:xfrm>
            <a:off x="697223" y="3862417"/>
            <a:ext cx="636371" cy="63637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597">
              <a:defRPr/>
            </a:pPr>
            <a:r>
              <a:rPr lang="es-ES" sz="2400" b="1" i="0" strike="noStrike" cap="none" baseline="0">
                <a:solidFill>
                  <a:srgbClr val="FFFFFF"/>
                </a:solidFill>
                <a:effectLst/>
                <a:latin typeface="Segoe UI"/>
                <a:ea typeface="Segoe UI"/>
                <a:cs typeface="Segoe UI"/>
              </a:rPr>
              <a:t>2</a:t>
            </a:r>
            <a:endParaRPr lang="en-IN" sz="2400" b="1">
              <a:solidFill>
                <a:schemeClr val="bg1"/>
              </a:solidFill>
            </a:endParaRPr>
          </a:p>
        </p:txBody>
      </p:sp>
      <p:sp>
        <p:nvSpPr>
          <p:cNvPr id="217824076" name="Text Placeholder 43"/>
          <p:cNvSpPr txBox="1"/>
          <p:nvPr/>
        </p:nvSpPr>
        <p:spPr bwMode="auto">
          <a:xfrm>
            <a:off x="1641206" y="3860982"/>
            <a:ext cx="9217198" cy="2242802"/>
          </a:xfrm>
          <a:prstGeom prst="rect">
            <a:avLst/>
          </a:prstGeom>
        </p:spPr>
        <p:txBody>
          <a:bodyPr vert="horz" lIns="0" tIns="0" rIns="0" bIns="0" rtlCol="0" anchor="t">
            <a:noAutofit/>
          </a:bodyPr>
          <a:lst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5" indent="-234950"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3" algn="l" defTabSz="914400" rtl="0">
              <a:lnSpc>
                <a:spcPct val="100000"/>
              </a:lnSpc>
              <a:spcBef>
                <a:spcPct val="0"/>
              </a:spcBef>
              <a:buFont typeface="Arial"/>
              <a:buChar char="•"/>
              <a:defRPr sz="2000">
                <a:solidFill>
                  <a:schemeClr val="tx1"/>
                </a:solidFill>
                <a:latin typeface="Segoe UI"/>
                <a:ea typeface="+mn-ea"/>
                <a:cs typeface="Segoe UI"/>
              </a:defRPr>
            </a:lvl3pPr>
            <a:lvl4pPr marL="1141413" indent="-169862" algn="l" defTabSz="914400" rtl="0">
              <a:lnSpc>
                <a:spcPct val="100000"/>
              </a:lnSpc>
              <a:spcBef>
                <a:spcPct val="0"/>
              </a:spcBef>
              <a:buFont typeface="Arial"/>
              <a:buChar char="•"/>
              <a:defRPr sz="1800">
                <a:solidFill>
                  <a:schemeClr val="tx1"/>
                </a:solidFill>
                <a:latin typeface="Segoe UI"/>
                <a:ea typeface="+mn-ea"/>
                <a:cs typeface="Segoe UI"/>
              </a:defRPr>
            </a:lvl4pPr>
            <a:lvl5pPr marL="1376363" indent="-179388" algn="l" defTabSz="914400" rtl="0">
              <a:lnSpc>
                <a:spcPct val="100000"/>
              </a:lnSpc>
              <a:spcBef>
                <a:spcPct val="0"/>
              </a:spcBef>
              <a:buFont typeface="Arial"/>
              <a:buChar char="•"/>
              <a:defRPr sz="1800">
                <a:solidFill>
                  <a:schemeClr val="tx1"/>
                </a:solidFill>
                <a:latin typeface="Segoe UI"/>
                <a:ea typeface="+mn-ea"/>
                <a:cs typeface="Segoe UI"/>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a:lstStyle>
          <a:p>
            <a:pPr marL="0" indent="0">
              <a:lnSpc>
                <a:spcPct val="110000"/>
              </a:lnSpc>
              <a:spcAft>
                <a:spcPts val="600"/>
              </a:spcAft>
              <a:buNone/>
              <a:defRPr/>
            </a:pPr>
            <a:r>
              <a:rPr lang="es-ES" sz="1600" b="0" i="0" strike="noStrike" cap="none" baseline="0">
                <a:solidFill>
                  <a:srgbClr val="000000"/>
                </a:solidFill>
                <a:effectLst/>
                <a:latin typeface="Segoe UI"/>
                <a:ea typeface="Segoe UI"/>
                <a:cs typeface="Segoe UI"/>
              </a:rPr>
              <a:t>¿Qué debe coincidir entre una implementación y un servicio para que el tráfico se enrute correctamente?</a:t>
            </a:r>
            <a:endParaRPr lang="en-US"/>
          </a:p>
          <a:p>
            <a:pPr marL="261850" indent="-261850">
              <a:buFont typeface="Arial"/>
              <a:buAutoNum type="alphaUcPeriod"/>
              <a:defRPr/>
            </a:pPr>
            <a:r>
              <a:rPr lang="es-ES" sz="1600" b="0" i="0" strike="noStrike" cap="none" baseline="0">
                <a:solidFill>
                  <a:srgbClr val="000000"/>
                </a:solidFill>
                <a:effectLst/>
                <a:latin typeface="Segoe UI"/>
                <a:ea typeface="Consolas"/>
                <a:cs typeface="Segoe UI"/>
              </a:rPr>
              <a:t>Las etiquetas pod de la plantilla de implementación deben coincidir con el selector del Servicio</a:t>
            </a:r>
            <a:endParaRPr sz="1600" b="0" i="0" u="none" strike="noStrike" cap="none" spc="0">
              <a:solidFill>
                <a:schemeClr val="tx1"/>
              </a:solidFill>
              <a:latin typeface="Segoe UI"/>
              <a:cs typeface="Segoe UI"/>
            </a:endParaRPr>
          </a:p>
          <a:p>
            <a:pPr marL="261850" indent="-261850">
              <a:buFont typeface="Arial"/>
              <a:buAutoNum type="alphaUcPeriod"/>
              <a:defRPr/>
            </a:pPr>
            <a:r>
              <a:rPr lang="es-ES" sz="1600" b="0" i="0" strike="noStrike" cap="none" baseline="0">
                <a:solidFill>
                  <a:srgbClr val="000000"/>
                </a:solidFill>
                <a:effectLst/>
                <a:latin typeface="Segoe UI"/>
                <a:ea typeface="Segoe UI"/>
                <a:cs typeface="Segoe UI"/>
              </a:rPr>
              <a:t>El puerto de contenedor de la implementación debe coincidir con el puerto del Servicio</a:t>
            </a:r>
            <a:endParaRPr sz="1600" b="0" i="0" u="none" strike="noStrike" cap="none" spc="0">
              <a:solidFill>
                <a:schemeClr val="tx1"/>
              </a:solidFill>
              <a:latin typeface="Segoe UI"/>
              <a:cs typeface="Segoe UI"/>
            </a:endParaRPr>
          </a:p>
          <a:p>
            <a:pPr marL="261850" marR="0" indent="-261850" algn="l">
              <a:lnSpc>
                <a:spcPct val="100000"/>
              </a:lnSpc>
              <a:spcBef>
                <a:spcPct val="0"/>
              </a:spcBef>
              <a:spcAft>
                <a:spcPct val="0"/>
              </a:spcAft>
              <a:buFont typeface="Arial"/>
              <a:buAutoNum type="alphaUcPeriod"/>
              <a:defRPr/>
            </a:pPr>
            <a:r>
              <a:rPr lang="es-ES" sz="1600" b="0" i="0" strike="noStrike" cap="none" baseline="0">
                <a:solidFill>
                  <a:srgbClr val="000000"/>
                </a:solidFill>
                <a:effectLst/>
                <a:latin typeface="Segoe UI"/>
                <a:ea typeface="Segoe UI"/>
                <a:cs typeface="Segoe UI"/>
              </a:rPr>
              <a:t>El nombre de implementación debe coincidir con el nombre del servicio</a:t>
            </a:r>
            <a:endParaRPr lang="en-US" sz="1600" b="0" i="0" u="none" strike="noStrike" cap="none" spc="0">
              <a:solidFill>
                <a:schemeClr val="tx1"/>
              </a:solidFill>
              <a:latin typeface="Consolas"/>
              <a:cs typeface="Consolas"/>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1275886140" name="Title 16"/>
          <p:cNvSpPr txBox="1">
            <a:spLocks noGrp="1"/>
          </p:cNvSpPr>
          <p:nvPr>
            <p:ph type="title"/>
          </p:nvPr>
        </p:nvSpPr>
        <p:spPr bwMode="auto">
          <a:xfrm>
            <a:off x="457200" y="411480"/>
            <a:ext cx="11222610" cy="553998"/>
          </a:xfrm>
          <a:prstGeom prst="rect">
            <a:avLst/>
          </a:prstGeom>
          <a:noFill/>
          <a:ln>
            <a:noFill/>
            <a:prstDash val="solid"/>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a:lnSpc>
                <a:spcPct val="100000"/>
              </a:lnSpc>
              <a:spcBef>
                <a:spcPct val="0"/>
              </a:spcBef>
              <a:buNone/>
              <a:defRPr lang="en-US" sz="3200" b="0" i="0" cap="none" spc="0">
                <a:ln w="3175">
                  <a:noFill/>
                </a:ln>
                <a:solidFill>
                  <a:schemeClr val="tx1"/>
                </a:solidFill>
                <a:latin typeface="+mj-lt"/>
                <a:ea typeface="+mn-ea"/>
                <a:cs typeface="Segoe UI Semibold"/>
              </a:defRPr>
            </a:lvl1pPr>
          </a:lstStyle>
          <a:p>
            <a:pPr>
              <a:defRPr/>
            </a:pPr>
            <a:r>
              <a:rPr lang="en-US" sz="3600">
                <a:cs typeface="Segoe UI Semibold"/>
              </a:rPr>
              <a:t>Interactive Knowledge</a:t>
            </a:r>
            <a:r>
              <a:rPr lang="en-US" sz="3600" b="0" i="0" u="none" strike="noStrike" cap="none" spc="0">
                <a:ln w="3175">
                  <a:noFill/>
                </a:ln>
                <a:latin typeface="+mj-lt"/>
                <a:ea typeface="+mn-ea"/>
                <a:cs typeface="Segoe UI Semibold"/>
              </a:rPr>
              <a:t> check </a:t>
            </a:r>
            <a:endParaRPr/>
          </a:p>
        </p:txBody>
      </p:sp>
      <p:sp>
        <p:nvSpPr>
          <p:cNvPr id="1077287433" name="Text Placeholder 1"/>
          <p:cNvSpPr>
            <a:spLocks noGrp="1"/>
          </p:cNvSpPr>
          <p:nvPr>
            <p:ph type="body" sz="quarter" idx="4294967295"/>
          </p:nvPr>
        </p:nvSpPr>
        <p:spPr bwMode="auto">
          <a:xfrm>
            <a:off x="4798234" y="2051471"/>
            <a:ext cx="6733528" cy="2926440"/>
          </a:xfrm>
        </p:spPr>
        <p:txBody>
          <a:bodyPr vert="horz" wrap="square" lIns="0" tIns="0" rIns="0" bIns="0" rtlCol="0" anchor="t">
            <a:spAutoFit/>
          </a:bodyPr>
          <a:lstStyle/>
          <a:p>
            <a:pPr marL="0" indent="0">
              <a:buNone/>
              <a:defRPr/>
            </a:pPr>
            <a:r>
              <a:rPr lang="en-US" sz="2400" b="0">
                <a:latin typeface="Segoe UI Semibold"/>
                <a:ea typeface="Segoe UI Semibold"/>
                <a:cs typeface="Segoe UI Semibold"/>
              </a:rPr>
              <a:t>Test your knowledge with this real time quiz. </a:t>
            </a:r>
            <a:endParaRPr b="0">
              <a:latin typeface="Segoe UI Semibold"/>
              <a:cs typeface="Segoe UI Semibold"/>
            </a:endParaRPr>
          </a:p>
          <a:p>
            <a:pPr marL="0" indent="0">
              <a:buNone/>
              <a:defRPr/>
            </a:pPr>
            <a:r>
              <a:rPr lang="en-US" sz="2400" b="0">
                <a:latin typeface="Segoe UI Semibold"/>
                <a:ea typeface="Segoe UI Semibold"/>
                <a:cs typeface="Segoe UI Semibold"/>
              </a:rPr>
              <a:t>Prompt Microsoft Copilot Chat: </a:t>
            </a:r>
            <a:endParaRPr lang="en-US"/>
          </a:p>
          <a:p>
            <a:pPr marL="0" indent="0">
              <a:buNone/>
              <a:defRPr/>
            </a:pPr>
            <a:endParaRPr lang="en-US" sz="2400" b="1"/>
          </a:p>
          <a:p>
            <a:pPr marL="0" indent="0">
              <a:buNone/>
              <a:defRPr/>
            </a:pPr>
            <a:r>
              <a:rPr lang="en-US" sz="2000">
                <a:latin typeface="Segoe UI"/>
                <a:ea typeface="Segoe UI"/>
                <a:cs typeface="Segoe UI"/>
              </a:rPr>
              <a:t>As an Azure Kubernetes Service (AKS) expert, please create three multiple-choice questions that assess knowledge of deploying containers to AKS. Present one question at a time and wait for my response before continuing. After each answer, provide a brief explanation of the correct choice before moving on to the next question.</a:t>
            </a:r>
            <a:endParaRPr/>
          </a:p>
        </p:txBody>
      </p:sp>
      <p:pic>
        <p:nvPicPr>
          <p:cNvPr id="674044559" name="Picture 7">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bwMode="auto">
          <a:xfrm>
            <a:off x="807647" y="2160062"/>
            <a:ext cx="3726421" cy="3257795"/>
          </a:xfrm>
          <a:prstGeom prst="rect">
            <a:avLst/>
          </a:prstGeom>
          <a:ln w="38100">
            <a:solidFill>
              <a:srgbClr val="C73ECC"/>
            </a:solid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4716400" name="Title 9"/>
          <p:cNvSpPr>
            <a:spLocks noGrp="1"/>
          </p:cNvSpPr>
          <p:nvPr>
            <p:ph type="title"/>
          </p:nvPr>
        </p:nvSpPr>
        <p:spPr bwMode="auto"/>
        <p:txBody>
          <a:bodyPr>
            <a:noAutofit/>
          </a:bodyPr>
          <a:lstStyle/>
          <a:p>
            <a:pPr>
              <a:defRPr/>
            </a:pPr>
            <a:r>
              <a:rPr lang="es-ES" sz="2800" b="0" i="0" strike="noStrike" cap="none" baseline="0">
                <a:solidFill>
                  <a:srgbClr val="000000"/>
                </a:solidFill>
                <a:effectLst/>
                <a:latin typeface="Segoe UI Semibold"/>
                <a:ea typeface="Segoe UI Semibold"/>
                <a:cs typeface="Segoe UI Semibold"/>
              </a:rPr>
              <a:t>Resumen del módulo 1</a:t>
            </a:r>
            <a:endParaRPr sz="2800"/>
          </a:p>
        </p:txBody>
      </p:sp>
      <p:sp>
        <p:nvSpPr>
          <p:cNvPr id="1607313162" name="Rounded Rectangle 3_1">
            <a:extLst>
              <a:ext uri="{C183D7F6-B498-43B3-948B-1728B52AA6E4}">
                <adec:decorative xmlns:adec="http://schemas.microsoft.com/office/drawing/2017/decorative" val="1"/>
              </a:ext>
            </a:extLst>
          </p:cNvPr>
          <p:cNvSpPr/>
          <p:nvPr/>
        </p:nvSpPr>
        <p:spPr bwMode="auto">
          <a:xfrm>
            <a:off x="594774" y="1097168"/>
            <a:ext cx="10618657" cy="4328362"/>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numCol="1" spcCol="457200" rtlCol="0" anchor="t"/>
          <a:lstStyle/>
          <a:p>
            <a:pPr marL="0" marR="0" lvl="0" indent="0" algn="l" defTabSz="932742" rtl="0">
              <a:lnSpc>
                <a:spcPct val="100000"/>
              </a:lnSpc>
              <a:spcBef>
                <a:spcPts val="1200"/>
              </a:spcBef>
              <a:spcAft>
                <a:spcPct val="0"/>
              </a:spcAft>
              <a:buClrTx/>
              <a:buSzPct val="90000"/>
              <a:buFont typeface="Wingdings"/>
              <a:buNone/>
              <a:defRPr/>
            </a:pPr>
            <a:r>
              <a:rPr lang="es-ES" sz="1800" b="0" i="0" strike="noStrike" cap="none" baseline="0">
                <a:solidFill>
                  <a:srgbClr val="FFFFFF"/>
                </a:solidFill>
                <a:effectLst/>
                <a:latin typeface="Segoe UI"/>
                <a:ea typeface="Segoe UI"/>
                <a:cs typeface="Segoe UI"/>
              </a:rPr>
              <a:t>La clave de partición es tu decisión de diseño más importante (no se puede cambiar más adelante el cliente singleton). Reutiliza CosmosClient para la agrupación de conexiones y el almacenamiento en caché. Usa lecturas puntuales sobre consultas si conoces el Id. y la clave de partición. Parametriza consultas para la seguridad y el almacenamiento en caché del plan de consulta. Las consultas de partición única cuestan menos que las consultas entre particiones. Supervisa el consumo de RU para identificar oportunidades de optimización. </a:t>
            </a:r>
            <a:endParaRPr lang="en-US" sz="1800">
              <a:solidFill>
                <a:schemeClr val="tx1"/>
              </a:solidFill>
              <a:cs typeface="Segoe UI"/>
            </a:endParaRPr>
          </a:p>
        </p:txBody>
      </p:sp>
      <p:sp>
        <p:nvSpPr>
          <p:cNvPr id="1672359729" name="TextBox 2"/>
          <p:cNvSpPr txBox="1"/>
          <p:nvPr/>
        </p:nvSpPr>
        <p:spPr bwMode="auto">
          <a:xfrm>
            <a:off x="889964" y="1211468"/>
            <a:ext cx="9828025" cy="3992992"/>
          </a:xfrm>
          <a:prstGeom prst="rect">
            <a:avLst/>
          </a:prstGeom>
          <a:noFill/>
        </p:spPr>
        <p:txBody>
          <a:bodyPr wrap="square" lIns="91440" tIns="45720" rIns="91440" bIns="45720" anchor="t">
            <a:noAutofit/>
          </a:bodyPr>
          <a:lstStyle/>
          <a:p>
            <a:pPr marL="228600" marR="0" lvl="0" indent="-228600" algn="l" defTabSz="342900" rtl="0">
              <a:lnSpc>
                <a:spcPct val="97000"/>
              </a:lnSpc>
              <a:spcBef>
                <a:spcPct val="0"/>
              </a:spcBef>
              <a:spcAft>
                <a:spcPts val="719"/>
              </a:spcAft>
              <a:buFont typeface="Arial"/>
              <a:buChar char="•"/>
              <a:defRPr lang="en-US" sz="2400" b="0" i="0" u="none" strike="noStrike" cap="none" spc="0">
                <a:solidFill>
                  <a:srgbClr val="000000"/>
                </a:solidFill>
                <a:latin typeface="Calibri"/>
                <a:ea typeface="Arial"/>
                <a:cs typeface="Arial"/>
              </a:defRPr>
            </a:pPr>
            <a:r>
              <a:rPr lang="es-ES" sz="2000" b="0" i="0" strike="noStrike" cap="none" baseline="0" dirty="0">
                <a:solidFill>
                  <a:srgbClr val="000000"/>
                </a:solidFill>
                <a:effectLst/>
                <a:latin typeface="Segoe UI Semibold"/>
                <a:ea typeface="Segoe UI Semibold"/>
                <a:cs typeface="Segoe UI Semibold"/>
              </a:rPr>
              <a:t>Manifiesto de implementación:</a:t>
            </a:r>
            <a:r>
              <a:rPr lang="es-ES" sz="2000" b="0" i="0" strike="noStrike" cap="none" baseline="0" dirty="0">
                <a:solidFill>
                  <a:srgbClr val="000000"/>
                </a:solidFill>
                <a:effectLst/>
                <a:latin typeface="Segoe UI"/>
                <a:ea typeface="Segoe UI"/>
                <a:cs typeface="Segoe UI"/>
              </a:rPr>
              <a:t> define el estado en tiempo de ejecución deseado para la imagen, las réplicas, los recursos y la configuración</a:t>
            </a:r>
            <a:endParaRPr sz="2000" b="0" dirty="0">
              <a:latin typeface="Segoe UI"/>
              <a:cs typeface="Segoe UI"/>
            </a:endParaRPr>
          </a:p>
          <a:p>
            <a:pPr marL="228600" marR="0" lvl="0" indent="-228600" algn="l" defTabSz="342900" rtl="0">
              <a:lnSpc>
                <a:spcPct val="97000"/>
              </a:lnSpc>
              <a:spcBef>
                <a:spcPct val="0"/>
              </a:spcBef>
              <a:spcAft>
                <a:spcPts val="719"/>
              </a:spcAft>
              <a:buFont typeface="Arial"/>
              <a:buChar char="•"/>
              <a:defRPr lang="en-US" sz="2400" b="0" i="0" u="none" strike="noStrike" cap="none" spc="0">
                <a:solidFill>
                  <a:srgbClr val="000000"/>
                </a:solidFill>
                <a:latin typeface="Calibri"/>
                <a:ea typeface="Arial"/>
                <a:cs typeface="Arial"/>
              </a:defRPr>
            </a:pPr>
            <a:r>
              <a:rPr lang="es-ES" sz="2000" b="0" i="0" strike="noStrike" cap="none" baseline="0" dirty="0">
                <a:solidFill>
                  <a:srgbClr val="000000"/>
                </a:solidFill>
                <a:effectLst/>
                <a:latin typeface="Segoe UI Semibold"/>
                <a:ea typeface="Segoe UI Semibold"/>
                <a:cs typeface="Segoe UI Semibold"/>
              </a:rPr>
              <a:t>Solicitudes y límites:</a:t>
            </a:r>
            <a:r>
              <a:rPr lang="es-ES" sz="2000" b="0" i="0" strike="noStrike" cap="none" baseline="0" dirty="0">
                <a:solidFill>
                  <a:srgbClr val="000000"/>
                </a:solidFill>
                <a:effectLst/>
                <a:latin typeface="Segoe UI"/>
                <a:ea typeface="Segoe UI"/>
                <a:cs typeface="Segoe UI"/>
              </a:rPr>
              <a:t> controla el comportamiento de programación, la estabilidad y el coste total del clúster</a:t>
            </a:r>
            <a:endParaRPr sz="2000" b="0" dirty="0">
              <a:latin typeface="Segoe UI"/>
              <a:cs typeface="Segoe UI"/>
            </a:endParaRPr>
          </a:p>
          <a:p>
            <a:pPr marL="228600" marR="0" lvl="0" indent="-228600" algn="l" defTabSz="342900" rtl="0">
              <a:lnSpc>
                <a:spcPct val="97000"/>
              </a:lnSpc>
              <a:spcBef>
                <a:spcPct val="0"/>
              </a:spcBef>
              <a:spcAft>
                <a:spcPts val="719"/>
              </a:spcAft>
              <a:buFont typeface="Arial"/>
              <a:buChar char="•"/>
              <a:defRPr lang="en-US" sz="2400" b="0" i="0" u="none" strike="noStrike" cap="none" spc="0">
                <a:solidFill>
                  <a:srgbClr val="000000"/>
                </a:solidFill>
                <a:latin typeface="Calibri"/>
                <a:ea typeface="Arial"/>
                <a:cs typeface="Arial"/>
              </a:defRPr>
            </a:pPr>
            <a:r>
              <a:rPr lang="es-ES" sz="2000" b="0" i="0" strike="noStrike" cap="none" baseline="0" dirty="0">
                <a:solidFill>
                  <a:srgbClr val="000000"/>
                </a:solidFill>
                <a:effectLst/>
                <a:latin typeface="Segoe UI Semibold"/>
                <a:ea typeface="Segoe UI Semibold"/>
                <a:cs typeface="Segoe UI Semibold"/>
              </a:rPr>
              <a:t>Tipo de servicio:</a:t>
            </a:r>
            <a:r>
              <a:rPr lang="es-ES" sz="2000" b="0" i="0" strike="noStrike" cap="none" baseline="0" dirty="0">
                <a:solidFill>
                  <a:srgbClr val="000000"/>
                </a:solidFill>
                <a:effectLst/>
                <a:latin typeface="Segoe UI"/>
                <a:ea typeface="Segoe UI"/>
                <a:cs typeface="Segoe UI"/>
              </a:rPr>
              <a:t> elige primero el ámbito de exposición y, a continuación, asigna puertos correctamente</a:t>
            </a:r>
            <a:endParaRPr sz="2000" b="0" dirty="0">
              <a:latin typeface="Segoe UI"/>
              <a:cs typeface="Segoe UI"/>
            </a:endParaRPr>
          </a:p>
          <a:p>
            <a:pPr marL="228600" marR="0" lvl="0" indent="-228600" algn="l" defTabSz="342900" rtl="0">
              <a:lnSpc>
                <a:spcPct val="97000"/>
              </a:lnSpc>
              <a:spcBef>
                <a:spcPct val="0"/>
              </a:spcBef>
              <a:spcAft>
                <a:spcPts val="719"/>
              </a:spcAft>
              <a:buFont typeface="Arial"/>
              <a:buChar char="•"/>
              <a:defRPr lang="en-US" sz="2400" b="0" i="0" u="none" strike="noStrike" cap="none" spc="0">
                <a:solidFill>
                  <a:srgbClr val="000000"/>
                </a:solidFill>
                <a:latin typeface="Calibri"/>
                <a:ea typeface="Arial"/>
                <a:cs typeface="Arial"/>
              </a:defRPr>
            </a:pPr>
            <a:r>
              <a:rPr lang="es-ES" sz="2000" b="0" i="0" strike="noStrike" cap="none" baseline="0" dirty="0">
                <a:solidFill>
                  <a:srgbClr val="000000"/>
                </a:solidFill>
                <a:effectLst/>
                <a:latin typeface="Segoe UI Semibold"/>
                <a:ea typeface="Segoe UI Semibold"/>
                <a:cs typeface="Segoe UI Semibold"/>
              </a:rPr>
              <a:t>Coincidencia de etiquetas:</a:t>
            </a:r>
            <a:r>
              <a:rPr lang="es-ES" sz="2000" b="0" i="0" strike="noStrike" cap="none" baseline="0" dirty="0">
                <a:solidFill>
                  <a:srgbClr val="000000"/>
                </a:solidFill>
                <a:effectLst/>
                <a:latin typeface="Segoe UI"/>
                <a:ea typeface="Segoe UI"/>
                <a:cs typeface="Segoe UI"/>
              </a:rPr>
              <a:t> vínculo más importante entre un servicio y los </a:t>
            </a:r>
            <a:r>
              <a:rPr lang="es-ES" sz="2000" b="0" i="0" strike="noStrike" cap="none" baseline="0" dirty="0" err="1">
                <a:solidFill>
                  <a:srgbClr val="000000"/>
                </a:solidFill>
                <a:effectLst/>
                <a:latin typeface="Segoe UI"/>
                <a:ea typeface="Segoe UI"/>
                <a:cs typeface="Segoe UI"/>
              </a:rPr>
              <a:t>pods</a:t>
            </a:r>
            <a:r>
              <a:rPr lang="es-ES" sz="2000" b="0" i="0" strike="noStrike" cap="none" baseline="0" dirty="0">
                <a:solidFill>
                  <a:srgbClr val="000000"/>
                </a:solidFill>
                <a:effectLst/>
                <a:latin typeface="Segoe UI"/>
                <a:ea typeface="Segoe UI"/>
                <a:cs typeface="Segoe UI"/>
              </a:rPr>
              <a:t> a los que debe llegar</a:t>
            </a:r>
            <a:endParaRPr sz="2000" b="0" dirty="0">
              <a:latin typeface="Segoe UI"/>
              <a:cs typeface="Segoe UI"/>
            </a:endParaRPr>
          </a:p>
          <a:p>
            <a:pPr marL="228600" marR="0" lvl="0" indent="-228600" algn="l" defTabSz="342900" rtl="0">
              <a:lnSpc>
                <a:spcPct val="97000"/>
              </a:lnSpc>
              <a:spcBef>
                <a:spcPct val="0"/>
              </a:spcBef>
              <a:spcAft>
                <a:spcPts val="719"/>
              </a:spcAft>
              <a:buFont typeface="Arial"/>
              <a:buChar char="•"/>
              <a:defRPr lang="en-US" sz="2400" b="0" i="0" u="none" strike="noStrike" cap="none" spc="0">
                <a:solidFill>
                  <a:srgbClr val="000000"/>
                </a:solidFill>
                <a:latin typeface="Calibri"/>
                <a:ea typeface="Arial"/>
                <a:cs typeface="Arial"/>
              </a:defRPr>
            </a:pPr>
            <a:r>
              <a:rPr lang="es-ES" sz="2000" b="0" i="0" strike="noStrike" cap="none" baseline="0" dirty="0">
                <a:solidFill>
                  <a:srgbClr val="000000"/>
                </a:solidFill>
                <a:effectLst/>
                <a:latin typeface="Segoe UI Semibold"/>
                <a:ea typeface="Segoe UI Semibold"/>
                <a:cs typeface="Segoe UI Semibold"/>
              </a:rPr>
              <a:t>Bucle de comprobación</a:t>
            </a:r>
            <a:r>
              <a:rPr lang="es-ES" sz="2000" b="0" i="0" strike="noStrike" cap="none" baseline="0" dirty="0">
                <a:solidFill>
                  <a:srgbClr val="000000"/>
                </a:solidFill>
                <a:effectLst/>
                <a:latin typeface="Segoe UI"/>
                <a:ea typeface="Segoe UI"/>
                <a:cs typeface="Segoe UI"/>
              </a:rPr>
              <a:t>: comprueba el estado y la exposición y, a continuación, los registros antes de editar manifiestos</a:t>
            </a:r>
            <a:endParaRPr sz="2000" b="0" dirty="0">
              <a:latin typeface="Segoe UI"/>
              <a:cs typeface="Segoe UI"/>
            </a:endParaRPr>
          </a:p>
          <a:p>
            <a:pPr marL="228600" marR="0" indent="-228600" algn="l">
              <a:lnSpc>
                <a:spcPct val="97000"/>
              </a:lnSpc>
              <a:spcBef>
                <a:spcPct val="0"/>
              </a:spcBef>
              <a:spcAft>
                <a:spcPts val="719"/>
              </a:spcAft>
              <a:buFont typeface="Arial"/>
              <a:buChar char="•"/>
              <a:defRPr/>
            </a:pPr>
            <a:r>
              <a:rPr lang="es-ES" sz="2000" b="0" i="0" strike="noStrike" cap="none" baseline="0" dirty="0">
                <a:solidFill>
                  <a:srgbClr val="000000"/>
                </a:solidFill>
                <a:effectLst/>
                <a:latin typeface="Segoe UI Semibold"/>
                <a:ea typeface="Segoe UI Semibold"/>
                <a:cs typeface="Segoe UI Semibold"/>
              </a:rPr>
              <a:t>Señales de solución de problemas:</a:t>
            </a:r>
            <a:r>
              <a:rPr lang="es-ES" sz="2000" b="0" i="0" strike="noStrike" cap="none" baseline="0" dirty="0">
                <a:solidFill>
                  <a:srgbClr val="000000"/>
                </a:solidFill>
                <a:effectLst/>
                <a:latin typeface="Segoe UI"/>
                <a:ea typeface="Segoe UI"/>
                <a:cs typeface="Segoe UI"/>
              </a:rPr>
              <a:t> lee nombres de estado de </a:t>
            </a:r>
            <a:r>
              <a:rPr lang="es-ES" sz="2000" b="0" i="0" strike="noStrike" cap="none" baseline="0" dirty="0" err="1">
                <a:solidFill>
                  <a:srgbClr val="000000"/>
                </a:solidFill>
                <a:effectLst/>
                <a:latin typeface="Segoe UI"/>
                <a:ea typeface="Segoe UI"/>
                <a:cs typeface="Segoe UI"/>
              </a:rPr>
              <a:t>pod</a:t>
            </a:r>
            <a:r>
              <a:rPr lang="es-ES" sz="2000" b="0" i="0" strike="noStrike" cap="none" baseline="0" dirty="0">
                <a:solidFill>
                  <a:srgbClr val="000000"/>
                </a:solidFill>
                <a:effectLst/>
                <a:latin typeface="Segoe UI"/>
                <a:ea typeface="Segoe UI"/>
                <a:cs typeface="Segoe UI"/>
              </a:rPr>
              <a:t> como pistas para el registro, el inicio, la programación o los problemas del selector</a:t>
            </a:r>
            <a:endParaRPr lang="en-US" sz="2000" dirty="0">
              <a:solidFill>
                <a:prstClr val="black"/>
              </a:solidFill>
            </a:endParaRP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88371779" name="Title 3"/>
          <p:cNvSpPr>
            <a:spLocks noGrp="1"/>
          </p:cNvSpPr>
          <p:nvPr>
            <p:ph type="title"/>
          </p:nvPr>
        </p:nvSpPr>
        <p:spPr bwMode="auto">
          <a:xfrm>
            <a:off x="581338" y="1677086"/>
            <a:ext cx="5979482" cy="2824439"/>
          </a:xfrm>
        </p:spPr>
        <p:txBody>
          <a:bodyPr/>
          <a:lstStyle/>
          <a:p>
            <a:pPr>
              <a:defRPr/>
            </a:pPr>
            <a:r>
              <a:rPr lang="es-ES" sz="4100" b="0" i="0" strike="noStrike" cap="none" baseline="0" dirty="0">
                <a:solidFill>
                  <a:srgbClr val="000000"/>
                </a:solidFill>
                <a:effectLst/>
                <a:latin typeface="Segoe UI"/>
                <a:ea typeface="Segoe UI"/>
                <a:cs typeface="Segoe UI"/>
              </a:rPr>
              <a:t>Módulo 2: Configuración de aplicaciones en Azure </a:t>
            </a:r>
            <a:r>
              <a:rPr lang="es-ES" sz="4100" b="0" i="0" strike="noStrike" cap="none" baseline="0" dirty="0" err="1">
                <a:solidFill>
                  <a:srgbClr val="000000"/>
                </a:solidFill>
                <a:effectLst/>
                <a:latin typeface="Segoe UI"/>
                <a:ea typeface="Segoe UI"/>
                <a:cs typeface="Segoe UI"/>
              </a:rPr>
              <a:t>Kubernetes</a:t>
            </a:r>
            <a:r>
              <a:rPr lang="es-ES" sz="4100" b="0" i="0" strike="noStrike" cap="none" baseline="0" dirty="0">
                <a:solidFill>
                  <a:srgbClr val="000000"/>
                </a:solidFill>
                <a:effectLst/>
                <a:latin typeface="Segoe UI"/>
                <a:ea typeface="Segoe UI"/>
                <a:cs typeface="Segoe UI"/>
              </a:rPr>
              <a:t> </a:t>
            </a:r>
            <a:r>
              <a:rPr lang="es-ES" sz="4100" b="0" i="0" strike="noStrike" cap="none" baseline="0" dirty="0" err="1">
                <a:solidFill>
                  <a:srgbClr val="000000"/>
                </a:solidFill>
                <a:effectLst/>
                <a:latin typeface="Segoe UI"/>
                <a:ea typeface="Segoe UI"/>
                <a:cs typeface="Segoe UI"/>
              </a:rPr>
              <a:t>Service</a:t>
            </a:r>
            <a:endParaRPr dirty="0"/>
          </a:p>
          <a:p>
            <a:pPr>
              <a:defRPr/>
            </a:pPr>
            <a:endParaRPr lang="en-US" dirty="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6641368" name="Title 3"/>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Objetivos de aprendizaje</a:t>
            </a:r>
            <a:endParaRPr/>
          </a:p>
        </p:txBody>
      </p:sp>
      <p:sp>
        <p:nvSpPr>
          <p:cNvPr id="1582124862" name="Content Placeholder 2"/>
          <p:cNvSpPr>
            <a:spLocks noGrp="1"/>
          </p:cNvSpPr>
          <p:nvPr>
            <p:ph sz="quarter" idx="10"/>
          </p:nvPr>
        </p:nvSpPr>
        <p:spPr bwMode="auto">
          <a:xfrm>
            <a:off x="457200" y="1235075"/>
            <a:ext cx="10546080" cy="4816475"/>
          </a:xfrm>
        </p:spPr>
        <p:txBody>
          <a:bodyPr vert="horz" lIns="0" tIns="0" rIns="0" bIns="0" rtlCol="0" anchor="t">
            <a:normAutofit/>
          </a:bodyPr>
          <a:lstStyle/>
          <a:p>
            <a:pPr>
              <a:spcAft>
                <a:spcPts val="1079"/>
              </a:spcAft>
              <a:defRPr/>
            </a:pPr>
            <a:r>
              <a:rPr lang="es-ES" sz="2600" b="0" i="0" strike="noStrike" cap="none" baseline="0" dirty="0">
                <a:solidFill>
                  <a:srgbClr val="000000"/>
                </a:solidFill>
                <a:effectLst/>
                <a:latin typeface="Segoe UI"/>
                <a:ea typeface="Segoe UI"/>
                <a:cs typeface="Segoe UI"/>
              </a:rPr>
              <a:t>Explicar cómo externalizar la configuración de aplicaciones con el uso de primitivos de </a:t>
            </a:r>
            <a:r>
              <a:rPr lang="es-ES" sz="2600" b="0" i="0" strike="noStrike" cap="none" baseline="0" dirty="0" err="1">
                <a:solidFill>
                  <a:srgbClr val="000000"/>
                </a:solidFill>
                <a:effectLst/>
                <a:latin typeface="Segoe UI"/>
                <a:ea typeface="Segoe UI"/>
                <a:cs typeface="Segoe UI"/>
              </a:rPr>
              <a:t>Kubernetes</a:t>
            </a:r>
            <a:r>
              <a:rPr lang="es-ES" sz="2600" b="0" i="0" strike="noStrike" cap="none" baseline="0" dirty="0">
                <a:solidFill>
                  <a:srgbClr val="000000"/>
                </a:solidFill>
                <a:effectLst/>
                <a:latin typeface="Segoe UI"/>
                <a:ea typeface="Segoe UI"/>
                <a:cs typeface="Segoe UI"/>
              </a:rPr>
              <a:t>.</a:t>
            </a:r>
            <a:endParaRPr lang="en-US" sz="2600" b="0" i="0" u="none" strike="noStrike" cap="none" spc="0" dirty="0">
              <a:solidFill>
                <a:schemeClr val="tx1"/>
              </a:solidFill>
              <a:latin typeface="Segoe UI"/>
              <a:cs typeface="Segoe UI"/>
            </a:endParaRPr>
          </a:p>
          <a:p>
            <a:pPr>
              <a:spcAft>
                <a:spcPts val="1079"/>
              </a:spcAft>
              <a:defRPr/>
            </a:pPr>
            <a:r>
              <a:rPr lang="es-ES" sz="2600" b="0" i="0" strike="noStrike" cap="none" baseline="0" dirty="0">
                <a:solidFill>
                  <a:srgbClr val="000000"/>
                </a:solidFill>
                <a:effectLst/>
                <a:latin typeface="Segoe UI"/>
                <a:ea typeface="Segoe UI"/>
                <a:cs typeface="Segoe UI"/>
              </a:rPr>
              <a:t>Implementar </a:t>
            </a:r>
            <a:r>
              <a:rPr lang="es-ES" sz="2600" b="0" i="0" strike="noStrike" cap="none" baseline="0" dirty="0" err="1">
                <a:solidFill>
                  <a:srgbClr val="000000"/>
                </a:solidFill>
                <a:effectLst/>
                <a:latin typeface="Segoe UI"/>
                <a:ea typeface="Segoe UI"/>
                <a:cs typeface="Segoe UI"/>
              </a:rPr>
              <a:t>ConfigMaps</a:t>
            </a:r>
            <a:r>
              <a:rPr lang="es-ES" sz="2600" b="0" i="0" strike="noStrike" cap="none" baseline="0" dirty="0">
                <a:solidFill>
                  <a:srgbClr val="000000"/>
                </a:solidFill>
                <a:effectLst/>
                <a:latin typeface="Segoe UI"/>
                <a:ea typeface="Segoe UI"/>
                <a:cs typeface="Segoe UI"/>
              </a:rPr>
              <a:t> e insertar configuración en </a:t>
            </a:r>
            <a:r>
              <a:rPr lang="es-ES" sz="2600" b="0" i="0" strike="noStrike" cap="none" baseline="0" dirty="0" err="1">
                <a:solidFill>
                  <a:srgbClr val="000000"/>
                </a:solidFill>
                <a:effectLst/>
                <a:latin typeface="Segoe UI"/>
                <a:ea typeface="Segoe UI"/>
                <a:cs typeface="Segoe UI"/>
              </a:rPr>
              <a:t>pods</a:t>
            </a:r>
            <a:endParaRPr lang="en-US" sz="2600" b="0" i="0" u="none" strike="noStrike" cap="none" spc="0" dirty="0">
              <a:solidFill>
                <a:schemeClr val="tx1"/>
              </a:solidFill>
              <a:latin typeface="Segoe UI"/>
              <a:cs typeface="Segoe UI"/>
            </a:endParaRPr>
          </a:p>
          <a:p>
            <a:pPr>
              <a:spcAft>
                <a:spcPts val="1079"/>
              </a:spcAft>
              <a:defRPr/>
            </a:pPr>
            <a:r>
              <a:rPr lang="es-ES" sz="2600" b="0" i="0" strike="noStrike" cap="none" baseline="0" dirty="0">
                <a:solidFill>
                  <a:srgbClr val="000000"/>
                </a:solidFill>
                <a:effectLst/>
                <a:latin typeface="Segoe UI"/>
                <a:ea typeface="Segoe UI"/>
                <a:cs typeface="Segoe UI"/>
              </a:rPr>
              <a:t>Implementar secretos y consumir valores confidenciales de forma segura</a:t>
            </a:r>
            <a:endParaRPr lang="en-US" sz="2600" b="0" i="0" u="none" strike="noStrike" cap="none" spc="0" dirty="0">
              <a:solidFill>
                <a:schemeClr val="tx1"/>
              </a:solidFill>
              <a:latin typeface="Segoe UI"/>
              <a:cs typeface="Segoe UI"/>
            </a:endParaRPr>
          </a:p>
          <a:p>
            <a:pPr>
              <a:spcAft>
                <a:spcPts val="1079"/>
              </a:spcAft>
              <a:defRPr/>
            </a:pPr>
            <a:r>
              <a:rPr lang="es-ES" sz="2600" b="0" i="0" strike="noStrike" cap="none" baseline="0" dirty="0">
                <a:solidFill>
                  <a:srgbClr val="000000"/>
                </a:solidFill>
                <a:effectLst/>
                <a:latin typeface="Segoe UI"/>
                <a:ea typeface="Segoe UI"/>
                <a:cs typeface="Segoe UI"/>
              </a:rPr>
              <a:t>Adjuntar almacenamiento persistente con el uso de </a:t>
            </a:r>
            <a:r>
              <a:rPr lang="es-ES" sz="2600" b="0" i="0" strike="noStrike" cap="none" baseline="0" dirty="0" err="1">
                <a:solidFill>
                  <a:srgbClr val="000000"/>
                </a:solidFill>
                <a:effectLst/>
                <a:latin typeface="Segoe UI"/>
                <a:ea typeface="Segoe UI"/>
                <a:cs typeface="Segoe UI"/>
              </a:rPr>
              <a:t>PersistentVolume</a:t>
            </a:r>
            <a:r>
              <a:rPr lang="es-ES" sz="2600" b="0" i="0" strike="noStrike" cap="none" baseline="0" dirty="0">
                <a:solidFill>
                  <a:srgbClr val="000000"/>
                </a:solidFill>
                <a:effectLst/>
                <a:latin typeface="Segoe UI"/>
                <a:ea typeface="Segoe UI"/>
                <a:cs typeface="Segoe UI"/>
              </a:rPr>
              <a:t> y </a:t>
            </a:r>
            <a:r>
              <a:rPr lang="es-ES" sz="2600" b="0" i="0" strike="noStrike" cap="none" baseline="0" dirty="0" err="1">
                <a:solidFill>
                  <a:srgbClr val="000000"/>
                </a:solidFill>
                <a:effectLst/>
                <a:latin typeface="Segoe UI"/>
                <a:ea typeface="Segoe UI"/>
                <a:cs typeface="Segoe UI"/>
              </a:rPr>
              <a:t>PersistentVolumeClaim</a:t>
            </a:r>
            <a:endParaRPr dirty="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11181023" name="Title 2"/>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Introducción</a:t>
            </a:r>
            <a:endParaRPr/>
          </a:p>
        </p:txBody>
      </p:sp>
      <p:sp>
        <p:nvSpPr>
          <p:cNvPr id="2107804126" name="Content Placeholder 3"/>
          <p:cNvSpPr>
            <a:spLocks noGrp="1"/>
          </p:cNvSpPr>
          <p:nvPr>
            <p:ph sz="quarter" idx="10"/>
          </p:nvPr>
        </p:nvSpPr>
        <p:spPr bwMode="auto">
          <a:xfrm>
            <a:off x="457200" y="1235073"/>
            <a:ext cx="10828020" cy="4816473"/>
          </a:xfrm>
        </p:spPr>
        <p:txBody>
          <a:bodyPr vert="horz" lIns="0" tIns="0" rIns="0" bIns="0" rtlCol="0" anchor="t">
            <a:normAutofit/>
          </a:bodyPr>
          <a:lstStyle/>
          <a:p>
            <a:pPr>
              <a:spcAft>
                <a:spcPts val="719"/>
              </a:spcAft>
              <a:defRPr/>
            </a:pPr>
            <a:r>
              <a:rPr lang="es-ES" sz="2000" b="0" i="0" strike="noStrike" cap="none" baseline="0" dirty="0">
                <a:solidFill>
                  <a:srgbClr val="000000"/>
                </a:solidFill>
                <a:effectLst/>
                <a:latin typeface="Segoe UI"/>
                <a:ea typeface="Segoe UI"/>
                <a:cs typeface="Segoe UI"/>
              </a:rPr>
              <a:t>Externaliza la configuración para que los contenedores permanezcan portátiles entre entornos</a:t>
            </a:r>
            <a:endParaRPr lang="en-US" sz="2000" b="0" i="0" u="none" strike="noStrike" cap="none" spc="0" dirty="0">
              <a:solidFill>
                <a:schemeClr val="tx1"/>
              </a:solidFill>
              <a:latin typeface="Segoe UI"/>
              <a:cs typeface="Segoe UI"/>
            </a:endParaRPr>
          </a:p>
          <a:p>
            <a:pPr>
              <a:spcAft>
                <a:spcPts val="719"/>
              </a:spcAft>
              <a:defRPr/>
            </a:pPr>
            <a:r>
              <a:rPr lang="es-ES" sz="2000" b="0" i="0" strike="noStrike" cap="none" baseline="0" dirty="0">
                <a:solidFill>
                  <a:srgbClr val="000000"/>
                </a:solidFill>
                <a:effectLst/>
                <a:latin typeface="Segoe UI"/>
                <a:ea typeface="Segoe UI"/>
                <a:cs typeface="Segoe UI"/>
              </a:rPr>
              <a:t>Los </a:t>
            </a:r>
            <a:r>
              <a:rPr lang="es-ES" sz="2000" b="0" i="0" strike="noStrike" cap="none" baseline="0" dirty="0" err="1">
                <a:solidFill>
                  <a:srgbClr val="000000"/>
                </a:solidFill>
                <a:effectLst/>
                <a:latin typeface="Segoe UI"/>
                <a:ea typeface="Segoe UI"/>
                <a:cs typeface="Segoe UI"/>
              </a:rPr>
              <a:t>ConfigMaps</a:t>
            </a:r>
            <a:r>
              <a:rPr lang="es-ES" sz="2000" b="0" i="0" strike="noStrike" cap="none" baseline="0" dirty="0">
                <a:solidFill>
                  <a:srgbClr val="000000"/>
                </a:solidFill>
                <a:effectLst/>
                <a:latin typeface="Segoe UI"/>
                <a:ea typeface="Segoe UI"/>
                <a:cs typeface="Segoe UI"/>
              </a:rPr>
              <a:t> almacenan marcas de características, puntos de conexión y valores no confidenciales</a:t>
            </a:r>
            <a:endParaRPr lang="en-US" sz="2000" b="0" i="0" u="none" strike="noStrike" cap="none" spc="0" dirty="0">
              <a:solidFill>
                <a:schemeClr val="tx1"/>
              </a:solidFill>
              <a:latin typeface="Segoe UI"/>
              <a:cs typeface="Segoe UI"/>
            </a:endParaRPr>
          </a:p>
          <a:p>
            <a:pPr>
              <a:spcAft>
                <a:spcPts val="719"/>
              </a:spcAft>
              <a:defRPr/>
            </a:pPr>
            <a:r>
              <a:rPr lang="es-ES" sz="2000" b="0" i="0" strike="noStrike" cap="none" baseline="0" dirty="0">
                <a:solidFill>
                  <a:srgbClr val="000000"/>
                </a:solidFill>
                <a:effectLst/>
                <a:latin typeface="Segoe UI"/>
                <a:ea typeface="Segoe UI"/>
                <a:cs typeface="Segoe UI"/>
              </a:rPr>
              <a:t>Los secretos protegen claves de API, cadenas de conexión y credenciales</a:t>
            </a:r>
            <a:endParaRPr lang="en-US" sz="2000" b="0" i="0" u="none" strike="noStrike" cap="none" spc="0" dirty="0">
              <a:solidFill>
                <a:schemeClr val="tx1"/>
              </a:solidFill>
              <a:latin typeface="Segoe UI"/>
              <a:cs typeface="Segoe UI"/>
            </a:endParaRPr>
          </a:p>
          <a:p>
            <a:pPr>
              <a:spcAft>
                <a:spcPts val="719"/>
              </a:spcAft>
              <a:defRPr/>
            </a:pPr>
            <a:r>
              <a:rPr lang="es-ES" sz="2000" b="0" i="0" strike="noStrike" cap="none" baseline="0" dirty="0">
                <a:solidFill>
                  <a:srgbClr val="000000"/>
                </a:solidFill>
                <a:effectLst/>
                <a:latin typeface="Segoe UI"/>
                <a:ea typeface="Segoe UI"/>
                <a:cs typeface="Segoe UI"/>
              </a:rPr>
              <a:t>Los PVC proporcionan almacenamiento duradero que sobrevive a los reinicios del </a:t>
            </a:r>
            <a:r>
              <a:rPr lang="es-ES" sz="2000" b="0" i="0" strike="noStrike" cap="none" baseline="0" dirty="0" err="1">
                <a:solidFill>
                  <a:srgbClr val="000000"/>
                </a:solidFill>
                <a:effectLst/>
                <a:latin typeface="Segoe UI"/>
                <a:ea typeface="Segoe UI"/>
                <a:cs typeface="Segoe UI"/>
              </a:rPr>
              <a:t>pod</a:t>
            </a:r>
            <a:endParaRPr lang="en-US" sz="2000" b="0" i="0" u="none" strike="noStrike" cap="none" spc="0" dirty="0">
              <a:solidFill>
                <a:schemeClr val="tx1"/>
              </a:solidFill>
              <a:latin typeface="Segoe UI"/>
              <a:cs typeface="Segoe UI"/>
            </a:endParaRPr>
          </a:p>
          <a:p>
            <a:pPr>
              <a:spcAft>
                <a:spcPts val="719"/>
              </a:spcAft>
              <a:defRPr/>
            </a:pPr>
            <a:r>
              <a:rPr lang="es-ES" sz="2000" b="0" i="0" strike="noStrike" cap="none" baseline="0" dirty="0">
                <a:solidFill>
                  <a:srgbClr val="000000"/>
                </a:solidFill>
                <a:effectLst/>
                <a:latin typeface="Segoe UI"/>
                <a:ea typeface="Segoe UI"/>
                <a:cs typeface="Segoe UI"/>
              </a:rPr>
              <a:t>Las integraciones de Azure agregan Key </a:t>
            </a:r>
            <a:r>
              <a:rPr lang="es-ES" sz="2000" b="0" i="0" strike="noStrike" cap="none" baseline="0" dirty="0" err="1">
                <a:solidFill>
                  <a:srgbClr val="000000"/>
                </a:solidFill>
                <a:effectLst/>
                <a:latin typeface="Segoe UI"/>
                <a:ea typeface="Segoe UI"/>
                <a:cs typeface="Segoe UI"/>
              </a:rPr>
              <a:t>Vault</a:t>
            </a:r>
            <a:r>
              <a:rPr lang="es-ES" sz="2000" b="0" i="0" strike="noStrike" cap="none" baseline="0" dirty="0">
                <a:solidFill>
                  <a:srgbClr val="000000"/>
                </a:solidFill>
                <a:effectLst/>
                <a:latin typeface="Segoe UI"/>
                <a:ea typeface="Segoe UI"/>
                <a:cs typeface="Segoe UI"/>
              </a:rPr>
              <a:t>, App </a:t>
            </a:r>
            <a:r>
              <a:rPr lang="es-ES" sz="2000" b="0" i="0" strike="noStrike" cap="none" baseline="0" dirty="0" err="1">
                <a:solidFill>
                  <a:srgbClr val="000000"/>
                </a:solidFill>
                <a:effectLst/>
                <a:latin typeface="Segoe UI"/>
                <a:ea typeface="Segoe UI"/>
                <a:cs typeface="Segoe UI"/>
              </a:rPr>
              <a:t>Configuration</a:t>
            </a:r>
            <a:r>
              <a:rPr lang="es-ES" sz="2000" b="0" i="0" strike="noStrike" cap="none" baseline="0" dirty="0">
                <a:solidFill>
                  <a:srgbClr val="000000"/>
                </a:solidFill>
                <a:effectLst/>
                <a:latin typeface="Segoe UI"/>
                <a:ea typeface="Segoe UI"/>
                <a:cs typeface="Segoe UI"/>
              </a:rPr>
              <a:t> y discos administrados</a:t>
            </a:r>
            <a:endParaRPr lang="en-US" sz="2000" b="0" i="0" u="none" strike="noStrike" cap="none" spc="0" dirty="0">
              <a:solidFill>
                <a:schemeClr val="tx1"/>
              </a:solidFill>
              <a:latin typeface="Segoe UI"/>
              <a:cs typeface="Segoe UI"/>
            </a:endParaRPr>
          </a:p>
          <a:p>
            <a:pPr marL="228600" marR="0" indent="-228600" algn="l">
              <a:lnSpc>
                <a:spcPct val="100000"/>
              </a:lnSpc>
              <a:spcBef>
                <a:spcPct val="0"/>
              </a:spcBef>
              <a:spcAft>
                <a:spcPts val="719"/>
              </a:spcAft>
              <a:buFont typeface="Arial"/>
              <a:buChar char="•"/>
              <a:defRPr/>
            </a:pPr>
            <a:r>
              <a:rPr lang="es-ES" sz="2000" b="0" i="0" strike="noStrike" cap="none" baseline="0" dirty="0" err="1">
                <a:solidFill>
                  <a:srgbClr val="000000"/>
                </a:solidFill>
                <a:effectLst/>
                <a:latin typeface="Segoe UI"/>
                <a:ea typeface="Segoe UI"/>
                <a:cs typeface="Segoe UI"/>
              </a:rPr>
              <a:t>kubectl</a:t>
            </a:r>
            <a:r>
              <a:rPr lang="es-ES" sz="2000" b="0" i="0" strike="noStrike" cap="none" baseline="0" dirty="0">
                <a:solidFill>
                  <a:srgbClr val="000000"/>
                </a:solidFill>
                <a:effectLst/>
                <a:latin typeface="Segoe UI"/>
                <a:ea typeface="Segoe UI"/>
                <a:cs typeface="Segoe UI"/>
              </a:rPr>
              <a:t> comprueba que los </a:t>
            </a:r>
            <a:r>
              <a:rPr lang="es-ES" sz="2000" b="0" i="0" strike="noStrike" cap="none" baseline="0" dirty="0" err="1">
                <a:solidFill>
                  <a:srgbClr val="000000"/>
                </a:solidFill>
                <a:effectLst/>
                <a:latin typeface="Segoe UI"/>
                <a:ea typeface="Segoe UI"/>
                <a:cs typeface="Segoe UI"/>
              </a:rPr>
              <a:t>pods</a:t>
            </a:r>
            <a:r>
              <a:rPr lang="es-ES" sz="2000" b="0" i="0" strike="noStrike" cap="none" baseline="0" dirty="0">
                <a:solidFill>
                  <a:srgbClr val="000000"/>
                </a:solidFill>
                <a:effectLst/>
                <a:latin typeface="Segoe UI"/>
                <a:ea typeface="Segoe UI"/>
                <a:cs typeface="Segoe UI"/>
              </a:rPr>
              <a:t> reciben la configuración correcta</a:t>
            </a:r>
            <a:endParaRPr lang="en-US" sz="2000" b="0" i="0" u="none" strike="noStrike" cap="none" spc="0" dirty="0">
              <a:solidFill>
                <a:schemeClr val="tx1"/>
              </a:solidFill>
              <a:latin typeface="Segoe UI"/>
              <a:cs typeface="Segoe UI"/>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77878498"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Definición de ConfigMaps para la configuración de la aplicación</a:t>
            </a:r>
            <a:endParaRPr lang="en-US"/>
          </a:p>
        </p:txBody>
      </p:sp>
      <p:sp>
        <p:nvSpPr>
          <p:cNvPr id="605297793" name="Content Placeholder 2"/>
          <p:cNvSpPr>
            <a:spLocks noGrp="1"/>
          </p:cNvSpPr>
          <p:nvPr>
            <p:ph sz="quarter" idx="10"/>
          </p:nvPr>
        </p:nvSpPr>
        <p:spPr bwMode="auto">
          <a:xfrm>
            <a:off x="457200" y="1224915"/>
            <a:ext cx="4808220" cy="5107305"/>
          </a:xfrm>
        </p:spPr>
        <p:txBody>
          <a:bodyPr vert="horz" wrap="square" lIns="45720" tIns="0" rIns="0" bIns="0" rtlCol="0" anchor="t">
            <a:noAutofit/>
          </a:bodyPr>
          <a:lstStyle/>
          <a:p>
            <a:pPr marL="0" indent="0">
              <a:spcAft>
                <a:spcPts val="359"/>
              </a:spcAft>
              <a:buFont typeface="Arial"/>
              <a:buNone/>
              <a:defRPr/>
            </a:pPr>
            <a:r>
              <a:rPr lang="es-ES" sz="2000" b="0" i="0" strike="noStrike" cap="none" baseline="0" dirty="0">
                <a:solidFill>
                  <a:srgbClr val="000000"/>
                </a:solidFill>
                <a:effectLst/>
                <a:latin typeface="Segoe UI Semibold"/>
                <a:ea typeface="Segoe UI Semibold"/>
                <a:cs typeface="Segoe UI Semibold"/>
              </a:rPr>
              <a:t>Configuración del par clave-valor</a:t>
            </a:r>
            <a:endParaRPr lang="en-US" sz="1800" b="0" i="0" u="none" strike="noStrike" cap="none" spc="0" dirty="0">
              <a:solidFill>
                <a:schemeClr val="tx1"/>
              </a:solidFill>
              <a:latin typeface="Segoe UI"/>
              <a:cs typeface="Segoe UI"/>
            </a:endParaRPr>
          </a:p>
          <a:p>
            <a:pPr>
              <a:spcAft>
                <a:spcPts val="359"/>
              </a:spcAft>
              <a:defRPr/>
            </a:pPr>
            <a:r>
              <a:rPr lang="es-ES" sz="1800" b="0" i="0" strike="noStrike" cap="none" baseline="0" dirty="0">
                <a:solidFill>
                  <a:srgbClr val="000000"/>
                </a:solidFill>
                <a:effectLst/>
                <a:latin typeface="Segoe UI"/>
                <a:ea typeface="Segoe UI"/>
                <a:cs typeface="Segoe UI"/>
              </a:rPr>
              <a:t>Configuración no confidencial almacenada como pares de cadenas, hasta 1 MiB</a:t>
            </a:r>
            <a:endParaRPr lang="en-US" sz="1800" b="0" i="0" u="none" strike="noStrike" cap="none" spc="0" dirty="0">
              <a:solidFill>
                <a:schemeClr val="tx1"/>
              </a:solidFill>
              <a:latin typeface="Segoe UI"/>
              <a:cs typeface="Segoe UI"/>
            </a:endParaRPr>
          </a:p>
          <a:p>
            <a:pPr>
              <a:spcAft>
                <a:spcPts val="359"/>
              </a:spcAft>
              <a:defRPr/>
            </a:pPr>
            <a:r>
              <a:rPr lang="es-ES" sz="1800" b="0" i="0" strike="noStrike" cap="none" baseline="0" dirty="0">
                <a:solidFill>
                  <a:srgbClr val="000000"/>
                </a:solidFill>
                <a:effectLst/>
                <a:latin typeface="Segoe UI"/>
                <a:ea typeface="Segoe UI"/>
                <a:cs typeface="Segoe UI"/>
              </a:rPr>
              <a:t>Actualización sin </a:t>
            </a:r>
            <a:r>
              <a:rPr lang="es-ES" sz="1800" b="0" i="0" strike="noStrike" cap="none" baseline="0" dirty="0" err="1">
                <a:solidFill>
                  <a:srgbClr val="000000"/>
                </a:solidFill>
                <a:effectLst/>
                <a:latin typeface="Segoe UI"/>
                <a:ea typeface="Segoe UI"/>
                <a:cs typeface="Segoe UI"/>
              </a:rPr>
              <a:t>recompilación</a:t>
            </a:r>
            <a:r>
              <a:rPr lang="es-ES" sz="1800" b="0" i="0" strike="noStrike" cap="none" baseline="0" dirty="0">
                <a:solidFill>
                  <a:srgbClr val="000000"/>
                </a:solidFill>
                <a:effectLst/>
                <a:latin typeface="Segoe UI"/>
                <a:ea typeface="Segoe UI"/>
                <a:cs typeface="Segoe UI"/>
              </a:rPr>
              <a:t> de contenedores</a:t>
            </a:r>
            <a:endParaRPr lang="en-US" sz="1800" b="0" i="0" u="none" strike="noStrike" cap="none" spc="0" dirty="0">
              <a:solidFill>
                <a:schemeClr val="tx1"/>
              </a:solidFill>
              <a:latin typeface="Segoe UI"/>
              <a:cs typeface="Segoe UI"/>
            </a:endParaRPr>
          </a:p>
          <a:p>
            <a:pPr marL="0" marR="0" indent="0" algn="l">
              <a:lnSpc>
                <a:spcPct val="100000"/>
              </a:lnSpc>
              <a:spcBef>
                <a:spcPts val="719"/>
              </a:spcBef>
              <a:spcAft>
                <a:spcPts val="359"/>
              </a:spcAft>
              <a:buFont typeface="Arial"/>
              <a:buNone/>
              <a:defRPr/>
            </a:pPr>
            <a:r>
              <a:rPr lang="es-ES" sz="2000" b="0" i="0" strike="noStrike" cap="none" baseline="0" dirty="0">
                <a:solidFill>
                  <a:srgbClr val="000000"/>
                </a:solidFill>
                <a:effectLst/>
                <a:latin typeface="Segoe UI Semibold"/>
                <a:ea typeface="Segoe UI Semibold"/>
                <a:cs typeface="Segoe UI Semibold"/>
              </a:rPr>
              <a:t>Patrones de consumo</a:t>
            </a:r>
            <a:endParaRPr lang="en-US" sz="1800" b="0" i="0" u="none" strike="noStrike" cap="none" spc="0" dirty="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1800" b="0" i="0" strike="noStrike" cap="none" baseline="0" dirty="0">
                <a:solidFill>
                  <a:srgbClr val="000000"/>
                </a:solidFill>
                <a:effectLst/>
                <a:latin typeface="Segoe UI"/>
                <a:ea typeface="Segoe UI"/>
                <a:cs typeface="Segoe UI"/>
              </a:rPr>
              <a:t>Variables de entorno a través de </a:t>
            </a:r>
            <a:r>
              <a:rPr lang="es-ES" sz="1800" b="0" i="0" strike="noStrike" cap="none" baseline="0" dirty="0" err="1">
                <a:solidFill>
                  <a:srgbClr val="000000"/>
                </a:solidFill>
                <a:effectLst/>
                <a:latin typeface="Segoe UI"/>
                <a:ea typeface="Segoe UI"/>
                <a:cs typeface="Segoe UI"/>
              </a:rPr>
              <a:t>configMapKeyRef</a:t>
            </a:r>
            <a:endParaRPr lang="en-US" sz="1800" b="0" i="0" u="none" strike="noStrike" cap="none" spc="0" dirty="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1800" b="0" i="0" strike="noStrike" cap="none" baseline="0" dirty="0">
                <a:solidFill>
                  <a:srgbClr val="000000"/>
                </a:solidFill>
                <a:effectLst/>
                <a:latin typeface="Segoe UI"/>
                <a:ea typeface="Segoe UI"/>
                <a:cs typeface="Segoe UI"/>
              </a:rPr>
              <a:t>Montajes de volumen para la configuración basada en archivos y actualización automática en la sincronización</a:t>
            </a:r>
            <a:endParaRPr lang="en-US" sz="1800" b="0" i="0" u="none" strike="noStrike" cap="none" spc="0" dirty="0">
              <a:solidFill>
                <a:schemeClr val="tx1"/>
              </a:solidFill>
              <a:latin typeface="Segoe UI"/>
              <a:cs typeface="Segoe UI"/>
            </a:endParaRPr>
          </a:p>
          <a:p>
            <a:pPr marL="0" marR="0" indent="0" algn="l">
              <a:lnSpc>
                <a:spcPct val="100000"/>
              </a:lnSpc>
              <a:spcBef>
                <a:spcPts val="719"/>
              </a:spcBef>
              <a:spcAft>
                <a:spcPts val="359"/>
              </a:spcAft>
              <a:buFont typeface="Arial"/>
              <a:buNone/>
              <a:defRPr/>
            </a:pPr>
            <a:r>
              <a:rPr lang="es-ES" sz="2000" b="0" i="0" strike="noStrike" cap="none" baseline="0" dirty="0">
                <a:solidFill>
                  <a:srgbClr val="000000"/>
                </a:solidFill>
                <a:effectLst/>
                <a:latin typeface="Segoe UI Semibold"/>
                <a:ea typeface="Segoe UI Semibold"/>
                <a:cs typeface="Segoe UI Semibold"/>
              </a:rPr>
              <a:t>Opción inmutable</a:t>
            </a:r>
            <a:endParaRPr lang="en-US" sz="1800" b="0" i="0" u="none" strike="noStrike" cap="none" spc="0" dirty="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1800" b="0" i="0" strike="noStrike" cap="none" baseline="0" dirty="0">
                <a:solidFill>
                  <a:srgbClr val="000000"/>
                </a:solidFill>
                <a:effectLst/>
                <a:latin typeface="Segoe UI"/>
                <a:ea typeface="Segoe UI"/>
                <a:cs typeface="Segoe UI"/>
              </a:rPr>
              <a:t>Evita cambios y reduce la carga del servidor de API</a:t>
            </a:r>
            <a:endParaRPr lang="en-US" sz="1800" b="0" i="0" u="none" strike="noStrike" cap="none" spc="0" dirty="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1800" b="0" i="0" strike="noStrike" cap="none" baseline="0" dirty="0">
                <a:solidFill>
                  <a:srgbClr val="000000"/>
                </a:solidFill>
                <a:effectLst/>
                <a:latin typeface="Segoe UI"/>
                <a:ea typeface="Segoe UI"/>
                <a:cs typeface="Segoe UI"/>
              </a:rPr>
              <a:t>Requiere eliminar y volver a crear para modificar</a:t>
            </a:r>
            <a:endParaRPr dirty="0"/>
          </a:p>
        </p:txBody>
      </p:sp>
      <p:sp>
        <p:nvSpPr>
          <p:cNvPr id="71126671" name="Content Placeholder 2"/>
          <p:cNvSpPr>
            <a:spLocks noGrp="1"/>
          </p:cNvSpPr>
          <p:nvPr/>
        </p:nvSpPr>
        <p:spPr bwMode="auto">
          <a:xfrm>
            <a:off x="5895974" y="1293971"/>
            <a:ext cx="3773806" cy="3331369"/>
          </a:xfrm>
        </p:spPr>
        <p:txBody>
          <a:bodyPr vert="horz" wrap="square" lIns="45720" tIns="0" rIns="0" bIns="0" rtlCol="0" anchor="t">
            <a:noAutofit/>
          </a:bodyPr>
          <a:lst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4" indent="-234949"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2" algn="l" defTabSz="914400" rtl="0">
              <a:lnSpc>
                <a:spcPct val="100000"/>
              </a:lnSpc>
              <a:spcBef>
                <a:spcPct val="0"/>
              </a:spcBef>
              <a:buFont typeface="Arial"/>
              <a:buChar char="•"/>
              <a:defRPr sz="2000">
                <a:solidFill>
                  <a:schemeClr val="tx1"/>
                </a:solidFill>
                <a:latin typeface="Segoe UI"/>
                <a:ea typeface="+mn-ea"/>
                <a:cs typeface="Segoe UI"/>
              </a:defRPr>
            </a:lvl3pPr>
            <a:lvl4pPr marL="1141412" indent="-169861" algn="l" defTabSz="914400" rtl="0">
              <a:lnSpc>
                <a:spcPct val="100000"/>
              </a:lnSpc>
              <a:spcBef>
                <a:spcPct val="0"/>
              </a:spcBef>
              <a:buFont typeface="Arial"/>
              <a:buChar char="•"/>
              <a:defRPr sz="1800">
                <a:solidFill>
                  <a:schemeClr val="tx1"/>
                </a:solidFill>
                <a:latin typeface="Segoe UI"/>
                <a:ea typeface="+mn-ea"/>
                <a:cs typeface="Segoe UI"/>
              </a:defRPr>
            </a:lvl4pPr>
            <a:lvl5pPr marL="1376361" indent="-179387" algn="l" defTabSz="914400" rtl="0">
              <a:lnSpc>
                <a:spcPct val="100000"/>
              </a:lnSpc>
              <a:spcBef>
                <a:spcPct val="0"/>
              </a:spcBef>
              <a:buFont typeface="Arial"/>
              <a:buChar char="•"/>
              <a:defRPr sz="1800">
                <a:solidFill>
                  <a:schemeClr val="tx1"/>
                </a:solidFill>
                <a:latin typeface="Segoe UI"/>
                <a:ea typeface="+mn-ea"/>
                <a:cs typeface="Segoe UI"/>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indent="0">
              <a:spcAft>
                <a:spcPts val="215"/>
              </a:spcAft>
              <a:buFont typeface="Arial"/>
              <a:buNone/>
              <a:defRPr/>
            </a:pPr>
            <a:r>
              <a:rPr lang="es-ES" sz="1800" b="0" i="0" strike="noStrike" cap="none" baseline="0" dirty="0" err="1">
                <a:solidFill>
                  <a:srgbClr val="800000"/>
                </a:solidFill>
                <a:effectLst/>
                <a:latin typeface="Consolas"/>
                <a:ea typeface="Consolas"/>
                <a:cs typeface="Consolas"/>
              </a:rPr>
              <a:t>apiVersion</a:t>
            </a:r>
            <a:r>
              <a:rPr lang="es-ES" sz="1800" b="0" i="0" strike="noStrike" cap="none" baseline="0" dirty="0">
                <a:solidFill>
                  <a:srgbClr val="000000"/>
                </a:solidFill>
                <a:effectLst/>
                <a:latin typeface="Consolas"/>
                <a:ea typeface="Consolas"/>
                <a:cs typeface="Consolas"/>
              </a:rPr>
              <a:t>: </a:t>
            </a:r>
            <a:r>
              <a:rPr lang="es-ES" sz="1800" b="0" i="0" strike="noStrike" cap="none" baseline="0" dirty="0">
                <a:solidFill>
                  <a:srgbClr val="0000FF"/>
                </a:solidFill>
                <a:effectLst/>
                <a:latin typeface="Consolas"/>
                <a:ea typeface="Consolas"/>
                <a:cs typeface="Consolas"/>
              </a:rPr>
              <a:t>v1</a:t>
            </a:r>
            <a:endParaRPr sz="7200" dirty="0"/>
          </a:p>
          <a:p>
            <a:pPr marL="0" indent="0">
              <a:spcAft>
                <a:spcPts val="215"/>
              </a:spcAft>
              <a:buFont typeface="Arial"/>
              <a:buNone/>
              <a:defRPr/>
            </a:pPr>
            <a:r>
              <a:rPr lang="es-ES" sz="1800" b="0" i="0" strike="noStrike" cap="none" baseline="0" dirty="0" err="1">
                <a:solidFill>
                  <a:srgbClr val="800000"/>
                </a:solidFill>
                <a:effectLst/>
                <a:latin typeface="Consolas"/>
                <a:ea typeface="Consolas"/>
                <a:cs typeface="Consolas"/>
              </a:rPr>
              <a:t>kind</a:t>
            </a:r>
            <a:r>
              <a:rPr lang="es-ES" sz="1800" b="0" i="0" strike="noStrike" cap="none" baseline="0" dirty="0">
                <a:solidFill>
                  <a:srgbClr val="000000"/>
                </a:solidFill>
                <a:effectLst/>
                <a:latin typeface="Consolas"/>
                <a:ea typeface="Consolas"/>
                <a:cs typeface="Consolas"/>
              </a:rPr>
              <a:t>: </a:t>
            </a:r>
            <a:r>
              <a:rPr lang="es-ES" sz="1800" b="0" i="0" strike="noStrike" cap="none" baseline="0" dirty="0" err="1">
                <a:solidFill>
                  <a:srgbClr val="0000FF"/>
                </a:solidFill>
                <a:effectLst/>
                <a:latin typeface="Consolas"/>
                <a:ea typeface="Consolas"/>
                <a:cs typeface="Consolas"/>
              </a:rPr>
              <a:t>ConfigMap</a:t>
            </a:r>
            <a:endParaRPr sz="7200" dirty="0"/>
          </a:p>
          <a:p>
            <a:pPr marL="0" indent="0">
              <a:spcAft>
                <a:spcPts val="215"/>
              </a:spcAft>
              <a:buFont typeface="Arial"/>
              <a:buNone/>
              <a:defRPr/>
            </a:pPr>
            <a:r>
              <a:rPr lang="es-ES" sz="1800" b="0" i="0" strike="noStrike" cap="none" baseline="0" dirty="0" err="1">
                <a:solidFill>
                  <a:srgbClr val="800000"/>
                </a:solidFill>
                <a:effectLst/>
                <a:latin typeface="Consolas"/>
                <a:ea typeface="Consolas"/>
                <a:cs typeface="Consolas"/>
              </a:rPr>
              <a:t>metadata</a:t>
            </a:r>
            <a:r>
              <a:rPr lang="es-ES" sz="1800" b="0" i="0" strike="noStrike" cap="none" baseline="0" dirty="0">
                <a:solidFill>
                  <a:srgbClr val="000000"/>
                </a:solidFill>
                <a:effectLst/>
                <a:latin typeface="Consolas"/>
                <a:ea typeface="Consolas"/>
                <a:cs typeface="Consolas"/>
              </a:rPr>
              <a:t>:</a:t>
            </a:r>
            <a:endParaRPr sz="7200" dirty="0"/>
          </a:p>
          <a:p>
            <a:pPr marL="0" indent="0">
              <a:spcAft>
                <a:spcPts val="215"/>
              </a:spcAft>
              <a:buFont typeface="Arial"/>
              <a:buNone/>
              <a:defRPr/>
            </a:pPr>
            <a:r>
              <a:rPr lang="es-ES" sz="1800" b="0" i="0" strike="noStrike" cap="none" baseline="0" dirty="0">
                <a:solidFill>
                  <a:srgbClr val="000000"/>
                </a:solidFill>
                <a:effectLst/>
                <a:latin typeface="Consolas"/>
                <a:ea typeface="Consolas"/>
                <a:cs typeface="Consolas"/>
              </a:rPr>
              <a:t> </a:t>
            </a:r>
            <a:r>
              <a:rPr lang="es-ES" sz="1800" b="0" i="0" strike="noStrike" cap="none" baseline="0" dirty="0" err="1">
                <a:solidFill>
                  <a:srgbClr val="800000"/>
                </a:solidFill>
                <a:effectLst/>
                <a:latin typeface="Consolas"/>
                <a:ea typeface="Consolas"/>
                <a:cs typeface="Consolas"/>
              </a:rPr>
              <a:t>name</a:t>
            </a:r>
            <a:r>
              <a:rPr lang="es-ES" sz="1800" b="0" i="0" strike="noStrike" cap="none" baseline="0" dirty="0">
                <a:solidFill>
                  <a:srgbClr val="000000"/>
                </a:solidFill>
                <a:effectLst/>
                <a:latin typeface="Consolas"/>
                <a:ea typeface="Consolas"/>
                <a:cs typeface="Consolas"/>
              </a:rPr>
              <a:t>: </a:t>
            </a:r>
            <a:r>
              <a:rPr lang="es-ES" sz="1800" b="0" i="0" strike="noStrike" cap="none" baseline="0" dirty="0">
                <a:solidFill>
                  <a:srgbClr val="0000FF"/>
                </a:solidFill>
                <a:effectLst/>
                <a:latin typeface="Consolas"/>
                <a:ea typeface="Consolas"/>
                <a:cs typeface="Consolas"/>
              </a:rPr>
              <a:t>app-</a:t>
            </a:r>
            <a:r>
              <a:rPr lang="es-ES" sz="1800" b="0" i="0" strike="noStrike" cap="none" baseline="0" dirty="0" err="1">
                <a:solidFill>
                  <a:srgbClr val="0000FF"/>
                </a:solidFill>
                <a:effectLst/>
                <a:latin typeface="Consolas"/>
                <a:ea typeface="Consolas"/>
                <a:cs typeface="Consolas"/>
              </a:rPr>
              <a:t>settings</a:t>
            </a:r>
            <a:endParaRPr sz="7200" dirty="0"/>
          </a:p>
          <a:p>
            <a:pPr marL="0" indent="0">
              <a:spcAft>
                <a:spcPts val="215"/>
              </a:spcAft>
              <a:buFont typeface="Arial"/>
              <a:buNone/>
              <a:defRPr/>
            </a:pPr>
            <a:r>
              <a:rPr lang="es-ES" sz="1800" b="0" i="0" strike="noStrike" cap="none" baseline="0" dirty="0">
                <a:solidFill>
                  <a:srgbClr val="800000"/>
                </a:solidFill>
                <a:effectLst/>
                <a:latin typeface="Consolas"/>
                <a:ea typeface="Consolas"/>
                <a:cs typeface="Consolas"/>
              </a:rPr>
              <a:t>data</a:t>
            </a:r>
            <a:r>
              <a:rPr lang="es-ES" sz="1800" b="0" i="0" strike="noStrike" cap="none" baseline="0" dirty="0">
                <a:solidFill>
                  <a:srgbClr val="000000"/>
                </a:solidFill>
                <a:effectLst/>
                <a:latin typeface="Consolas"/>
                <a:ea typeface="Consolas"/>
                <a:cs typeface="Consolas"/>
              </a:rPr>
              <a:t>:</a:t>
            </a:r>
            <a:endParaRPr sz="7200" dirty="0"/>
          </a:p>
          <a:p>
            <a:pPr marL="0" indent="0">
              <a:spcAft>
                <a:spcPts val="215"/>
              </a:spcAft>
              <a:buFont typeface="Arial"/>
              <a:buNone/>
              <a:defRPr/>
            </a:pPr>
            <a:r>
              <a:rPr lang="es-ES" sz="1800" b="0" i="0" strike="noStrike" cap="none" baseline="0" dirty="0">
                <a:solidFill>
                  <a:srgbClr val="000000"/>
                </a:solidFill>
                <a:effectLst/>
                <a:latin typeface="Consolas"/>
                <a:ea typeface="Consolas"/>
                <a:cs typeface="Consolas"/>
              </a:rPr>
              <a:t> </a:t>
            </a:r>
            <a:r>
              <a:rPr lang="es-ES" sz="1800" b="0" i="0" strike="noStrike" cap="none" baseline="0" dirty="0">
                <a:solidFill>
                  <a:srgbClr val="800000"/>
                </a:solidFill>
                <a:effectLst/>
                <a:latin typeface="Consolas"/>
                <a:ea typeface="Consolas"/>
                <a:cs typeface="Consolas"/>
              </a:rPr>
              <a:t>FEATURE_X_ENABLED</a:t>
            </a:r>
            <a:r>
              <a:rPr lang="es-ES" sz="1800" b="0" i="0" strike="noStrike" cap="none" baseline="0" dirty="0">
                <a:solidFill>
                  <a:srgbClr val="000000"/>
                </a:solidFill>
                <a:effectLst/>
                <a:latin typeface="Consolas"/>
                <a:ea typeface="Consolas"/>
                <a:cs typeface="Consolas"/>
              </a:rPr>
              <a:t>: </a:t>
            </a:r>
            <a:r>
              <a:rPr lang="es-ES" sz="1800" b="0" i="0" strike="noStrike" cap="none" baseline="0" dirty="0">
                <a:solidFill>
                  <a:srgbClr val="A31515"/>
                </a:solidFill>
                <a:effectLst/>
                <a:latin typeface="Consolas"/>
                <a:ea typeface="Consolas"/>
                <a:cs typeface="Consolas"/>
              </a:rPr>
              <a:t>"true"</a:t>
            </a:r>
            <a:endParaRPr sz="7200" dirty="0"/>
          </a:p>
          <a:p>
            <a:pPr marL="0" indent="0">
              <a:spcAft>
                <a:spcPts val="215"/>
              </a:spcAft>
              <a:buFont typeface="Arial"/>
              <a:buNone/>
              <a:defRPr/>
            </a:pPr>
            <a:r>
              <a:rPr lang="es-ES" sz="1800" b="0" i="0" strike="noStrike" cap="none" baseline="0" dirty="0">
                <a:solidFill>
                  <a:srgbClr val="000000"/>
                </a:solidFill>
                <a:effectLst/>
                <a:latin typeface="Consolas"/>
                <a:ea typeface="Consolas"/>
                <a:cs typeface="Consolas"/>
              </a:rPr>
              <a:t> </a:t>
            </a:r>
            <a:r>
              <a:rPr lang="es-ES" sz="1800" b="0" i="0" strike="noStrike" cap="none" baseline="0" dirty="0">
                <a:solidFill>
                  <a:srgbClr val="800000"/>
                </a:solidFill>
                <a:effectLst/>
                <a:latin typeface="Consolas"/>
                <a:ea typeface="Consolas"/>
                <a:cs typeface="Consolas"/>
              </a:rPr>
              <a:t>SERVICE_ENDPOINT</a:t>
            </a:r>
            <a:r>
              <a:rPr lang="es-ES" sz="1800" b="0" i="0" strike="noStrike" cap="none" baseline="0" dirty="0">
                <a:solidFill>
                  <a:srgbClr val="000000"/>
                </a:solidFill>
                <a:effectLst/>
                <a:latin typeface="Consolas"/>
                <a:ea typeface="Consolas"/>
                <a:cs typeface="Consolas"/>
              </a:rPr>
              <a:t>: </a:t>
            </a:r>
            <a:r>
              <a:rPr lang="es-ES" sz="1800" b="0" i="0" strike="noStrike" cap="none" baseline="0" dirty="0">
                <a:solidFill>
                  <a:srgbClr val="A31515"/>
                </a:solidFill>
                <a:effectLst/>
                <a:latin typeface="Consolas"/>
                <a:ea typeface="Consolas"/>
                <a:cs typeface="Consolas"/>
              </a:rPr>
              <a:t>"https://api.example.com"</a:t>
            </a:r>
            <a:endParaRPr sz="7200" dirty="0"/>
          </a:p>
          <a:p>
            <a:pPr marL="0" indent="0">
              <a:spcAft>
                <a:spcPts val="215"/>
              </a:spcAft>
              <a:buFont typeface="Arial"/>
              <a:buNone/>
              <a:defRPr/>
            </a:pPr>
            <a:r>
              <a:rPr lang="es-ES" sz="1800" b="0" i="0" strike="noStrike" cap="none" baseline="0" dirty="0">
                <a:solidFill>
                  <a:srgbClr val="000000"/>
                </a:solidFill>
                <a:effectLst/>
                <a:latin typeface="Consolas"/>
                <a:ea typeface="Consolas"/>
                <a:cs typeface="Consolas"/>
              </a:rPr>
              <a:t> </a:t>
            </a:r>
            <a:r>
              <a:rPr lang="es-ES" sz="1800" b="0" i="0" strike="noStrike" cap="none" baseline="0" dirty="0" err="1">
                <a:solidFill>
                  <a:srgbClr val="800000"/>
                </a:solidFill>
                <a:effectLst/>
                <a:latin typeface="Consolas"/>
                <a:ea typeface="Consolas"/>
                <a:cs typeface="Consolas"/>
              </a:rPr>
              <a:t>app.config</a:t>
            </a:r>
            <a:r>
              <a:rPr lang="es-ES" sz="1800" b="0" i="0" strike="noStrike" cap="none" baseline="0" dirty="0">
                <a:solidFill>
                  <a:srgbClr val="000000"/>
                </a:solidFill>
                <a:effectLst/>
                <a:latin typeface="Consolas"/>
                <a:ea typeface="Consolas"/>
                <a:cs typeface="Consolas"/>
              </a:rPr>
              <a:t>: </a:t>
            </a:r>
            <a:r>
              <a:rPr lang="es-ES" sz="1800" b="0" i="0" strike="noStrike" cap="none" baseline="0" dirty="0">
                <a:solidFill>
                  <a:srgbClr val="0000FF"/>
                </a:solidFill>
                <a:effectLst/>
                <a:latin typeface="Consolas"/>
                <a:ea typeface="Consolas"/>
                <a:cs typeface="Consolas"/>
              </a:rPr>
              <a:t>|</a:t>
            </a:r>
            <a:endParaRPr sz="7200" dirty="0"/>
          </a:p>
          <a:p>
            <a:pPr marL="0" indent="0">
              <a:spcAft>
                <a:spcPts val="215"/>
              </a:spcAft>
              <a:buFont typeface="Arial"/>
              <a:buNone/>
              <a:defRPr/>
            </a:pPr>
            <a:r>
              <a:rPr lang="es-ES" sz="1800" b="0" i="0" strike="noStrike" cap="none" baseline="0" dirty="0">
                <a:solidFill>
                  <a:srgbClr val="0000FF"/>
                </a:solidFill>
                <a:effectLst/>
                <a:latin typeface="Consolas"/>
                <a:ea typeface="Consolas"/>
                <a:cs typeface="Consolas"/>
              </a:rPr>
              <a:t> </a:t>
            </a:r>
            <a:r>
              <a:rPr lang="es-ES" sz="1800" b="0" i="0" strike="noStrike" cap="none" baseline="0" dirty="0" err="1">
                <a:solidFill>
                  <a:srgbClr val="0000FF"/>
                </a:solidFill>
                <a:effectLst/>
                <a:latin typeface="Consolas"/>
                <a:ea typeface="Consolas"/>
                <a:cs typeface="Consolas"/>
              </a:rPr>
              <a:t>log_level</a:t>
            </a:r>
            <a:r>
              <a:rPr lang="es-ES" sz="1800" b="0" i="0" strike="noStrike" cap="none" baseline="0" dirty="0">
                <a:solidFill>
                  <a:srgbClr val="0000FF"/>
                </a:solidFill>
                <a:effectLst/>
                <a:latin typeface="Consolas"/>
                <a:ea typeface="Consolas"/>
                <a:cs typeface="Consolas"/>
              </a:rPr>
              <a:t>=</a:t>
            </a:r>
            <a:r>
              <a:rPr lang="es-ES" sz="1800" b="0" i="0" strike="noStrike" cap="none" baseline="0" dirty="0" err="1">
                <a:solidFill>
                  <a:srgbClr val="0000FF"/>
                </a:solidFill>
                <a:effectLst/>
                <a:latin typeface="Consolas"/>
                <a:ea typeface="Consolas"/>
                <a:cs typeface="Consolas"/>
              </a:rPr>
              <a:t>info</a:t>
            </a:r>
            <a:endParaRPr sz="7200" dirty="0"/>
          </a:p>
          <a:p>
            <a:pPr marL="0" marR="0" indent="0" algn="l">
              <a:lnSpc>
                <a:spcPct val="100000"/>
              </a:lnSpc>
              <a:spcBef>
                <a:spcPct val="0"/>
              </a:spcBef>
              <a:spcAft>
                <a:spcPts val="215"/>
              </a:spcAft>
              <a:buFont typeface="Arial"/>
              <a:buNone/>
              <a:defRPr/>
            </a:pPr>
            <a:r>
              <a:rPr lang="es-ES" sz="1800" b="0" i="0" strike="noStrike" cap="none" baseline="0" dirty="0">
                <a:solidFill>
                  <a:srgbClr val="0000FF"/>
                </a:solidFill>
                <a:effectLst/>
                <a:latin typeface="Consolas"/>
                <a:ea typeface="Consolas"/>
                <a:cs typeface="Consolas"/>
              </a:rPr>
              <a:t> </a:t>
            </a:r>
            <a:r>
              <a:rPr lang="es-ES" sz="1800" b="0" i="0" strike="noStrike" cap="none" baseline="0" dirty="0" err="1">
                <a:solidFill>
                  <a:srgbClr val="0000FF"/>
                </a:solidFill>
                <a:effectLst/>
                <a:latin typeface="Consolas"/>
                <a:ea typeface="Consolas"/>
                <a:cs typeface="Consolas"/>
              </a:rPr>
              <a:t>timeout_seconds</a:t>
            </a:r>
            <a:r>
              <a:rPr lang="es-ES" sz="1800" b="0" i="0" strike="noStrike" cap="none" baseline="0" dirty="0">
                <a:solidFill>
                  <a:srgbClr val="0000FF"/>
                </a:solidFill>
                <a:effectLst/>
                <a:latin typeface="Consolas"/>
                <a:ea typeface="Consolas"/>
                <a:cs typeface="Consolas"/>
              </a:rPr>
              <a:t>=30</a:t>
            </a:r>
            <a:endParaRPr dirty="0"/>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4528469"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Implementación de secretos para información confidencial</a:t>
            </a:r>
            <a:endParaRPr/>
          </a:p>
        </p:txBody>
      </p:sp>
      <p:sp>
        <p:nvSpPr>
          <p:cNvPr id="688923828" name="TextBox 2"/>
          <p:cNvSpPr txBox="1"/>
          <p:nvPr/>
        </p:nvSpPr>
        <p:spPr bwMode="auto">
          <a:xfrm>
            <a:off x="457198" y="1225296"/>
            <a:ext cx="4747262" cy="4952027"/>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a:spcAft>
                <a:spcPts val="359"/>
              </a:spcAft>
              <a:defRPr/>
            </a:pPr>
            <a:r>
              <a:rPr lang="es-ES" sz="2000" b="0" i="0" strike="noStrike" cap="none" baseline="0" dirty="0">
                <a:solidFill>
                  <a:srgbClr val="000000"/>
                </a:solidFill>
                <a:effectLst/>
                <a:latin typeface="Segoe UI Semibold"/>
                <a:ea typeface="Segoe UI Semibold"/>
                <a:cs typeface="Segoe UI Semibold"/>
              </a:rPr>
              <a:t>Secretos de </a:t>
            </a:r>
            <a:r>
              <a:rPr lang="es-ES" sz="2000" b="0" i="0" strike="noStrike" cap="none" baseline="0" dirty="0" err="1">
                <a:solidFill>
                  <a:srgbClr val="000000"/>
                </a:solidFill>
                <a:effectLst/>
                <a:latin typeface="Segoe UI Semibold"/>
                <a:ea typeface="Segoe UI Semibold"/>
                <a:cs typeface="Segoe UI Semibold"/>
              </a:rPr>
              <a:t>Kubernetes</a:t>
            </a:r>
            <a:endParaRPr lang="en-US" sz="2000" b="0" i="0" u="none" strike="noStrike" cap="none" spc="0" dirty="0">
              <a:solidFill>
                <a:schemeClr val="tx1"/>
              </a:solidFill>
              <a:latin typeface="Segoe UI"/>
              <a:cs typeface="Segoe UI"/>
            </a:endParaRPr>
          </a:p>
          <a:p>
            <a:pPr marL="228600" marR="0" indent="-228600">
              <a:buFont typeface="Arial"/>
              <a:buChar char="•"/>
              <a:defRPr/>
            </a:pPr>
            <a:r>
              <a:rPr lang="es-ES" sz="1800" b="0" i="0" strike="noStrike" cap="none" baseline="0" dirty="0">
                <a:solidFill>
                  <a:srgbClr val="000000"/>
                </a:solidFill>
                <a:effectLst/>
                <a:latin typeface="Segoe UI"/>
                <a:ea typeface="Segoe UI"/>
                <a:cs typeface="Segoe UI"/>
              </a:rPr>
              <a:t>Almacenamiento de credenciales, claves de API y cadenas de conexión</a:t>
            </a:r>
            <a:endParaRPr lang="en-US" sz="1800" b="0" i="0" u="none" strike="noStrike" cap="none" spc="0" dirty="0">
              <a:solidFill>
                <a:schemeClr val="tx1"/>
              </a:solidFill>
              <a:latin typeface="Segoe UI"/>
              <a:cs typeface="Segoe UI"/>
            </a:endParaRPr>
          </a:p>
          <a:p>
            <a:pPr marL="228600" marR="0" indent="-228600">
              <a:buFont typeface="Arial"/>
              <a:buChar char="•"/>
              <a:defRPr/>
            </a:pPr>
            <a:r>
              <a:rPr lang="es-ES" sz="1800" b="0" i="0" strike="noStrike" cap="none" baseline="0" dirty="0">
                <a:solidFill>
                  <a:srgbClr val="000000"/>
                </a:solidFill>
                <a:effectLst/>
                <a:latin typeface="Segoe UI"/>
                <a:ea typeface="Segoe UI"/>
                <a:cs typeface="Segoe UI"/>
              </a:rPr>
              <a:t>Inserción mediante </a:t>
            </a:r>
            <a:r>
              <a:rPr lang="es-ES" sz="1800" b="0" i="0" strike="noStrike" cap="none" baseline="0" dirty="0" err="1">
                <a:solidFill>
                  <a:srgbClr val="000000"/>
                </a:solidFill>
                <a:effectLst/>
                <a:latin typeface="Segoe UI"/>
                <a:ea typeface="Segoe UI"/>
                <a:cs typeface="Segoe UI"/>
              </a:rPr>
              <a:t>secretKeyRef</a:t>
            </a:r>
            <a:r>
              <a:rPr lang="es-ES" sz="1800" b="0" i="0" strike="noStrike" cap="none" baseline="0" dirty="0">
                <a:solidFill>
                  <a:srgbClr val="000000"/>
                </a:solidFill>
                <a:effectLst/>
                <a:latin typeface="Segoe UI"/>
                <a:ea typeface="Segoe UI"/>
                <a:cs typeface="Segoe UI"/>
              </a:rPr>
              <a:t> o montaje como archivos</a:t>
            </a:r>
            <a:endParaRPr lang="en-US" sz="2000" b="0" i="0" u="none" strike="noStrike" cap="none" spc="0" dirty="0">
              <a:solidFill>
                <a:schemeClr val="tx1"/>
              </a:solidFill>
              <a:latin typeface="Segoe UI"/>
              <a:cs typeface="Segoe UI"/>
            </a:endParaRPr>
          </a:p>
          <a:p>
            <a:pPr>
              <a:spcBef>
                <a:spcPts val="719"/>
              </a:spcBef>
              <a:spcAft>
                <a:spcPts val="359"/>
              </a:spcAft>
              <a:defRPr/>
            </a:pPr>
            <a:r>
              <a:rPr lang="es-ES" sz="2000" b="0" i="0" strike="noStrike" cap="none" baseline="0" dirty="0">
                <a:solidFill>
                  <a:srgbClr val="000000"/>
                </a:solidFill>
                <a:effectLst/>
                <a:latin typeface="Segoe UI Semibold"/>
                <a:ea typeface="Segoe UI Semibold"/>
                <a:cs typeface="Segoe UI Semibold"/>
              </a:rPr>
              <a:t>Integración de Azure Key </a:t>
            </a:r>
            <a:r>
              <a:rPr lang="es-ES" sz="2000" b="0" i="0" strike="noStrike" cap="none" baseline="0" dirty="0" err="1">
                <a:solidFill>
                  <a:srgbClr val="000000"/>
                </a:solidFill>
                <a:effectLst/>
                <a:latin typeface="Segoe UI Semibold"/>
                <a:ea typeface="Segoe UI Semibold"/>
                <a:cs typeface="Segoe UI Semibold"/>
              </a:rPr>
              <a:t>Vault</a:t>
            </a:r>
            <a:endParaRPr lang="en-US" sz="2000" b="0" i="0" u="none" strike="noStrike" cap="none" spc="0" dirty="0">
              <a:solidFill>
                <a:schemeClr val="tx1"/>
              </a:solidFill>
              <a:latin typeface="Segoe UI"/>
              <a:cs typeface="Segoe UI"/>
            </a:endParaRPr>
          </a:p>
          <a:p>
            <a:pPr marL="228600" marR="0" indent="-228600" algn="l">
              <a:lnSpc>
                <a:spcPct val="100000"/>
              </a:lnSpc>
              <a:spcBef>
                <a:spcPct val="0"/>
              </a:spcBef>
              <a:spcAft>
                <a:spcPct val="0"/>
              </a:spcAft>
              <a:buChar char="•"/>
              <a:defRPr/>
            </a:pPr>
            <a:r>
              <a:rPr lang="es-ES" sz="1800" b="0" i="0" strike="noStrike" cap="none" baseline="0" dirty="0">
                <a:solidFill>
                  <a:srgbClr val="000000"/>
                </a:solidFill>
                <a:effectLst/>
                <a:latin typeface="Segoe UI"/>
                <a:ea typeface="Segoe UI"/>
                <a:cs typeface="Segoe UI"/>
              </a:rPr>
              <a:t>El controlador CSI monta secretos directamente desde Key </a:t>
            </a:r>
            <a:r>
              <a:rPr lang="es-ES" sz="1800" b="0" i="0" strike="noStrike" cap="none" baseline="0" dirty="0" err="1">
                <a:solidFill>
                  <a:srgbClr val="000000"/>
                </a:solidFill>
                <a:effectLst/>
                <a:latin typeface="Segoe UI"/>
                <a:ea typeface="Segoe UI"/>
                <a:cs typeface="Segoe UI"/>
              </a:rPr>
              <a:t>Vault</a:t>
            </a:r>
            <a:r>
              <a:rPr lang="es-ES" sz="1800" b="0" i="0" strike="noStrike" cap="none" baseline="0" dirty="0">
                <a:solidFill>
                  <a:srgbClr val="000000"/>
                </a:solidFill>
                <a:effectLst/>
                <a:latin typeface="Segoe UI"/>
                <a:ea typeface="Segoe UI"/>
                <a:cs typeface="Segoe UI"/>
              </a:rPr>
              <a:t> en </a:t>
            </a:r>
            <a:r>
              <a:rPr lang="es-ES" sz="1800" b="0" i="0" strike="noStrike" cap="none" baseline="0" dirty="0" err="1">
                <a:solidFill>
                  <a:srgbClr val="000000"/>
                </a:solidFill>
                <a:effectLst/>
                <a:latin typeface="Segoe UI"/>
                <a:ea typeface="Segoe UI"/>
                <a:cs typeface="Segoe UI"/>
              </a:rPr>
              <a:t>pods</a:t>
            </a:r>
            <a:endParaRPr lang="en-US" sz="1800" b="0" i="0" u="none" strike="noStrike" cap="none" spc="0" dirty="0">
              <a:solidFill>
                <a:schemeClr val="tx1"/>
              </a:solidFill>
              <a:latin typeface="Segoe UI"/>
              <a:cs typeface="Segoe UI"/>
            </a:endParaRPr>
          </a:p>
          <a:p>
            <a:pPr marL="228600" marR="0" indent="-228600" algn="l">
              <a:lnSpc>
                <a:spcPct val="100000"/>
              </a:lnSpc>
              <a:spcBef>
                <a:spcPct val="0"/>
              </a:spcBef>
              <a:spcAft>
                <a:spcPct val="0"/>
              </a:spcAft>
              <a:buChar char="•"/>
              <a:defRPr/>
            </a:pPr>
            <a:r>
              <a:rPr lang="es-ES" sz="1800" b="0" i="0" strike="noStrike" cap="none" baseline="0" dirty="0">
                <a:solidFill>
                  <a:srgbClr val="000000"/>
                </a:solidFill>
                <a:effectLst/>
                <a:latin typeface="Segoe UI"/>
                <a:ea typeface="Segoe UI"/>
                <a:cs typeface="Segoe UI"/>
              </a:rPr>
              <a:t>Registro automatizado de rotación y auditoría</a:t>
            </a:r>
            <a:endParaRPr lang="en-US" sz="2000" b="0" i="0" u="none" strike="noStrike" cap="none" spc="0" dirty="0">
              <a:solidFill>
                <a:schemeClr val="tx1"/>
              </a:solidFill>
              <a:latin typeface="Segoe UI"/>
              <a:cs typeface="Segoe UI"/>
            </a:endParaRPr>
          </a:p>
          <a:p>
            <a:pPr marL="0" marR="0" indent="0" algn="l">
              <a:lnSpc>
                <a:spcPct val="100000"/>
              </a:lnSpc>
              <a:spcBef>
                <a:spcPts val="719"/>
              </a:spcBef>
              <a:spcAft>
                <a:spcPts val="359"/>
              </a:spcAft>
              <a:defRPr/>
            </a:pPr>
            <a:r>
              <a:rPr lang="es-ES" sz="2000" b="0" i="0" strike="noStrike" cap="none" baseline="0" dirty="0">
                <a:solidFill>
                  <a:srgbClr val="000000"/>
                </a:solidFill>
                <a:effectLst/>
                <a:latin typeface="Segoe UI Semibold"/>
                <a:ea typeface="Segoe UI Semibold"/>
                <a:cs typeface="Segoe UI Semibold"/>
              </a:rPr>
              <a:t>Procedimientos recomendados</a:t>
            </a:r>
            <a:endParaRPr lang="en-US" sz="2000" b="0" i="0" u="none" strike="noStrike" cap="none" spc="0" dirty="0">
              <a:solidFill>
                <a:schemeClr val="tx1"/>
              </a:solidFill>
              <a:latin typeface="Segoe UI"/>
              <a:cs typeface="Segoe UI"/>
            </a:endParaRPr>
          </a:p>
          <a:p>
            <a:pPr marL="228600" marR="0" indent="-228600" algn="l">
              <a:lnSpc>
                <a:spcPct val="100000"/>
              </a:lnSpc>
              <a:spcBef>
                <a:spcPct val="0"/>
              </a:spcBef>
              <a:spcAft>
                <a:spcPct val="0"/>
              </a:spcAft>
              <a:buChar char="•"/>
              <a:defRPr/>
            </a:pPr>
            <a:r>
              <a:rPr lang="es-ES" sz="1800" b="0" i="0" strike="noStrike" cap="none" baseline="0" dirty="0">
                <a:solidFill>
                  <a:srgbClr val="000000"/>
                </a:solidFill>
                <a:effectLst/>
                <a:latin typeface="Segoe UI"/>
                <a:ea typeface="Segoe UI"/>
                <a:cs typeface="Segoe UI"/>
              </a:rPr>
              <a:t>Restricción del acceso con RBAC, nunca confirmar valores literales</a:t>
            </a:r>
            <a:endParaRPr lang="en-US" sz="1800" b="0" i="0" u="none" strike="noStrike" cap="none" spc="0" dirty="0">
              <a:solidFill>
                <a:schemeClr val="tx1"/>
              </a:solidFill>
              <a:latin typeface="Segoe UI"/>
              <a:cs typeface="Segoe UI"/>
            </a:endParaRPr>
          </a:p>
          <a:p>
            <a:pPr marL="228600" marR="0" indent="-228600" algn="l">
              <a:lnSpc>
                <a:spcPct val="100000"/>
              </a:lnSpc>
              <a:spcBef>
                <a:spcPct val="0"/>
              </a:spcBef>
              <a:spcAft>
                <a:spcPct val="0"/>
              </a:spcAft>
              <a:buChar char="•"/>
              <a:defRPr/>
            </a:pPr>
            <a:r>
              <a:rPr lang="es-ES" sz="1800" b="0" i="0" strike="noStrike" cap="none" baseline="0" dirty="0">
                <a:solidFill>
                  <a:srgbClr val="000000"/>
                </a:solidFill>
                <a:effectLst/>
                <a:latin typeface="Segoe UI"/>
                <a:ea typeface="Segoe UI"/>
                <a:cs typeface="Segoe UI"/>
              </a:rPr>
              <a:t>Rotación de credenciales periódicamente y desencadenamiento de lanzamientos</a:t>
            </a:r>
            <a:endParaRPr sz="2000" dirty="0">
              <a:latin typeface="Segoe UI"/>
              <a:cs typeface="Segoe UI"/>
            </a:endParaRPr>
          </a:p>
        </p:txBody>
      </p:sp>
      <p:pic>
        <p:nvPicPr>
          <p:cNvPr id="1777229006" name="Picture 1" descr="Side-by-side comparison of Kubernetes Secrets and Azure Key Vault for secret management&#10;"/>
          <p:cNvPicPr>
            <a:picLocks noGrp="1" noChangeAspect="1"/>
          </p:cNvPicPr>
          <p:nvPr/>
        </p:nvPicPr>
        <p:blipFill>
          <a:blip>
            <a:extLst>
              <a:ext uri="{96DAC541-7B7A-43D3-8B79-37D633B846F1}">
                <asvg:svgBlip xmlns:asvg="http://schemas.microsoft.com/office/drawing/2016/SVG/main" r:embed="rId3"/>
              </a:ext>
            </a:extLst>
          </a:blip>
          <a:stretch>
            <a:fillRect/>
          </a:stretch>
        </p:blipFill>
        <p:spPr bwMode="auto">
          <a:xfrm>
            <a:off x="5779008" y="1225296"/>
            <a:ext cx="5989319" cy="3090670"/>
          </a:xfrm>
          <a:prstGeom prst="rect">
            <a:avLst/>
          </a:prstGeom>
          <a:noFill/>
          <a:ln w="9525">
            <a:noFill/>
          </a:ln>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59522985" name="Title 1"/>
          <p:cNvSpPr>
            <a:spLocks noGrp="1"/>
          </p:cNvSpPr>
          <p:nvPr>
            <p:ph type="title"/>
          </p:nvPr>
        </p:nvSpPr>
        <p:spPr bwMode="auto"/>
        <p:txBody>
          <a:bodyPr/>
          <a:lstStyle/>
          <a:p>
            <a:pPr marL="0" lvl="0" indent="0">
              <a:buNone/>
              <a:defRPr/>
            </a:pPr>
            <a:r>
              <a:rPr lang="es-ES" sz="2800" b="0" i="0" strike="noStrike" cap="none" baseline="0">
                <a:solidFill>
                  <a:srgbClr val="000000"/>
                </a:solidFill>
                <a:effectLst/>
                <a:latin typeface="Segoe UI Semibold"/>
                <a:ea typeface="Segoe UI Semibold"/>
                <a:cs typeface="Segoe UI Semibold"/>
              </a:rPr>
              <a:t>Asociación del almacenamiento persistente a una aplicación</a:t>
            </a:r>
            <a:endParaRPr sz="2800"/>
          </a:p>
        </p:txBody>
      </p:sp>
      <p:pic>
        <p:nvPicPr>
          <p:cNvPr id="1829607673" name="Picture 1" descr="Decision tree showing PVC branching to Azure Disk for single-Pod access and Azure Files for shared access&#10;"/>
          <p:cNvPicPr>
            <a:picLocks noGrp="1" noChangeAspect="1"/>
          </p:cNvPicPr>
          <p:nvPr/>
        </p:nvPicPr>
        <p:blipFill>
          <a:blip>
            <a:extLst>
              <a:ext uri="{96DAC541-7B7A-43D3-8B79-37D633B846F1}">
                <asvg:svgBlip xmlns:asvg="http://schemas.microsoft.com/office/drawing/2016/SVG/main" r:embed="rId3"/>
              </a:ext>
            </a:extLst>
          </a:blip>
          <a:stretch>
            <a:fillRect/>
          </a:stretch>
        </p:blipFill>
        <p:spPr bwMode="auto">
          <a:xfrm>
            <a:off x="228600" y="1335023"/>
            <a:ext cx="5367527" cy="4443984"/>
          </a:xfrm>
          <a:prstGeom prst="rect">
            <a:avLst/>
          </a:prstGeom>
          <a:noFill/>
          <a:ln w="9525">
            <a:noFill/>
          </a:ln>
        </p:spPr>
      </p:pic>
      <p:sp>
        <p:nvSpPr>
          <p:cNvPr id="5329184" name="TextBox 2"/>
          <p:cNvSpPr txBox="1"/>
          <p:nvPr/>
        </p:nvSpPr>
        <p:spPr bwMode="auto">
          <a:xfrm>
            <a:off x="6146062" y="1335023"/>
            <a:ext cx="5299178" cy="4898137"/>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a:spcAft>
                <a:spcPts val="359"/>
              </a:spcAft>
              <a:defRPr/>
            </a:pPr>
            <a:r>
              <a:rPr lang="es-ES" sz="2000" b="0" i="0" strike="noStrike" cap="none" baseline="0" dirty="0">
                <a:solidFill>
                  <a:srgbClr val="000000"/>
                </a:solidFill>
                <a:effectLst/>
                <a:latin typeface="Segoe UI Semibold"/>
                <a:ea typeface="Segoe UI Semibold"/>
                <a:cs typeface="Segoe UI Semibold"/>
              </a:rPr>
              <a:t>Modelo de almacenamiento</a:t>
            </a:r>
            <a:endParaRPr lang="en-US" sz="1800" b="0" i="0" u="none" strike="noStrike" cap="none" spc="0" dirty="0">
              <a:solidFill>
                <a:schemeClr val="tx1"/>
              </a:solidFill>
              <a:latin typeface="Segoe UI"/>
              <a:cs typeface="Segoe UI"/>
            </a:endParaRPr>
          </a:p>
          <a:p>
            <a:pPr marL="228599" marR="0" indent="-228599">
              <a:spcAft>
                <a:spcPts val="359"/>
              </a:spcAft>
              <a:buFont typeface="Arial"/>
              <a:buChar char="•"/>
              <a:defRPr/>
            </a:pPr>
            <a:r>
              <a:rPr lang="es-ES" sz="1800" b="0" i="0" strike="noStrike" cap="none" baseline="0" dirty="0">
                <a:solidFill>
                  <a:srgbClr val="000000"/>
                </a:solidFill>
                <a:effectLst/>
                <a:latin typeface="Segoe UI"/>
                <a:ea typeface="Segoe UI"/>
                <a:cs typeface="Segoe UI"/>
              </a:rPr>
              <a:t>Almacenamiento de solicitudes de PVC con capacidad y modo de acceso</a:t>
            </a:r>
            <a:endParaRPr lang="en-US" sz="1800" b="0" i="0" u="none" strike="noStrike" cap="none" spc="0" dirty="0">
              <a:solidFill>
                <a:schemeClr val="tx1"/>
              </a:solidFill>
              <a:latin typeface="Segoe UI"/>
              <a:cs typeface="Segoe UI"/>
            </a:endParaRPr>
          </a:p>
          <a:p>
            <a:pPr marL="228599" marR="0" indent="-228599">
              <a:spcAft>
                <a:spcPts val="359"/>
              </a:spcAft>
              <a:buFont typeface="Arial"/>
              <a:buChar char="•"/>
              <a:defRPr/>
            </a:pPr>
            <a:r>
              <a:rPr lang="es-ES" sz="1800" b="0" i="0" strike="noStrike" cap="none" baseline="0" dirty="0" err="1">
                <a:solidFill>
                  <a:srgbClr val="000000"/>
                </a:solidFill>
                <a:effectLst/>
                <a:latin typeface="Segoe UI"/>
                <a:ea typeface="Segoe UI"/>
                <a:cs typeface="Segoe UI"/>
              </a:rPr>
              <a:t>StorageClass</a:t>
            </a:r>
            <a:r>
              <a:rPr lang="es-ES" sz="1800" b="0" i="0" strike="noStrike" cap="none" baseline="0" dirty="0">
                <a:solidFill>
                  <a:srgbClr val="000000"/>
                </a:solidFill>
                <a:effectLst/>
                <a:latin typeface="Segoe UI"/>
                <a:ea typeface="Segoe UI"/>
                <a:cs typeface="Segoe UI"/>
              </a:rPr>
              <a:t> aprovisiona dinámicamente Azure Disk o Azure Files</a:t>
            </a:r>
            <a:endParaRPr lang="en-US" sz="1800" b="0" i="0" u="none" strike="noStrike" cap="none" spc="0" dirty="0">
              <a:solidFill>
                <a:schemeClr val="tx1"/>
              </a:solidFill>
              <a:latin typeface="Segoe UI"/>
              <a:cs typeface="Segoe UI"/>
            </a:endParaRPr>
          </a:p>
          <a:p>
            <a:pPr>
              <a:spcBef>
                <a:spcPts val="719"/>
              </a:spcBef>
              <a:spcAft>
                <a:spcPts val="359"/>
              </a:spcAft>
              <a:defRPr/>
            </a:pPr>
            <a:r>
              <a:rPr lang="es-ES" sz="2000" b="0" i="0" strike="noStrike" cap="none" baseline="0" dirty="0">
                <a:solidFill>
                  <a:srgbClr val="000000"/>
                </a:solidFill>
                <a:effectLst/>
                <a:latin typeface="Segoe UI Semibold"/>
                <a:ea typeface="Segoe UI Semibold"/>
                <a:cs typeface="Segoe UI Semibold"/>
              </a:rPr>
              <a:t>Modos de acceso</a:t>
            </a:r>
            <a:endParaRPr lang="en-US" sz="1800" b="0" i="0" u="none" strike="noStrike" cap="none" spc="0" dirty="0">
              <a:solidFill>
                <a:schemeClr val="tx1"/>
              </a:solidFill>
              <a:latin typeface="Segoe UI"/>
              <a:cs typeface="Segoe UI"/>
            </a:endParaRPr>
          </a:p>
          <a:p>
            <a:pPr marL="228599" marR="0" indent="-228599" algn="l">
              <a:lnSpc>
                <a:spcPct val="100000"/>
              </a:lnSpc>
              <a:spcBef>
                <a:spcPct val="0"/>
              </a:spcBef>
              <a:spcAft>
                <a:spcPts val="359"/>
              </a:spcAft>
              <a:buChar char="•"/>
              <a:defRPr/>
            </a:pPr>
            <a:r>
              <a:rPr lang="es-ES" sz="1800" b="0" i="0" strike="noStrike" cap="none" baseline="0" dirty="0" err="1">
                <a:solidFill>
                  <a:srgbClr val="000000"/>
                </a:solidFill>
                <a:effectLst/>
                <a:latin typeface="Segoe UI"/>
                <a:ea typeface="Segoe UI"/>
                <a:cs typeface="Segoe UI"/>
              </a:rPr>
              <a:t>ReadWriteOnce</a:t>
            </a:r>
            <a:r>
              <a:rPr lang="es-ES" sz="1800" b="0" i="0" strike="noStrike" cap="none" baseline="0" dirty="0">
                <a:solidFill>
                  <a:srgbClr val="000000"/>
                </a:solidFill>
                <a:effectLst/>
                <a:latin typeface="Segoe UI"/>
                <a:ea typeface="Segoe UI"/>
                <a:cs typeface="Segoe UI"/>
              </a:rPr>
              <a:t>: almacenamiento en bloque de nodo único (Azure Disk)</a:t>
            </a:r>
            <a:endParaRPr lang="en-US" sz="1800" b="0" i="0" u="none" strike="noStrike" cap="none" spc="0" dirty="0">
              <a:solidFill>
                <a:schemeClr val="tx1"/>
              </a:solidFill>
              <a:latin typeface="Segoe UI"/>
              <a:cs typeface="Segoe UI"/>
            </a:endParaRPr>
          </a:p>
          <a:p>
            <a:pPr marL="228599" marR="0" indent="-228599" algn="l">
              <a:lnSpc>
                <a:spcPct val="100000"/>
              </a:lnSpc>
              <a:spcBef>
                <a:spcPct val="0"/>
              </a:spcBef>
              <a:spcAft>
                <a:spcPts val="359"/>
              </a:spcAft>
              <a:buChar char="•"/>
              <a:defRPr/>
            </a:pPr>
            <a:r>
              <a:rPr lang="es-ES" sz="1800" b="0" i="0" strike="noStrike" cap="none" baseline="0" dirty="0" err="1">
                <a:solidFill>
                  <a:srgbClr val="000000"/>
                </a:solidFill>
                <a:effectLst/>
                <a:latin typeface="Segoe UI"/>
                <a:ea typeface="Segoe UI"/>
                <a:cs typeface="Segoe UI"/>
              </a:rPr>
              <a:t>ReadWriteMany</a:t>
            </a:r>
            <a:r>
              <a:rPr lang="es-ES" sz="1800" b="0" i="0" strike="noStrike" cap="none" baseline="0" dirty="0">
                <a:solidFill>
                  <a:srgbClr val="000000"/>
                </a:solidFill>
                <a:effectLst/>
                <a:latin typeface="Segoe UI"/>
                <a:ea typeface="Segoe UI"/>
                <a:cs typeface="Segoe UI"/>
              </a:rPr>
              <a:t>: acceso compartido a archivos entre </a:t>
            </a:r>
            <a:r>
              <a:rPr lang="es-ES" sz="1800" b="0" i="0" strike="noStrike" cap="none" baseline="0" dirty="0" err="1">
                <a:solidFill>
                  <a:srgbClr val="000000"/>
                </a:solidFill>
                <a:effectLst/>
                <a:latin typeface="Segoe UI"/>
                <a:ea typeface="Segoe UI"/>
                <a:cs typeface="Segoe UI"/>
              </a:rPr>
              <a:t>pods</a:t>
            </a:r>
            <a:r>
              <a:rPr lang="es-ES" sz="1800" b="0" i="0" strike="noStrike" cap="none" baseline="0" dirty="0">
                <a:solidFill>
                  <a:srgbClr val="000000"/>
                </a:solidFill>
                <a:effectLst/>
                <a:latin typeface="Segoe UI"/>
                <a:ea typeface="Segoe UI"/>
                <a:cs typeface="Segoe UI"/>
              </a:rPr>
              <a:t> (Azure Files)</a:t>
            </a:r>
            <a:endParaRPr lang="en-US" sz="1800" b="0" i="0" u="none" strike="noStrike" cap="none" spc="0" dirty="0">
              <a:solidFill>
                <a:schemeClr val="tx1"/>
              </a:solidFill>
              <a:latin typeface="Segoe UI"/>
              <a:cs typeface="Segoe UI"/>
            </a:endParaRPr>
          </a:p>
          <a:p>
            <a:pPr marL="0" marR="0" indent="0" algn="l">
              <a:lnSpc>
                <a:spcPct val="100000"/>
              </a:lnSpc>
              <a:spcBef>
                <a:spcPts val="719"/>
              </a:spcBef>
              <a:spcAft>
                <a:spcPts val="359"/>
              </a:spcAft>
              <a:defRPr/>
            </a:pPr>
            <a:r>
              <a:rPr lang="es-ES" sz="2000" b="0" i="0" strike="noStrike" cap="none" baseline="0" dirty="0">
                <a:solidFill>
                  <a:srgbClr val="000000"/>
                </a:solidFill>
                <a:effectLst/>
                <a:latin typeface="Segoe UI Semibold"/>
                <a:ea typeface="Segoe UI Semibold"/>
                <a:cs typeface="Segoe UI Semibold"/>
              </a:rPr>
              <a:t>Comprobación</a:t>
            </a:r>
            <a:endParaRPr lang="en-US" sz="1800" b="0" i="0" u="none" strike="noStrike" cap="none" spc="0" dirty="0">
              <a:solidFill>
                <a:schemeClr val="tx1"/>
              </a:solidFill>
              <a:latin typeface="Segoe UI"/>
              <a:cs typeface="Segoe UI"/>
            </a:endParaRPr>
          </a:p>
          <a:p>
            <a:pPr marL="228599" marR="0" indent="-228599" algn="l">
              <a:lnSpc>
                <a:spcPct val="100000"/>
              </a:lnSpc>
              <a:spcBef>
                <a:spcPct val="0"/>
              </a:spcBef>
              <a:spcAft>
                <a:spcPts val="359"/>
              </a:spcAft>
              <a:buChar char="•"/>
              <a:defRPr/>
            </a:pPr>
            <a:r>
              <a:rPr lang="es-ES" sz="1800" b="0" i="0" strike="noStrike" cap="none" baseline="0" dirty="0">
                <a:solidFill>
                  <a:srgbClr val="000000"/>
                </a:solidFill>
                <a:effectLst/>
                <a:latin typeface="Segoe UI"/>
                <a:ea typeface="Segoe UI"/>
                <a:cs typeface="Segoe UI"/>
              </a:rPr>
              <a:t>Confirmar que el estado de PVC es Enlazado después de aplicar</a:t>
            </a:r>
            <a:endParaRPr lang="en-US" sz="1800" b="0" i="0" u="none" strike="noStrike" cap="none" spc="0" dirty="0">
              <a:solidFill>
                <a:schemeClr val="tx1"/>
              </a:solidFill>
              <a:latin typeface="Segoe UI"/>
              <a:cs typeface="Segoe UI"/>
            </a:endParaRPr>
          </a:p>
          <a:p>
            <a:pPr marL="228599" marR="0" lvl="0" indent="-228599" algn="l">
              <a:lnSpc>
                <a:spcPct val="100000"/>
              </a:lnSpc>
              <a:spcBef>
                <a:spcPct val="0"/>
              </a:spcBef>
              <a:spcAft>
                <a:spcPts val="359"/>
              </a:spcAft>
              <a:buChar char="•"/>
              <a:defRPr/>
            </a:pPr>
            <a:r>
              <a:rPr lang="es-ES" sz="1800" b="0" i="0" strike="noStrike" cap="none" baseline="0" dirty="0">
                <a:solidFill>
                  <a:srgbClr val="000000"/>
                </a:solidFill>
                <a:effectLst/>
                <a:latin typeface="Segoe UI"/>
                <a:ea typeface="Segoe UI"/>
                <a:cs typeface="Segoe UI"/>
              </a:rPr>
              <a:t>Escribir un archivo de prueba, eliminar el </a:t>
            </a:r>
            <a:r>
              <a:rPr lang="es-ES" sz="1800" b="0" i="0" strike="noStrike" cap="none" baseline="0" dirty="0" err="1">
                <a:solidFill>
                  <a:srgbClr val="000000"/>
                </a:solidFill>
                <a:effectLst/>
                <a:latin typeface="Segoe UI"/>
                <a:ea typeface="Segoe UI"/>
                <a:cs typeface="Segoe UI"/>
              </a:rPr>
              <a:t>pod</a:t>
            </a:r>
            <a:r>
              <a:rPr lang="es-ES" sz="1800" b="0" i="0" strike="noStrike" cap="none" baseline="0" dirty="0">
                <a:solidFill>
                  <a:srgbClr val="000000"/>
                </a:solidFill>
                <a:effectLst/>
                <a:latin typeface="Segoe UI"/>
                <a:ea typeface="Segoe UI"/>
                <a:cs typeface="Segoe UI"/>
              </a:rPr>
              <a:t>, comprobar que los datos persisten</a:t>
            </a:r>
            <a:endParaRPr lang="en-US" sz="1800" b="0" i="0" u="none" strike="noStrike" cap="none" spc="0" dirty="0">
              <a:solidFill>
                <a:schemeClr val="tx1"/>
              </a:solidFill>
              <a:latin typeface="Segoe UI"/>
              <a:cs typeface="Segoe UI"/>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11920080" name="Title 1"/>
          <p:cNvSpPr>
            <a:spLocks noGrp="1"/>
          </p:cNvSpPr>
          <p:nvPr>
            <p:ph type="title"/>
          </p:nvPr>
        </p:nvSpPr>
        <p:spPr bwMode="auto">
          <a:xfrm>
            <a:off x="588261" y="585216"/>
            <a:ext cx="5653640" cy="426720"/>
          </a:xfrm>
        </p:spPr>
        <p:txBody>
          <a:bodyPr/>
          <a:lstStyle/>
          <a:p>
            <a:pPr>
              <a:defRPr/>
            </a:pPr>
            <a:r>
              <a:rPr lang="es-ES" sz="2800" b="0" i="0" strike="noStrike" cap="none" baseline="0">
                <a:solidFill>
                  <a:srgbClr val="000000"/>
                </a:solidFill>
                <a:effectLst/>
                <a:latin typeface="Segoe UI Semibold"/>
                <a:ea typeface="Segoe UI Semibold"/>
                <a:cs typeface="Segoe UI Semibold"/>
              </a:rPr>
              <a:t>Ejercicio</a:t>
            </a:r>
            <a:endParaRPr sz="2800"/>
          </a:p>
        </p:txBody>
      </p:sp>
      <p:sp>
        <p:nvSpPr>
          <p:cNvPr id="577944618" name="Text Placeholder 4"/>
          <p:cNvSpPr>
            <a:spLocks noGrp="1"/>
          </p:cNvSpPr>
          <p:nvPr>
            <p:ph type="body" sz="quarter" idx="16"/>
          </p:nvPr>
        </p:nvSpPr>
        <p:spPr bwMode="auto">
          <a:xfrm>
            <a:off x="584199" y="1594151"/>
            <a:ext cx="5656010" cy="243840"/>
          </a:xfrm>
        </p:spPr>
        <p:txBody>
          <a:bodyPr/>
          <a:lstStyle/>
          <a:p>
            <a:pPr>
              <a:defRPr/>
            </a:pPr>
            <a:r>
              <a:rPr lang="es-ES" sz="1600" b="0" i="0" strike="noStrike" cap="none" baseline="0">
                <a:solidFill>
                  <a:srgbClr val="000000"/>
                </a:solidFill>
                <a:effectLst/>
                <a:latin typeface="Segoe UI Semibold"/>
                <a:ea typeface="Segoe UI Semibold"/>
                <a:cs typeface="Segoe UI Semibold"/>
              </a:rPr>
              <a:t>Configurar aplicaciones en Azure Kubernetes Service</a:t>
            </a:r>
            <a:endParaRPr lang="en-US"/>
          </a:p>
        </p:txBody>
      </p:sp>
      <p:pic>
        <p:nvPicPr>
          <p:cNvPr id="1098770204" name="Picture Placeholder 6">
            <a:extLst>
              <a:ext uri="{C183D7F6-B498-43B3-948B-1728B52AA6E4}">
                <adec:decorative xmlns:adec="http://schemas.microsoft.com/office/drawing/2017/decorative" val="1"/>
              </a:ext>
            </a:extLst>
          </p:cNvPr>
          <p:cNvPicPr>
            <a:picLocks noGrp="1" noChangeAspect="1"/>
          </p:cNvPicPr>
          <p:nvPr>
            <p:ph type="pic" sz="quarter" idx="20"/>
          </p:nvPr>
        </p:nvPicPr>
        <p:blipFill>
          <a:blip r:embed="rId3"/>
          <a:srcRect l="118" r="117"/>
          <a:stretch>
            <a:fillRect/>
          </a:stretch>
        </p:blipFill>
        <p:spPr bwMode="ltGray">
          <a:xfrm>
            <a:off x="7724773" y="2043463"/>
            <a:ext cx="4467224" cy="3307645"/>
          </a:xfrm>
          <a:prstGeom prst="rect">
            <a:avLst/>
          </a:prstGeom>
          <a:solidFill>
            <a:srgbClr val="F4F4F7"/>
          </a:solidFill>
          <a:ln>
            <a:noFill/>
          </a:ln>
        </p:spPr>
      </p:pic>
      <p:sp>
        <p:nvSpPr>
          <p:cNvPr id="729975323" name="Text Placeholder 61"/>
          <p:cNvSpPr>
            <a:spLocks noGrp="1"/>
          </p:cNvSpPr>
          <p:nvPr>
            <p:ph type="body" sz="quarter" idx="15"/>
          </p:nvPr>
        </p:nvSpPr>
        <p:spPr bwMode="auto">
          <a:xfrm>
            <a:off x="579438" y="2501489"/>
            <a:ext cx="4853622" cy="2682241"/>
          </a:xfrm>
        </p:spPr>
        <p:txBody>
          <a:bodyPr vert="horz" wrap="square" lIns="0" tIns="0" rIns="0" bIns="0" rtlCol="0" anchor="t">
            <a:spAutoFit/>
          </a:bodyPr>
          <a:lstStyle/>
          <a:p>
            <a:pPr marL="0" indent="0">
              <a:buNone/>
              <a:defRPr/>
            </a:pPr>
            <a:r>
              <a:rPr lang="es-ES" sz="1600" b="0" i="0" strike="noStrike" cap="none" baseline="0" dirty="0">
                <a:solidFill>
                  <a:srgbClr val="000000"/>
                </a:solidFill>
                <a:effectLst/>
                <a:latin typeface="Segoe UI"/>
                <a:ea typeface="Segoe UI"/>
                <a:cs typeface="Segoe UI"/>
              </a:rPr>
              <a:t>En este ejercicio, aprenderás a configurar implementaciones de </a:t>
            </a:r>
            <a:r>
              <a:rPr lang="es-ES" sz="1600" b="0" i="0" strike="noStrike" cap="none" baseline="0" dirty="0" err="1">
                <a:solidFill>
                  <a:srgbClr val="000000"/>
                </a:solidFill>
                <a:effectLst/>
                <a:latin typeface="Segoe UI"/>
                <a:ea typeface="Segoe UI"/>
                <a:cs typeface="Segoe UI"/>
              </a:rPr>
              <a:t>Kubernetes</a:t>
            </a:r>
            <a:r>
              <a:rPr lang="es-ES" sz="1600" b="0" i="0" strike="noStrike" cap="none" baseline="0" dirty="0">
                <a:solidFill>
                  <a:srgbClr val="000000"/>
                </a:solidFill>
                <a:effectLst/>
                <a:latin typeface="Segoe UI"/>
                <a:ea typeface="Segoe UI"/>
                <a:cs typeface="Segoe UI"/>
              </a:rPr>
              <a:t> con </a:t>
            </a:r>
            <a:r>
              <a:rPr lang="es-ES" sz="1600" b="0" i="0" strike="noStrike" cap="none" baseline="0" dirty="0" err="1">
                <a:solidFill>
                  <a:srgbClr val="000000"/>
                </a:solidFill>
                <a:effectLst/>
                <a:latin typeface="Segoe UI"/>
                <a:ea typeface="Segoe UI"/>
                <a:cs typeface="Segoe UI"/>
              </a:rPr>
              <a:t>ConfigMaps</a:t>
            </a:r>
            <a:r>
              <a:rPr lang="es-ES" sz="1600" b="0" i="0" strike="noStrike" cap="none" baseline="0" dirty="0">
                <a:solidFill>
                  <a:srgbClr val="000000"/>
                </a:solidFill>
                <a:effectLst/>
                <a:latin typeface="Segoe UI"/>
                <a:ea typeface="Segoe UI"/>
                <a:cs typeface="Segoe UI"/>
              </a:rPr>
              <a:t> para configuraciones no confidenciales, Secretos para credenciales confidenciales y </a:t>
            </a:r>
            <a:r>
              <a:rPr lang="es-ES" sz="1600" b="0" i="0" strike="noStrike" cap="none" baseline="0" dirty="0" err="1">
                <a:solidFill>
                  <a:srgbClr val="000000"/>
                </a:solidFill>
                <a:effectLst/>
                <a:latin typeface="Segoe UI"/>
                <a:ea typeface="Segoe UI"/>
                <a:cs typeface="Segoe UI"/>
              </a:rPr>
              <a:t>PersistentVolumeClaims</a:t>
            </a:r>
            <a:r>
              <a:rPr lang="es-ES" sz="1600" b="0" i="0" strike="noStrike" cap="none" baseline="0" dirty="0">
                <a:solidFill>
                  <a:srgbClr val="000000"/>
                </a:solidFill>
                <a:effectLst/>
                <a:latin typeface="Segoe UI"/>
                <a:ea typeface="Segoe UI"/>
                <a:cs typeface="Segoe UI"/>
              </a:rPr>
              <a:t> para el almacenamiento persistente.</a:t>
            </a:r>
            <a:endParaRPr dirty="0"/>
          </a:p>
          <a:p>
            <a:pPr marL="0" indent="0">
              <a:buNone/>
              <a:defRPr/>
            </a:pPr>
            <a:endParaRPr lang="en-US" dirty="0">
              <a:cs typeface="Segoe UI"/>
            </a:endParaRPr>
          </a:p>
          <a:p>
            <a:pPr marL="0" indent="0">
              <a:buNone/>
              <a:defRPr/>
            </a:pPr>
            <a:r>
              <a:rPr lang="es-ES" sz="1600" b="0" i="0" strike="noStrike" cap="none" baseline="0" dirty="0">
                <a:solidFill>
                  <a:srgbClr val="000000"/>
                </a:solidFill>
                <a:effectLst/>
                <a:latin typeface="Segoe UI Semibold"/>
                <a:ea typeface="Segoe UI Semibold"/>
                <a:cs typeface="Segoe UI Semibold"/>
              </a:rPr>
              <a:t>Tiempo estimado: </a:t>
            </a:r>
            <a:r>
              <a:rPr lang="es-ES" sz="1600" b="0" i="0" strike="noStrike" cap="none" baseline="0" dirty="0">
                <a:solidFill>
                  <a:srgbClr val="000000"/>
                </a:solidFill>
                <a:effectLst/>
                <a:latin typeface="Segoe UI"/>
                <a:ea typeface="Segoe UI"/>
                <a:cs typeface="Segoe UI"/>
              </a:rPr>
              <a:t>30 minutos</a:t>
            </a:r>
            <a:endParaRPr dirty="0"/>
          </a:p>
          <a:p>
            <a:pPr>
              <a:defRPr/>
            </a:pPr>
            <a:endParaRPr lang="en-US" dirty="0">
              <a:cs typeface="Segoe UI"/>
            </a:endParaRPr>
          </a:p>
          <a:p>
            <a:pPr marL="0" indent="0">
              <a:buNone/>
              <a:defRPr/>
            </a:pPr>
            <a:r>
              <a:rPr lang="es-ES" sz="1600" b="0" i="0" strike="noStrike" cap="none" baseline="0" dirty="0">
                <a:solidFill>
                  <a:srgbClr val="000000"/>
                </a:solidFill>
                <a:effectLst/>
                <a:latin typeface="Segoe UI"/>
                <a:ea typeface="Segoe UI"/>
                <a:cs typeface="Segoe UI"/>
              </a:rPr>
              <a:t>Inicia el ejercicio en:</a:t>
            </a:r>
            <a:endParaRPr lang="en-US" dirty="0"/>
          </a:p>
          <a:p>
            <a:pPr marL="0" indent="0">
              <a:buNone/>
              <a:defRPr/>
            </a:pPr>
            <a:r>
              <a:rPr lang="es-ES" sz="1600" b="0" i="0" u="sng" strike="noStrike" cap="none" baseline="0" dirty="0">
                <a:solidFill>
                  <a:srgbClr val="0077D3"/>
                </a:solidFill>
                <a:effectLst/>
                <a:uFill>
                  <a:solidFill>
                    <a:srgbClr val="0077D3"/>
                  </a:solidFill>
                </a:uFill>
                <a:latin typeface="Segoe UI"/>
                <a:ea typeface="Segoe UI"/>
                <a:cs typeface="Segoe UI"/>
                <a:hlinkClick r:id="rId4" history="0"/>
              </a:rPr>
              <a:t>https://go.microsoft.com/fwlink/?linkid=2346339</a:t>
            </a:r>
            <a:endParaRPr dirty="0"/>
          </a:p>
          <a:p>
            <a:pPr marL="0" indent="0">
              <a:buNone/>
              <a:defRPr/>
            </a:pPr>
            <a:endParaRPr lang="en-US" dirty="0"/>
          </a:p>
        </p:txBody>
      </p:sp>
      <p:sp>
        <p:nvSpPr>
          <p:cNvPr id="729494664" name="Flowchart: Off-page Connector 7"/>
          <p:cNvSpPr/>
          <p:nvPr/>
        </p:nvSpPr>
        <p:spPr bwMode="auto">
          <a:xfrm rot="5400000">
            <a:off x="6119823" y="2297180"/>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vert270" wrap="square" lIns="274320" tIns="585216" rIns="274320" bIns="182880" numCol="1" spcCol="0" rtlCol="0" fromWordArt="0" anchor="ctr" anchorCtr="0" forceAA="0" compatLnSpc="1">
            <a:prstTxWarp prst="textNoShape">
              <a:avLst/>
            </a:prstTxWarp>
            <a:noAutofit/>
          </a:bodyPr>
          <a:lstStyle>
            <a:defPPr>
              <a:defRPr lang="en-US"/>
            </a:defPPr>
            <a:lvl1pPr marL="0" algn="l" defTabSz="914366" rtl="0">
              <a:defRPr sz="1750">
                <a:solidFill>
                  <a:schemeClr val="lt1"/>
                </a:solidFill>
                <a:latin typeface="+mn-lt"/>
                <a:ea typeface="+mn-ea"/>
                <a:cs typeface="+mn-cs"/>
              </a:defRPr>
            </a:lvl1pPr>
            <a:lvl2pPr marL="457182" algn="l" defTabSz="914366" rtl="0">
              <a:defRPr sz="1750">
                <a:solidFill>
                  <a:schemeClr val="lt1"/>
                </a:solidFill>
                <a:latin typeface="+mn-lt"/>
                <a:ea typeface="+mn-ea"/>
                <a:cs typeface="+mn-cs"/>
              </a:defRPr>
            </a:lvl2pPr>
            <a:lvl3pPr marL="914366" algn="l" defTabSz="914366" rtl="0">
              <a:defRPr sz="1750">
                <a:solidFill>
                  <a:schemeClr val="lt1"/>
                </a:solidFill>
                <a:latin typeface="+mn-lt"/>
                <a:ea typeface="+mn-ea"/>
                <a:cs typeface="+mn-cs"/>
              </a:defRPr>
            </a:lvl3pPr>
            <a:lvl4pPr marL="1371549" algn="l" defTabSz="914366" rtl="0">
              <a:defRPr sz="1750">
                <a:solidFill>
                  <a:schemeClr val="lt1"/>
                </a:solidFill>
                <a:latin typeface="+mn-lt"/>
                <a:ea typeface="+mn-ea"/>
                <a:cs typeface="+mn-cs"/>
              </a:defRPr>
            </a:lvl4pPr>
            <a:lvl5pPr marL="1828733" algn="l" defTabSz="914366" rtl="0">
              <a:defRPr sz="1750">
                <a:solidFill>
                  <a:schemeClr val="lt1"/>
                </a:solidFill>
                <a:latin typeface="+mn-lt"/>
                <a:ea typeface="+mn-ea"/>
                <a:cs typeface="+mn-cs"/>
              </a:defRPr>
            </a:lvl5pPr>
            <a:lvl6pPr marL="2285917" algn="l" defTabSz="914366" rtl="0">
              <a:defRPr sz="1750">
                <a:solidFill>
                  <a:schemeClr val="lt1"/>
                </a:solidFill>
                <a:latin typeface="+mn-lt"/>
                <a:ea typeface="+mn-ea"/>
                <a:cs typeface="+mn-cs"/>
              </a:defRPr>
            </a:lvl6pPr>
            <a:lvl7pPr marL="2743101" algn="l" defTabSz="914366" rtl="0">
              <a:defRPr sz="1750">
                <a:solidFill>
                  <a:schemeClr val="lt1"/>
                </a:solidFill>
                <a:latin typeface="+mn-lt"/>
                <a:ea typeface="+mn-ea"/>
                <a:cs typeface="+mn-cs"/>
              </a:defRPr>
            </a:lvl7pPr>
            <a:lvl8pPr marL="3200283" algn="l" defTabSz="914366" rtl="0">
              <a:defRPr sz="1750">
                <a:solidFill>
                  <a:schemeClr val="lt1"/>
                </a:solidFill>
                <a:latin typeface="+mn-lt"/>
                <a:ea typeface="+mn-ea"/>
                <a:cs typeface="+mn-cs"/>
              </a:defRPr>
            </a:lvl8pPr>
            <a:lvl9pPr marL="3657468" algn="l" defTabSz="914366" rtl="0">
              <a:defRPr sz="1750">
                <a:solidFill>
                  <a:schemeClr val="lt1"/>
                </a:solidFill>
                <a:latin typeface="+mn-lt"/>
                <a:ea typeface="+mn-ea"/>
                <a:cs typeface="+mn-cs"/>
              </a:defRPr>
            </a:lvl9pPr>
          </a:lstStyle>
          <a:p>
            <a:pPr marL="0" marR="0" lvl="0" indent="0" algn="l" defTabSz="932472" rtl="0">
              <a:lnSpc>
                <a:spcPct val="100000"/>
              </a:lnSpc>
              <a:spcBef>
                <a:spcPct val="0"/>
              </a:spcBef>
              <a:spcAft>
                <a:spcPts val="599"/>
              </a:spcAft>
              <a:buClrTx/>
              <a:buSzTx/>
              <a:buFontTx/>
              <a:buNone/>
              <a:defRPr/>
            </a:pPr>
            <a:r>
              <a:rPr lang="es-ES" sz="1600" b="1" i="0" strike="noStrike" cap="none" baseline="0" dirty="0">
                <a:solidFill>
                  <a:srgbClr val="000000"/>
                </a:solidFill>
                <a:effectLst/>
                <a:latin typeface="Segoe UI Semibold"/>
                <a:ea typeface="Segoe UI Semibold"/>
                <a:cs typeface="Segoe UI Semibold"/>
              </a:rPr>
              <a:t>Instructores: </a:t>
            </a:r>
            <a:endParaRPr lang="en-US" sz="1200" b="1" i="0" u="none" strike="noStrike" cap="none" spc="0" dirty="0">
              <a:ln>
                <a:noFill/>
              </a:ln>
              <a:solidFill>
                <a:srgbClr val="000000"/>
              </a:solidFill>
              <a:latin typeface="Segoe UI Semibold"/>
              <a:ea typeface="Segoe UI"/>
              <a:cs typeface="Segoe UI"/>
            </a:endParaRPr>
          </a:p>
          <a:p>
            <a:pPr marL="0" marR="0" lvl="0" indent="0" algn="l" defTabSz="932472" rtl="0">
              <a:lnSpc>
                <a:spcPct val="100000"/>
              </a:lnSpc>
              <a:spcBef>
                <a:spcPct val="0"/>
              </a:spcBef>
              <a:spcAft>
                <a:spcPts val="599"/>
              </a:spcAft>
              <a:buClrTx/>
              <a:buSzTx/>
              <a:buFontTx/>
              <a:buNone/>
              <a:defRPr/>
            </a:pPr>
            <a:r>
              <a:rPr lang="es-ES" sz="1200" b="0" i="0" strike="noStrike" cap="none" baseline="0" dirty="0">
                <a:solidFill>
                  <a:srgbClr val="000000"/>
                </a:solidFill>
                <a:effectLst/>
                <a:latin typeface="Segoe UI"/>
                <a:ea typeface="Segoe UI"/>
                <a:cs typeface="Segoe UI"/>
              </a:rPr>
              <a:t>Personaliza esta diapositiva para incluir el vínculo al entorno de laboratorio hospedado y las instrucciones personalizadas.</a:t>
            </a:r>
            <a:endParaRPr sz="1600" dirty="0"/>
          </a:p>
          <a:p>
            <a:pPr marL="0" marR="0" lvl="0" indent="0" algn="l" defTabSz="932472" rtl="0">
              <a:lnSpc>
                <a:spcPct val="100000"/>
              </a:lnSpc>
              <a:spcBef>
                <a:spcPct val="0"/>
              </a:spcBef>
              <a:spcAft>
                <a:spcPts val="599"/>
              </a:spcAft>
              <a:buClrTx/>
              <a:buSzTx/>
              <a:buFontTx/>
              <a:buNone/>
              <a:defRPr/>
            </a:pPr>
            <a:r>
              <a:rPr lang="es-ES" sz="1200" b="0" i="0" strike="noStrike" cap="none" baseline="0" dirty="0">
                <a:solidFill>
                  <a:srgbClr val="000000"/>
                </a:solidFill>
                <a:effectLst/>
                <a:latin typeface="Segoe UI"/>
                <a:ea typeface="Segoe UI"/>
                <a:cs typeface="Segoe UI"/>
              </a:rPr>
              <a:t>(a continuación, quita esta flecha)</a:t>
            </a:r>
            <a:endParaRPr sz="1600" dirty="0"/>
          </a:p>
        </p:txBody>
      </p:sp>
      <p:sp>
        <p:nvSpPr>
          <p:cNvPr id="424796632" name="Footer Placeholder 4"/>
          <p:cNvSpPr>
            <a:spLocks noGrp="1"/>
          </p:cNvSpPr>
          <p:nvPr>
            <p:ph type="ftr" sz="quarter" idx="3"/>
          </p:nvPr>
        </p:nvSpPr>
        <p:spPr bwMode="auto">
          <a:xfrm>
            <a:off x="579438" y="6421082"/>
            <a:ext cx="4151311" cy="197975"/>
          </a:xfrm>
        </p:spPr>
        <p:txBody>
          <a:bodyPr/>
          <a:lstStyle/>
          <a:p>
            <a:pPr>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69646558" name="Title 4"/>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Prueba de conocimientos del módulo 2</a:t>
            </a:r>
            <a:endParaRPr/>
          </a:p>
        </p:txBody>
      </p:sp>
      <p:sp>
        <p:nvSpPr>
          <p:cNvPr id="961553241" name="Oval 8"/>
          <p:cNvSpPr/>
          <p:nvPr/>
        </p:nvSpPr>
        <p:spPr bwMode="auto">
          <a:xfrm>
            <a:off x="697221" y="1783917"/>
            <a:ext cx="636370" cy="63637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596">
              <a:defRPr/>
            </a:pPr>
            <a:r>
              <a:rPr lang="es-ES" sz="2400" b="1" i="0" strike="noStrike" cap="none" baseline="0">
                <a:solidFill>
                  <a:srgbClr val="FFFFFF"/>
                </a:solidFill>
                <a:effectLst/>
                <a:latin typeface="Segoe UI"/>
                <a:ea typeface="Segoe UI"/>
                <a:cs typeface="Segoe UI"/>
              </a:rPr>
              <a:t>1</a:t>
            </a:r>
            <a:endParaRPr lang="en-IN" sz="2400" b="1">
              <a:solidFill>
                <a:schemeClr val="bg1"/>
              </a:solidFill>
            </a:endParaRPr>
          </a:p>
        </p:txBody>
      </p:sp>
      <p:sp>
        <p:nvSpPr>
          <p:cNvPr id="257305050" name="Text Placeholder 43"/>
          <p:cNvSpPr txBox="1"/>
          <p:nvPr/>
        </p:nvSpPr>
        <p:spPr bwMode="auto">
          <a:xfrm>
            <a:off x="1641205" y="1783917"/>
            <a:ext cx="9217197" cy="1755210"/>
          </a:xfrm>
          <a:prstGeom prst="rect">
            <a:avLst/>
          </a:prstGeom>
        </p:spPr>
        <p:txBody>
          <a:bodyPr vert="horz" lIns="0" tIns="0" rIns="0" bIns="0" rtlCol="0" anchor="t">
            <a:noAutofit/>
          </a:bodyPr>
          <a:lst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4" indent="-234949"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2" algn="l" defTabSz="914400" rtl="0">
              <a:lnSpc>
                <a:spcPct val="100000"/>
              </a:lnSpc>
              <a:spcBef>
                <a:spcPct val="0"/>
              </a:spcBef>
              <a:buFont typeface="Arial"/>
              <a:buChar char="•"/>
              <a:defRPr sz="2000">
                <a:solidFill>
                  <a:schemeClr val="tx1"/>
                </a:solidFill>
                <a:latin typeface="Segoe UI"/>
                <a:ea typeface="+mn-ea"/>
                <a:cs typeface="Segoe UI"/>
              </a:defRPr>
            </a:lvl3pPr>
            <a:lvl4pPr marL="1141412" indent="-169861" algn="l" defTabSz="914400" rtl="0">
              <a:lnSpc>
                <a:spcPct val="100000"/>
              </a:lnSpc>
              <a:spcBef>
                <a:spcPct val="0"/>
              </a:spcBef>
              <a:buFont typeface="Arial"/>
              <a:buChar char="•"/>
              <a:defRPr sz="1800">
                <a:solidFill>
                  <a:schemeClr val="tx1"/>
                </a:solidFill>
                <a:latin typeface="Segoe UI"/>
                <a:ea typeface="+mn-ea"/>
                <a:cs typeface="Segoe UI"/>
              </a:defRPr>
            </a:lvl4pPr>
            <a:lvl5pPr marL="1376361" indent="-179387" algn="l" defTabSz="914400" rtl="0">
              <a:lnSpc>
                <a:spcPct val="100000"/>
              </a:lnSpc>
              <a:spcBef>
                <a:spcPct val="0"/>
              </a:spcBef>
              <a:buFont typeface="Arial"/>
              <a:buChar char="•"/>
              <a:defRPr sz="1800">
                <a:solidFill>
                  <a:schemeClr val="tx1"/>
                </a:solidFill>
                <a:latin typeface="Segoe UI"/>
                <a:ea typeface="+mn-ea"/>
                <a:cs typeface="Segoe UI"/>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indent="0">
              <a:lnSpc>
                <a:spcPct val="110000"/>
              </a:lnSpc>
              <a:spcAft>
                <a:spcPts val="599"/>
              </a:spcAft>
              <a:buNone/>
              <a:defRPr/>
            </a:pPr>
            <a:r>
              <a:rPr lang="es-ES" sz="1600" b="0" i="0" strike="noStrike" cap="none" baseline="0">
                <a:solidFill>
                  <a:srgbClr val="000000"/>
                </a:solidFill>
                <a:effectLst/>
                <a:latin typeface="Segoe UI"/>
                <a:ea typeface="Segoe UI"/>
                <a:cs typeface="Segoe UI"/>
              </a:rPr>
              <a:t>Debes almacenar una cadena de conexión de base de datos que contenga una contraseña. El valor no debe estar visible en el control de código fuente. ¿Qué recurso de Kubernetes debes usar?</a:t>
            </a:r>
            <a:endParaRPr sz="2600"/>
          </a:p>
          <a:p>
            <a:pPr marL="261850" indent="-261850">
              <a:buFont typeface="Arial"/>
              <a:buAutoNum type="alphaUcPeriod"/>
              <a:defRPr/>
            </a:pPr>
            <a:r>
              <a:rPr lang="es-ES" sz="1600" b="0" i="0" strike="noStrike" cap="none" baseline="0">
                <a:solidFill>
                  <a:srgbClr val="000000"/>
                </a:solidFill>
                <a:effectLst/>
                <a:latin typeface="Segoe UI"/>
                <a:ea typeface="Segoe UI"/>
                <a:cs typeface="Segoe UI"/>
              </a:rPr>
              <a:t>ConfigMap, ya que almacena datos de configuración</a:t>
            </a:r>
            <a:endParaRPr lang="en-US" sz="1600" b="0" i="0" u="none" strike="noStrike" cap="none" spc="0">
              <a:solidFill>
                <a:schemeClr val="tx1"/>
              </a:solidFill>
              <a:latin typeface="Segoe UI"/>
              <a:cs typeface="Segoe UI"/>
            </a:endParaRPr>
          </a:p>
          <a:p>
            <a:pPr marL="261850" indent="-261850">
              <a:buFont typeface="Arial"/>
              <a:buAutoNum type="alphaUcPeriod"/>
              <a:defRPr/>
            </a:pPr>
            <a:r>
              <a:rPr lang="es-ES" sz="1600" b="0" i="0" strike="noStrike" cap="none" baseline="0">
                <a:solidFill>
                  <a:srgbClr val="000000"/>
                </a:solidFill>
                <a:effectLst/>
                <a:latin typeface="Segoe UI"/>
                <a:ea typeface="Segoe UI"/>
                <a:cs typeface="Segoe UI"/>
              </a:rPr>
              <a:t>Secreto, porque almacena valores confidenciales y mantiene las credenciales fuera del control de código fuente</a:t>
            </a:r>
            <a:endParaRPr lang="en-US" sz="1600" b="0" i="0" u="none" strike="noStrike" cap="none" spc="0">
              <a:solidFill>
                <a:schemeClr val="tx1"/>
              </a:solidFill>
              <a:latin typeface="Segoe UI"/>
              <a:cs typeface="Segoe UI"/>
            </a:endParaRPr>
          </a:p>
          <a:p>
            <a:pPr marL="228600" marR="0" indent="-228600">
              <a:buFont typeface="Arial"/>
              <a:buAutoNum type="alphaUcPeriod"/>
              <a:defRPr/>
            </a:pPr>
            <a:r>
              <a:rPr lang="es-ES" sz="1600" b="0" i="0" strike="noStrike" cap="none" baseline="0">
                <a:solidFill>
                  <a:srgbClr val="000000"/>
                </a:solidFill>
                <a:effectLst/>
                <a:latin typeface="Segoe UI"/>
                <a:ea typeface="Segoe UI"/>
                <a:cs typeface="Segoe UI"/>
              </a:rPr>
              <a:t>PersistentVolumeClaim, porque proporciona almacenamiento para datos de aplicaciones</a:t>
            </a:r>
            <a:endParaRPr sz="1600"/>
          </a:p>
        </p:txBody>
      </p:sp>
      <p:sp>
        <p:nvSpPr>
          <p:cNvPr id="1596074070" name="Oval 10"/>
          <p:cNvSpPr/>
          <p:nvPr/>
        </p:nvSpPr>
        <p:spPr bwMode="auto">
          <a:xfrm>
            <a:off x="697221" y="3862416"/>
            <a:ext cx="636370" cy="63637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596">
              <a:defRPr/>
            </a:pPr>
            <a:r>
              <a:rPr lang="es-ES" sz="2400" b="1" i="0" strike="noStrike" cap="none" baseline="0">
                <a:solidFill>
                  <a:srgbClr val="FFFFFF"/>
                </a:solidFill>
                <a:effectLst/>
                <a:latin typeface="Segoe UI"/>
                <a:ea typeface="Segoe UI"/>
                <a:cs typeface="Segoe UI"/>
              </a:rPr>
              <a:t>2</a:t>
            </a:r>
            <a:endParaRPr lang="en-IN" sz="2400" b="1">
              <a:solidFill>
                <a:schemeClr val="bg1"/>
              </a:solidFill>
            </a:endParaRPr>
          </a:p>
        </p:txBody>
      </p:sp>
      <p:sp>
        <p:nvSpPr>
          <p:cNvPr id="202676015" name="Text Placeholder 43"/>
          <p:cNvSpPr txBox="1"/>
          <p:nvPr/>
        </p:nvSpPr>
        <p:spPr bwMode="auto">
          <a:xfrm>
            <a:off x="1641204" y="3860982"/>
            <a:ext cx="9217197" cy="1882186"/>
          </a:xfrm>
          <a:prstGeom prst="rect">
            <a:avLst/>
          </a:prstGeom>
        </p:spPr>
        <p:txBody>
          <a:bodyPr vert="horz" lIns="0" tIns="0" rIns="0" bIns="0" rtlCol="0" anchor="t">
            <a:noAutofit/>
          </a:bodyPr>
          <a:lst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4" indent="-234949"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2" algn="l" defTabSz="914400" rtl="0">
              <a:lnSpc>
                <a:spcPct val="100000"/>
              </a:lnSpc>
              <a:spcBef>
                <a:spcPct val="0"/>
              </a:spcBef>
              <a:buFont typeface="Arial"/>
              <a:buChar char="•"/>
              <a:defRPr sz="2000">
                <a:solidFill>
                  <a:schemeClr val="tx1"/>
                </a:solidFill>
                <a:latin typeface="Segoe UI"/>
                <a:ea typeface="+mn-ea"/>
                <a:cs typeface="Segoe UI"/>
              </a:defRPr>
            </a:lvl3pPr>
            <a:lvl4pPr marL="1141412" indent="-169861" algn="l" defTabSz="914400" rtl="0">
              <a:lnSpc>
                <a:spcPct val="100000"/>
              </a:lnSpc>
              <a:spcBef>
                <a:spcPct val="0"/>
              </a:spcBef>
              <a:buFont typeface="Arial"/>
              <a:buChar char="•"/>
              <a:defRPr sz="1800">
                <a:solidFill>
                  <a:schemeClr val="tx1"/>
                </a:solidFill>
                <a:latin typeface="Segoe UI"/>
                <a:ea typeface="+mn-ea"/>
                <a:cs typeface="Segoe UI"/>
              </a:defRPr>
            </a:lvl4pPr>
            <a:lvl5pPr marL="1376361" indent="-179387" algn="l" defTabSz="914400" rtl="0">
              <a:lnSpc>
                <a:spcPct val="100000"/>
              </a:lnSpc>
              <a:spcBef>
                <a:spcPct val="0"/>
              </a:spcBef>
              <a:buFont typeface="Arial"/>
              <a:buChar char="•"/>
              <a:defRPr sz="1800">
                <a:solidFill>
                  <a:schemeClr val="tx1"/>
                </a:solidFill>
                <a:latin typeface="Segoe UI"/>
                <a:ea typeface="+mn-ea"/>
                <a:cs typeface="Segoe UI"/>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indent="0">
              <a:lnSpc>
                <a:spcPct val="110000"/>
              </a:lnSpc>
              <a:spcAft>
                <a:spcPts val="599"/>
              </a:spcAft>
              <a:buNone/>
              <a:defRPr/>
            </a:pPr>
            <a:r>
              <a:rPr lang="es-ES" sz="1600" b="0" i="0" strike="noStrike" cap="none" baseline="0">
                <a:solidFill>
                  <a:srgbClr val="000000"/>
                </a:solidFill>
                <a:effectLst/>
                <a:latin typeface="Segoe UI"/>
                <a:ea typeface="Segoe UI"/>
                <a:cs typeface="Segoe UI"/>
              </a:rPr>
              <a:t>La aplicación lee un archivo de configuración JSON al iniciarse. Deseas actualizar el archivo sin reconstruir la imagen de contenedor. ¿Cómo debes proporcionar la configuración?</a:t>
            </a:r>
            <a:endParaRPr lang="en-US"/>
          </a:p>
          <a:p>
            <a:pPr marL="261850" indent="-261850">
              <a:buFont typeface="Arial"/>
              <a:buAutoNum type="alphaUcPeriod"/>
              <a:defRPr/>
            </a:pPr>
            <a:r>
              <a:rPr lang="es-ES" sz="1600" b="0" i="0" strike="noStrike" cap="none" baseline="0">
                <a:solidFill>
                  <a:srgbClr val="000000"/>
                </a:solidFill>
                <a:effectLst/>
                <a:latin typeface="Segoe UI"/>
                <a:ea typeface="Segoe UI"/>
                <a:cs typeface="Segoe UI"/>
              </a:rPr>
              <a:t>Montar un ConfigMap como archivos usando un volumen para que el archivo JSON aparezca en el disco</a:t>
            </a:r>
            <a:endParaRPr lang="en-US" sz="1600" b="0" i="0" u="none" strike="noStrike" cap="none" spc="0">
              <a:solidFill>
                <a:schemeClr val="tx1"/>
              </a:solidFill>
              <a:latin typeface="Segoe UI"/>
              <a:cs typeface="Segoe UI"/>
            </a:endParaRPr>
          </a:p>
          <a:p>
            <a:pPr marL="261850" indent="-261850">
              <a:buFont typeface="Arial"/>
              <a:buAutoNum type="alphaUcPeriod"/>
              <a:defRPr/>
            </a:pPr>
            <a:r>
              <a:rPr lang="es-ES" sz="1600" b="0" i="0" strike="noStrike" cap="none" baseline="0">
                <a:solidFill>
                  <a:srgbClr val="000000"/>
                </a:solidFill>
                <a:effectLst/>
                <a:latin typeface="Segoe UI"/>
                <a:ea typeface="Segoe UI"/>
                <a:cs typeface="Segoe UI"/>
              </a:rPr>
              <a:t>Almacenar el JSON en un secreto e inyéctalo como una variable de entorno</a:t>
            </a:r>
          </a:p>
          <a:p>
            <a:pPr marL="261850" indent="-261850">
              <a:buFont typeface="Arial"/>
              <a:buAutoNum type="alphaUcPeriod"/>
              <a:defRPr/>
            </a:pPr>
            <a:r>
              <a:rPr lang="es-ES" sz="1600" b="0" i="0" strike="noStrike" cap="none" baseline="0">
                <a:solidFill>
                  <a:srgbClr val="000000"/>
                </a:solidFill>
                <a:effectLst/>
                <a:latin typeface="Segoe UI"/>
                <a:ea typeface="Segoe UI"/>
                <a:cs typeface="Segoe UI"/>
              </a:rPr>
              <a:t>Insertar el JSON en la imagen de contenedor y recompilar cuando cambia</a:t>
            </a:r>
            <a:endParaRPr lang="en-US" sz="1600" b="0" i="0" u="none" strike="noStrike" cap="none" spc="0">
              <a:solidFill>
                <a:schemeClr val="tx1"/>
              </a:solidFill>
              <a:latin typeface="Segoe UI"/>
              <a:cs typeface="Segoe UI"/>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712337039" name="Title 16"/>
          <p:cNvSpPr txBox="1">
            <a:spLocks noGrp="1"/>
          </p:cNvSpPr>
          <p:nvPr>
            <p:ph type="title"/>
          </p:nvPr>
        </p:nvSpPr>
        <p:spPr bwMode="auto">
          <a:xfrm>
            <a:off x="457200" y="411480"/>
            <a:ext cx="11222609" cy="553997"/>
          </a:xfrm>
          <a:prstGeom prst="rect">
            <a:avLst/>
          </a:prstGeom>
          <a:noFill/>
          <a:ln>
            <a:noFill/>
            <a:prstDash val="solid"/>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a:lnSpc>
                <a:spcPct val="100000"/>
              </a:lnSpc>
              <a:spcBef>
                <a:spcPct val="0"/>
              </a:spcBef>
              <a:buNone/>
              <a:defRPr lang="en-US" sz="3200" b="0" i="0" cap="none" spc="0">
                <a:ln w="3175">
                  <a:noFill/>
                </a:ln>
                <a:solidFill>
                  <a:schemeClr val="tx1"/>
                </a:solidFill>
                <a:latin typeface="+mj-lt"/>
                <a:ea typeface="+mn-ea"/>
                <a:cs typeface="Segoe UI Semibold"/>
              </a:defRPr>
            </a:lvl1pPr>
          </a:lstStyle>
          <a:p>
            <a:pPr>
              <a:defRPr/>
            </a:pPr>
            <a:r>
              <a:rPr lang="en-US" sz="3600">
                <a:cs typeface="Segoe UI Semibold"/>
              </a:rPr>
              <a:t>Interactive Knowledge</a:t>
            </a:r>
            <a:r>
              <a:rPr lang="en-US" sz="3600" b="0" i="0" u="none" strike="noStrike" cap="none" spc="0">
                <a:ln w="3175">
                  <a:noFill/>
                </a:ln>
                <a:latin typeface="Segoe UI Semibold"/>
                <a:ea typeface="Arial"/>
                <a:cs typeface="Segoe UI Semibold"/>
              </a:rPr>
              <a:t> check </a:t>
            </a:r>
            <a:endParaRPr/>
          </a:p>
        </p:txBody>
      </p:sp>
      <p:sp>
        <p:nvSpPr>
          <p:cNvPr id="1573592402" name="Text Placeholder 1"/>
          <p:cNvSpPr>
            <a:spLocks noGrp="1"/>
          </p:cNvSpPr>
          <p:nvPr>
            <p:ph type="body" sz="quarter" idx="4294967295"/>
          </p:nvPr>
        </p:nvSpPr>
        <p:spPr bwMode="auto">
          <a:xfrm>
            <a:off x="4798235" y="2051472"/>
            <a:ext cx="6719489" cy="2926440"/>
          </a:xfrm>
        </p:spPr>
        <p:txBody>
          <a:bodyPr vert="horz" wrap="square" lIns="0" tIns="0" rIns="0" bIns="0" rtlCol="0" anchor="t">
            <a:spAutoFit/>
          </a:bodyPr>
          <a:lstStyle/>
          <a:p>
            <a:pPr marL="0" indent="0">
              <a:buNone/>
              <a:defRPr/>
            </a:pPr>
            <a:r>
              <a:rPr lang="en-US" sz="2400" b="0">
                <a:latin typeface="Segoe UI Semibold"/>
                <a:ea typeface="Segoe UI Semibold"/>
                <a:cs typeface="Segoe UI Semibold"/>
              </a:rPr>
              <a:t>Test your knowledge with this real time quiz. </a:t>
            </a:r>
            <a:endParaRPr b="0">
              <a:latin typeface="Segoe UI Semibold"/>
              <a:cs typeface="Segoe UI Semibold"/>
            </a:endParaRPr>
          </a:p>
          <a:p>
            <a:pPr marL="0" indent="0">
              <a:buNone/>
              <a:defRPr/>
            </a:pPr>
            <a:r>
              <a:rPr lang="en-US" sz="2400" b="0">
                <a:latin typeface="Segoe UI Semibold"/>
                <a:ea typeface="Segoe UI Semibold"/>
                <a:cs typeface="Segoe UI Semibold"/>
              </a:rPr>
              <a:t>Prompt Microsoft Copilot Chat: </a:t>
            </a:r>
            <a:endParaRPr lang="en-US"/>
          </a:p>
          <a:p>
            <a:pPr marL="0" indent="0">
              <a:buNone/>
              <a:defRPr/>
            </a:pPr>
            <a:endParaRPr lang="en-US" sz="2400" b="1"/>
          </a:p>
          <a:p>
            <a:pPr marL="0" indent="0">
              <a:buNone/>
              <a:defRPr/>
            </a:pPr>
            <a:r>
              <a:rPr lang="en-US" sz="2000" b="0" i="0" u="none" strike="noStrike" cap="none" spc="0">
                <a:solidFill>
                  <a:schemeClr val="tx1"/>
                </a:solidFill>
                <a:latin typeface="Segoe UI"/>
                <a:ea typeface="Segoe UI"/>
                <a:cs typeface="Segoe UI"/>
              </a:rPr>
              <a:t>As an Azure Kubernetes Service (AKS) expert, please create three multiple-choice questions that assess knowledge of configuring containers on AKS.</a:t>
            </a:r>
            <a:r>
              <a:rPr lang="en-US" sz="2000">
                <a:latin typeface="Segoe UI"/>
                <a:ea typeface="Segoe UI"/>
                <a:cs typeface="Segoe UI"/>
              </a:rPr>
              <a:t> Present one question at a time and wait for my response before continuing. After each answer, provide a brief explanation of the correct choice before moving on to the next question.</a:t>
            </a:r>
            <a:endParaRPr/>
          </a:p>
        </p:txBody>
      </p:sp>
      <p:pic>
        <p:nvPicPr>
          <p:cNvPr id="1120689530" name="Picture 7">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bwMode="auto">
          <a:xfrm>
            <a:off x="807647" y="2160061"/>
            <a:ext cx="3726420" cy="3257794"/>
          </a:xfrm>
          <a:prstGeom prst="rect">
            <a:avLst/>
          </a:prstGeom>
          <a:ln w="38100">
            <a:solidFill>
              <a:srgbClr val="C73ECC"/>
            </a:solid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9423077" name="Title 9"/>
          <p:cNvSpPr>
            <a:spLocks noGrp="1"/>
          </p:cNvSpPr>
          <p:nvPr>
            <p:ph type="title"/>
          </p:nvPr>
        </p:nvSpPr>
        <p:spPr bwMode="auto"/>
        <p:txBody>
          <a:bodyPr>
            <a:noAutofit/>
          </a:bodyPr>
          <a:lstStyle/>
          <a:p>
            <a:pPr>
              <a:defRPr/>
            </a:pPr>
            <a:r>
              <a:rPr lang="es-ES" sz="2800" b="0" i="0" strike="noStrike" cap="none" baseline="0">
                <a:solidFill>
                  <a:srgbClr val="000000"/>
                </a:solidFill>
                <a:effectLst/>
                <a:latin typeface="Segoe UI Semibold"/>
                <a:ea typeface="Segoe UI Semibold"/>
                <a:cs typeface="Segoe UI Semibold"/>
              </a:rPr>
              <a:t>Resumen del módulo 2</a:t>
            </a:r>
            <a:endParaRPr sz="2800"/>
          </a:p>
        </p:txBody>
      </p:sp>
      <p:sp>
        <p:nvSpPr>
          <p:cNvPr id="971780900" name="Rounded Rectangle 3_1">
            <a:extLst>
              <a:ext uri="{C183D7F6-B498-43B3-948B-1728B52AA6E4}">
                <adec:decorative xmlns:adec="http://schemas.microsoft.com/office/drawing/2017/decorative" val="1"/>
              </a:ext>
            </a:extLst>
          </p:cNvPr>
          <p:cNvSpPr/>
          <p:nvPr/>
        </p:nvSpPr>
        <p:spPr bwMode="auto">
          <a:xfrm>
            <a:off x="594774" y="1097167"/>
            <a:ext cx="10618656" cy="4328361"/>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numCol="1" spcCol="457200" rtlCol="0" anchor="t"/>
          <a:lstStyle/>
          <a:p>
            <a:pPr marL="0" marR="0" lvl="0" indent="0" algn="l" defTabSz="932742" rtl="0">
              <a:lnSpc>
                <a:spcPct val="100000"/>
              </a:lnSpc>
              <a:spcBef>
                <a:spcPts val="1199"/>
              </a:spcBef>
              <a:spcAft>
                <a:spcPct val="0"/>
              </a:spcAft>
              <a:buClrTx/>
              <a:buSzPct val="90000"/>
              <a:buFont typeface="Wingdings"/>
              <a:buNone/>
              <a:defRPr/>
            </a:pPr>
            <a:r>
              <a:rPr lang="es-ES" sz="1800" b="0" i="0" strike="noStrike" cap="none" baseline="0">
                <a:solidFill>
                  <a:srgbClr val="FFFFFF"/>
                </a:solidFill>
                <a:effectLst/>
                <a:latin typeface="Segoe UI"/>
                <a:ea typeface="Segoe UI"/>
                <a:cs typeface="Segoe UI"/>
              </a:rPr>
              <a:t>La clave de partición es tu decisión de diseño más importante (no se puede cambiar más adelante el cliente singleton). Reutiliza CosmosClient para la agrupación de conexiones y el almacenamiento en caché. Usa lecturas puntuales sobre consultas si conoces el Id. y la clave de partición. Parametriza consultas para la seguridad y el almacenamiento en caché del plan de consulta. Las consultas de partición única cuestan menos que las consultas entre particiones. Supervisa el consumo de RU para identificar oportunidades de optimización. </a:t>
            </a:r>
            <a:endParaRPr lang="en-US" sz="1800">
              <a:solidFill>
                <a:schemeClr val="tx1"/>
              </a:solidFill>
              <a:cs typeface="Segoe UI"/>
            </a:endParaRPr>
          </a:p>
        </p:txBody>
      </p:sp>
      <p:sp>
        <p:nvSpPr>
          <p:cNvPr id="5784101" name="TextBox 2"/>
          <p:cNvSpPr txBox="1"/>
          <p:nvPr/>
        </p:nvSpPr>
        <p:spPr bwMode="auto">
          <a:xfrm>
            <a:off x="889962" y="1343790"/>
            <a:ext cx="9572298" cy="3914010"/>
          </a:xfrm>
          <a:prstGeom prst="rect">
            <a:avLst/>
          </a:prstGeom>
          <a:noFill/>
        </p:spPr>
        <p:txBody>
          <a:bodyPr wrap="square" lIns="91440" tIns="45720" rIns="91440" bIns="45720" anchor="t">
            <a:noAutofit/>
          </a:bodyPr>
          <a:lstStyle/>
          <a:p>
            <a:pPr marL="228600" marR="0" lvl="0" indent="-228600">
              <a:spcAft>
                <a:spcPts val="791"/>
              </a:spcAft>
              <a:buFont typeface="Arial"/>
              <a:buChar char="•"/>
              <a:defRPr/>
            </a:pPr>
            <a:r>
              <a:rPr lang="es-ES" sz="1800" b="0" i="0" strike="noStrike" cap="none" baseline="0" dirty="0" err="1">
                <a:solidFill>
                  <a:srgbClr val="000000"/>
                </a:solidFill>
                <a:effectLst/>
                <a:latin typeface="Segoe UI Semibold"/>
                <a:ea typeface="Segoe UI Semibold"/>
                <a:cs typeface="Segoe UI Semibold"/>
              </a:rPr>
              <a:t>ConfigMaps</a:t>
            </a:r>
            <a:r>
              <a:rPr lang="es-ES" sz="1800" b="0" i="0" strike="noStrike" cap="none" baseline="0" dirty="0">
                <a:solidFill>
                  <a:srgbClr val="000000"/>
                </a:solidFill>
                <a:effectLst/>
                <a:latin typeface="Segoe UI Semibold"/>
                <a:ea typeface="Segoe UI Semibold"/>
                <a:cs typeface="Segoe UI Semibold"/>
              </a:rPr>
              <a:t>: </a:t>
            </a:r>
            <a:r>
              <a:rPr lang="es-ES" sz="1800" b="0" i="0" strike="noStrike" cap="none" baseline="0" dirty="0">
                <a:solidFill>
                  <a:srgbClr val="000000"/>
                </a:solidFill>
                <a:effectLst/>
                <a:latin typeface="Segoe UI"/>
                <a:ea typeface="Segoe UI"/>
                <a:cs typeface="Segoe UI"/>
              </a:rPr>
              <a:t>externaliza la configuración sin distinción y actualízala sin volver a compilar imágenes</a:t>
            </a:r>
            <a:endParaRPr sz="1800" dirty="0"/>
          </a:p>
          <a:p>
            <a:pPr marL="228600" marR="0" lvl="0" indent="-228600" algn="l">
              <a:lnSpc>
                <a:spcPct val="100000"/>
              </a:lnSpc>
              <a:spcBef>
                <a:spcPct val="0"/>
              </a:spcBef>
              <a:spcAft>
                <a:spcPts val="791"/>
              </a:spcAft>
              <a:buFont typeface="Arial"/>
              <a:buChar char="•"/>
              <a:defRPr/>
            </a:pPr>
            <a:r>
              <a:rPr lang="es-ES" sz="1800" b="0" i="0" strike="noStrike" cap="none" baseline="0" dirty="0">
                <a:solidFill>
                  <a:srgbClr val="000000"/>
                </a:solidFill>
                <a:effectLst/>
                <a:latin typeface="Segoe UI Semibold"/>
                <a:ea typeface="Segoe UI Semibold"/>
                <a:cs typeface="Segoe UI Semibold"/>
              </a:rPr>
              <a:t>Patrones de consumo: </a:t>
            </a:r>
            <a:r>
              <a:rPr lang="es-ES" sz="1800" b="0" i="0" strike="noStrike" cap="none" baseline="0" dirty="0">
                <a:solidFill>
                  <a:srgbClr val="000000"/>
                </a:solidFill>
                <a:effectLst/>
                <a:latin typeface="Segoe UI"/>
                <a:ea typeface="Segoe UI"/>
                <a:cs typeface="Segoe UI"/>
              </a:rPr>
              <a:t>elige variables de entorno para la configuración de nivel de proceso; el volumen aumenta para la configuración basada en archivos</a:t>
            </a:r>
            <a:endParaRPr sz="1800" dirty="0"/>
          </a:p>
          <a:p>
            <a:pPr marL="228600" marR="0" lvl="0" indent="-228600" algn="l">
              <a:lnSpc>
                <a:spcPct val="100000"/>
              </a:lnSpc>
              <a:spcBef>
                <a:spcPct val="0"/>
              </a:spcBef>
              <a:spcAft>
                <a:spcPts val="791"/>
              </a:spcAft>
              <a:buFont typeface="Arial"/>
              <a:buChar char="•"/>
              <a:defRPr/>
            </a:pPr>
            <a:r>
              <a:rPr lang="es-ES" sz="1800" b="0" i="0" strike="noStrike" cap="none" baseline="0" dirty="0">
                <a:solidFill>
                  <a:srgbClr val="000000"/>
                </a:solidFill>
                <a:effectLst/>
                <a:latin typeface="Segoe UI Semibold"/>
                <a:ea typeface="Segoe UI Semibold"/>
                <a:cs typeface="Segoe UI Semibold"/>
              </a:rPr>
              <a:t>Secretos:</a:t>
            </a:r>
            <a:r>
              <a:rPr lang="es-ES" sz="1800" b="0" i="0" strike="noStrike" cap="none" baseline="0" dirty="0">
                <a:solidFill>
                  <a:srgbClr val="000000"/>
                </a:solidFill>
                <a:effectLst/>
                <a:latin typeface="Segoe UI"/>
                <a:ea typeface="Segoe UI"/>
                <a:cs typeface="Segoe UI"/>
              </a:rPr>
              <a:t> protege las credenciales con la inyección de </a:t>
            </a:r>
            <a:r>
              <a:rPr lang="es-ES" sz="1800" b="0" i="0" strike="noStrike" cap="none" baseline="0" dirty="0" err="1">
                <a:solidFill>
                  <a:srgbClr val="000000"/>
                </a:solidFill>
                <a:effectLst/>
                <a:latin typeface="Segoe UI"/>
                <a:ea typeface="Segoe UI"/>
                <a:cs typeface="Segoe UI"/>
              </a:rPr>
              <a:t>secretKeyRef</a:t>
            </a:r>
            <a:r>
              <a:rPr lang="es-ES" sz="1800" b="0" i="0" strike="noStrike" cap="none" baseline="0" dirty="0">
                <a:solidFill>
                  <a:srgbClr val="000000"/>
                </a:solidFill>
                <a:effectLst/>
                <a:latin typeface="Segoe UI"/>
                <a:ea typeface="Segoe UI"/>
                <a:cs typeface="Segoe UI"/>
              </a:rPr>
              <a:t> y el acceso restringido a RBAC</a:t>
            </a:r>
            <a:endParaRPr sz="1800" dirty="0"/>
          </a:p>
          <a:p>
            <a:pPr marL="228600" marR="0" lvl="0" indent="-228600" algn="l">
              <a:lnSpc>
                <a:spcPct val="100000"/>
              </a:lnSpc>
              <a:spcBef>
                <a:spcPct val="0"/>
              </a:spcBef>
              <a:spcAft>
                <a:spcPts val="791"/>
              </a:spcAft>
              <a:buFont typeface="Arial"/>
              <a:buChar char="•"/>
              <a:defRPr/>
            </a:pPr>
            <a:r>
              <a:rPr lang="es-ES" sz="1800" b="0" i="0" strike="noStrike" cap="none" baseline="0" dirty="0">
                <a:solidFill>
                  <a:srgbClr val="000000"/>
                </a:solidFill>
                <a:effectLst/>
                <a:latin typeface="Segoe UI Semibold"/>
                <a:ea typeface="Segoe UI Semibold"/>
                <a:cs typeface="Segoe UI Semibold"/>
              </a:rPr>
              <a:t>Integración de Key </a:t>
            </a:r>
            <a:r>
              <a:rPr lang="es-ES" sz="1800" b="0" i="0" strike="noStrike" cap="none" baseline="0" dirty="0" err="1">
                <a:solidFill>
                  <a:srgbClr val="000000"/>
                </a:solidFill>
                <a:effectLst/>
                <a:latin typeface="Segoe UI Semibold"/>
                <a:ea typeface="Segoe UI Semibold"/>
                <a:cs typeface="Segoe UI Semibold"/>
              </a:rPr>
              <a:t>Vault</a:t>
            </a:r>
            <a:r>
              <a:rPr lang="es-ES" sz="1800" b="0" i="0" strike="noStrike" cap="none" baseline="0" dirty="0">
                <a:solidFill>
                  <a:srgbClr val="000000"/>
                </a:solidFill>
                <a:effectLst/>
                <a:latin typeface="Segoe UI Semibold"/>
                <a:ea typeface="Segoe UI Semibold"/>
                <a:cs typeface="Segoe UI Semibold"/>
              </a:rPr>
              <a:t>:</a:t>
            </a:r>
            <a:r>
              <a:rPr lang="es-ES" sz="1800" b="0" i="0" strike="noStrike" cap="none" baseline="0" dirty="0">
                <a:solidFill>
                  <a:srgbClr val="000000"/>
                </a:solidFill>
                <a:effectLst/>
                <a:latin typeface="Segoe UI"/>
                <a:ea typeface="Segoe UI"/>
                <a:cs typeface="Segoe UI"/>
              </a:rPr>
              <a:t> usa el controlador CSI para la rotación, los seguimientos de auditoría y la administración de secretos de nivel de producción</a:t>
            </a:r>
            <a:endParaRPr sz="1800" dirty="0"/>
          </a:p>
          <a:p>
            <a:pPr marL="228600" marR="0" lvl="0" indent="-228600" algn="l">
              <a:lnSpc>
                <a:spcPct val="100000"/>
              </a:lnSpc>
              <a:spcBef>
                <a:spcPct val="0"/>
              </a:spcBef>
              <a:spcAft>
                <a:spcPts val="791"/>
              </a:spcAft>
              <a:buFont typeface="Arial"/>
              <a:buChar char="•"/>
              <a:defRPr/>
            </a:pPr>
            <a:r>
              <a:rPr lang="es-ES" sz="1800" b="0" i="0" strike="noStrike" cap="none" baseline="0" dirty="0">
                <a:solidFill>
                  <a:srgbClr val="000000"/>
                </a:solidFill>
                <a:effectLst/>
                <a:latin typeface="Segoe UI Semibold"/>
                <a:ea typeface="Segoe UI Semibold"/>
                <a:cs typeface="Segoe UI Semibold"/>
              </a:rPr>
              <a:t>Almacenamiento persistente:</a:t>
            </a:r>
            <a:r>
              <a:rPr lang="es-ES" sz="1800" b="0" i="0" strike="noStrike" cap="none" baseline="0" dirty="0">
                <a:solidFill>
                  <a:srgbClr val="000000"/>
                </a:solidFill>
                <a:effectLst/>
                <a:latin typeface="Segoe UI"/>
                <a:ea typeface="Segoe UI"/>
                <a:cs typeface="Segoe UI"/>
              </a:rPr>
              <a:t> los PVC con </a:t>
            </a:r>
            <a:r>
              <a:rPr lang="es-ES" sz="1800" b="0" i="0" strike="noStrike" cap="none" baseline="0" dirty="0" err="1">
                <a:solidFill>
                  <a:srgbClr val="000000"/>
                </a:solidFill>
                <a:effectLst/>
                <a:latin typeface="Segoe UI"/>
                <a:ea typeface="Segoe UI"/>
                <a:cs typeface="Segoe UI"/>
              </a:rPr>
              <a:t>StorageClasses</a:t>
            </a:r>
            <a:r>
              <a:rPr lang="es-ES" sz="1800" b="0" i="0" strike="noStrike" cap="none" baseline="0" dirty="0">
                <a:solidFill>
                  <a:srgbClr val="000000"/>
                </a:solidFill>
                <a:effectLst/>
                <a:latin typeface="Segoe UI"/>
                <a:ea typeface="Segoe UI"/>
                <a:cs typeface="Segoe UI"/>
              </a:rPr>
              <a:t> aprovisionan Azure Disk o Azure Files automáticamente</a:t>
            </a:r>
            <a:endParaRPr sz="1800" dirty="0"/>
          </a:p>
          <a:p>
            <a:pPr marL="228600" marR="0" lvl="0" indent="-228600" algn="l">
              <a:lnSpc>
                <a:spcPct val="100000"/>
              </a:lnSpc>
              <a:spcBef>
                <a:spcPct val="0"/>
              </a:spcBef>
              <a:spcAft>
                <a:spcPts val="791"/>
              </a:spcAft>
              <a:buFont typeface="Arial"/>
              <a:buChar char="•"/>
              <a:defRPr/>
            </a:pPr>
            <a:r>
              <a:rPr lang="es-ES" sz="1800" b="0" i="0" strike="noStrike" cap="none" baseline="0" dirty="0">
                <a:solidFill>
                  <a:srgbClr val="000000"/>
                </a:solidFill>
                <a:effectLst/>
                <a:latin typeface="Segoe UI Semibold"/>
                <a:ea typeface="Segoe UI Semibold"/>
                <a:cs typeface="Segoe UI Semibold"/>
              </a:rPr>
              <a:t>Decisión del modo de acceso:</a:t>
            </a:r>
            <a:r>
              <a:rPr lang="es-ES" sz="1800" b="0" i="0" strike="noStrike" cap="none" baseline="0" dirty="0">
                <a:solidFill>
                  <a:srgbClr val="000000"/>
                </a:solidFill>
                <a:effectLst/>
                <a:latin typeface="Segoe UI"/>
                <a:ea typeface="Segoe UI"/>
                <a:cs typeface="Segoe UI"/>
              </a:rPr>
              <a:t> </a:t>
            </a:r>
            <a:r>
              <a:rPr lang="es-ES" sz="1800" b="0" i="0" strike="noStrike" cap="none" baseline="0" dirty="0" err="1">
                <a:solidFill>
                  <a:srgbClr val="000000"/>
                </a:solidFill>
                <a:effectLst/>
                <a:latin typeface="Segoe UI"/>
                <a:ea typeface="Segoe UI"/>
                <a:cs typeface="Segoe UI"/>
              </a:rPr>
              <a:t>ReadWriteOnce</a:t>
            </a:r>
            <a:r>
              <a:rPr lang="es-ES" sz="1800" b="0" i="0" strike="noStrike" cap="none" baseline="0" dirty="0">
                <a:solidFill>
                  <a:srgbClr val="000000"/>
                </a:solidFill>
                <a:effectLst/>
                <a:latin typeface="Segoe UI"/>
                <a:ea typeface="Segoe UI"/>
                <a:cs typeface="Segoe UI"/>
              </a:rPr>
              <a:t> para bases de datos de un solo </a:t>
            </a:r>
            <a:r>
              <a:rPr lang="es-ES" sz="1800" b="0" i="0" strike="noStrike" cap="none" baseline="0" dirty="0" err="1">
                <a:solidFill>
                  <a:srgbClr val="000000"/>
                </a:solidFill>
                <a:effectLst/>
                <a:latin typeface="Segoe UI"/>
                <a:ea typeface="Segoe UI"/>
                <a:cs typeface="Segoe UI"/>
              </a:rPr>
              <a:t>pod</a:t>
            </a:r>
            <a:r>
              <a:rPr lang="es-ES" sz="1800" b="0" i="0" strike="noStrike" cap="none" baseline="0" dirty="0">
                <a:solidFill>
                  <a:srgbClr val="000000"/>
                </a:solidFill>
                <a:effectLst/>
                <a:latin typeface="Segoe UI"/>
                <a:ea typeface="Segoe UI"/>
                <a:cs typeface="Segoe UI"/>
              </a:rPr>
              <a:t>, </a:t>
            </a:r>
            <a:r>
              <a:rPr lang="es-ES" sz="1800" b="0" i="0" strike="noStrike" cap="none" baseline="0" dirty="0" err="1">
                <a:solidFill>
                  <a:srgbClr val="000000"/>
                </a:solidFill>
                <a:effectLst/>
                <a:latin typeface="Segoe UI"/>
                <a:ea typeface="Segoe UI"/>
                <a:cs typeface="Segoe UI"/>
              </a:rPr>
              <a:t>ReadWriteMany</a:t>
            </a:r>
            <a:r>
              <a:rPr lang="es-ES" sz="1800" b="0" i="0" strike="noStrike" cap="none" baseline="0" dirty="0">
                <a:solidFill>
                  <a:srgbClr val="000000"/>
                </a:solidFill>
                <a:effectLst/>
                <a:latin typeface="Segoe UI"/>
                <a:ea typeface="Segoe UI"/>
                <a:cs typeface="Segoe UI"/>
              </a:rPr>
              <a:t> para el acceso a archivos compartidos</a:t>
            </a:r>
            <a:endParaRPr sz="1800" dirty="0"/>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8786705" name="Title 3"/>
          <p:cNvSpPr>
            <a:spLocks noGrp="1"/>
          </p:cNvSpPr>
          <p:nvPr>
            <p:ph type="title"/>
          </p:nvPr>
        </p:nvSpPr>
        <p:spPr bwMode="auto">
          <a:xfrm>
            <a:off x="581337" y="2240160"/>
            <a:ext cx="5705163" cy="2262083"/>
          </a:xfrm>
        </p:spPr>
        <p:txBody>
          <a:bodyPr/>
          <a:lstStyle/>
          <a:p>
            <a:pPr>
              <a:defRPr/>
            </a:pPr>
            <a:r>
              <a:rPr lang="es-ES" sz="4100" b="0" i="0" strike="noStrike" cap="none" baseline="0" dirty="0">
                <a:solidFill>
                  <a:srgbClr val="000000"/>
                </a:solidFill>
                <a:effectLst/>
                <a:latin typeface="Segoe UI"/>
                <a:ea typeface="Segoe UI"/>
                <a:cs typeface="Segoe UI"/>
              </a:rPr>
              <a:t>Módulo 3: Supervisión de aplicaciones en Azure </a:t>
            </a:r>
            <a:r>
              <a:rPr lang="es-ES" sz="4100" b="0" i="0" strike="noStrike" cap="none" baseline="0" dirty="0" err="1">
                <a:solidFill>
                  <a:srgbClr val="000000"/>
                </a:solidFill>
                <a:effectLst/>
                <a:latin typeface="Segoe UI"/>
                <a:ea typeface="Segoe UI"/>
                <a:cs typeface="Segoe UI"/>
              </a:rPr>
              <a:t>Kubernetes</a:t>
            </a:r>
            <a:r>
              <a:rPr lang="es-ES" sz="4100" b="0" i="0" strike="noStrike" cap="none" baseline="0" dirty="0">
                <a:solidFill>
                  <a:srgbClr val="000000"/>
                </a:solidFill>
                <a:effectLst/>
                <a:latin typeface="Segoe UI"/>
                <a:ea typeface="Segoe UI"/>
                <a:cs typeface="Segoe UI"/>
              </a:rPr>
              <a:t> </a:t>
            </a:r>
            <a:r>
              <a:rPr lang="es-ES" sz="4100" b="0" i="0" strike="noStrike" cap="none" baseline="0" dirty="0" err="1">
                <a:solidFill>
                  <a:srgbClr val="000000"/>
                </a:solidFill>
                <a:effectLst/>
                <a:latin typeface="Segoe UI"/>
                <a:ea typeface="Segoe UI"/>
                <a:cs typeface="Segoe UI"/>
              </a:rPr>
              <a:t>Service</a:t>
            </a:r>
            <a:endParaRPr dirty="0"/>
          </a:p>
          <a:p>
            <a:pPr>
              <a:defRPr/>
            </a:pPr>
            <a:endParaRPr lang="en-US" dirty="0"/>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424772" name="Title 3"/>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Objetivos de aprendizaje</a:t>
            </a:r>
            <a:endParaRPr/>
          </a:p>
        </p:txBody>
      </p:sp>
      <p:sp>
        <p:nvSpPr>
          <p:cNvPr id="1538666027" name="Content Placeholder 2"/>
          <p:cNvSpPr>
            <a:spLocks noGrp="1"/>
          </p:cNvSpPr>
          <p:nvPr>
            <p:ph sz="quarter" idx="10"/>
          </p:nvPr>
        </p:nvSpPr>
        <p:spPr bwMode="auto">
          <a:xfrm>
            <a:off x="457200" y="1235075"/>
            <a:ext cx="10142220" cy="3984625"/>
          </a:xfrm>
        </p:spPr>
        <p:txBody>
          <a:bodyPr vert="horz" lIns="0" tIns="0" rIns="0" bIns="0" rtlCol="0" anchor="t">
            <a:normAutofit/>
          </a:bodyPr>
          <a:lstStyle/>
          <a:p>
            <a:pPr>
              <a:spcAft>
                <a:spcPts val="863"/>
              </a:spcAft>
              <a:defRPr/>
            </a:pPr>
            <a:r>
              <a:rPr lang="es-ES" sz="2200" b="0" i="0" strike="noStrike" cap="none" baseline="0" dirty="0">
                <a:solidFill>
                  <a:srgbClr val="000000"/>
                </a:solidFill>
                <a:effectLst/>
                <a:latin typeface="Segoe UI"/>
                <a:ea typeface="Segoe UI"/>
                <a:cs typeface="Segoe UI"/>
              </a:rPr>
              <a:t>Explicar las señales clave de supervisión de las cargas de trabajo de IA que se ejecutan en Azure </a:t>
            </a:r>
            <a:r>
              <a:rPr lang="es-ES" sz="2200" b="0" i="0" strike="noStrike" cap="none" baseline="0" dirty="0" err="1">
                <a:solidFill>
                  <a:srgbClr val="000000"/>
                </a:solidFill>
                <a:effectLst/>
                <a:latin typeface="Segoe UI"/>
                <a:ea typeface="Segoe UI"/>
                <a:cs typeface="Segoe UI"/>
              </a:rPr>
              <a:t>Kubernetes</a:t>
            </a:r>
            <a:r>
              <a:rPr lang="es-ES" sz="2200" b="0" i="0" strike="noStrike" cap="none" baseline="0" dirty="0">
                <a:solidFill>
                  <a:srgbClr val="000000"/>
                </a:solidFill>
                <a:effectLst/>
                <a:latin typeface="Segoe UI"/>
                <a:ea typeface="Segoe UI"/>
                <a:cs typeface="Segoe UI"/>
              </a:rPr>
              <a:t> </a:t>
            </a:r>
            <a:r>
              <a:rPr lang="es-ES" sz="2200" b="0" i="0" strike="noStrike" cap="none" baseline="0" dirty="0" err="1">
                <a:solidFill>
                  <a:srgbClr val="000000"/>
                </a:solidFill>
                <a:effectLst/>
                <a:latin typeface="Segoe UI"/>
                <a:ea typeface="Segoe UI"/>
                <a:cs typeface="Segoe UI"/>
              </a:rPr>
              <a:t>Service</a:t>
            </a:r>
            <a:endParaRPr lang="en-US" sz="2200" b="0" i="0" u="none" strike="noStrike" cap="none" spc="0" dirty="0">
              <a:solidFill>
                <a:schemeClr val="tx1"/>
              </a:solidFill>
              <a:latin typeface="Segoe UI"/>
              <a:cs typeface="Segoe UI"/>
            </a:endParaRPr>
          </a:p>
          <a:p>
            <a:pPr>
              <a:spcAft>
                <a:spcPts val="863"/>
              </a:spcAft>
              <a:defRPr/>
            </a:pPr>
            <a:r>
              <a:rPr lang="es-ES" sz="2200" b="0" i="0" strike="noStrike" cap="none" baseline="0" dirty="0">
                <a:solidFill>
                  <a:srgbClr val="000000"/>
                </a:solidFill>
                <a:effectLst/>
                <a:latin typeface="Segoe UI"/>
                <a:ea typeface="Segoe UI"/>
                <a:cs typeface="Segoe UI"/>
              </a:rPr>
              <a:t>Usar las herramientas de </a:t>
            </a:r>
            <a:r>
              <a:rPr lang="es-ES" sz="2200" b="0" i="0" strike="noStrike" cap="none" baseline="0" dirty="0" err="1">
                <a:solidFill>
                  <a:srgbClr val="000000"/>
                </a:solidFill>
                <a:effectLst/>
                <a:latin typeface="Segoe UI"/>
                <a:ea typeface="Segoe UI"/>
                <a:cs typeface="Segoe UI"/>
              </a:rPr>
              <a:t>kubectl</a:t>
            </a:r>
            <a:r>
              <a:rPr lang="es-ES" sz="2200" b="0" i="0" strike="noStrike" cap="none" baseline="0" dirty="0">
                <a:solidFill>
                  <a:srgbClr val="000000"/>
                </a:solidFill>
                <a:effectLst/>
                <a:latin typeface="Segoe UI"/>
                <a:ea typeface="Segoe UI"/>
                <a:cs typeface="Segoe UI"/>
              </a:rPr>
              <a:t> y Azure para inspeccionar registros y métricas de las aplicaciones</a:t>
            </a:r>
            <a:endParaRPr lang="en-US" sz="2200" b="0" i="0" u="none" strike="noStrike" cap="none" spc="0" dirty="0">
              <a:solidFill>
                <a:schemeClr val="tx1"/>
              </a:solidFill>
              <a:latin typeface="Segoe UI"/>
              <a:cs typeface="Segoe UI"/>
            </a:endParaRPr>
          </a:p>
          <a:p>
            <a:pPr>
              <a:spcAft>
                <a:spcPts val="863"/>
              </a:spcAft>
              <a:defRPr/>
            </a:pPr>
            <a:r>
              <a:rPr lang="es-ES" sz="2200" b="0" i="0" strike="noStrike" cap="none" baseline="0" dirty="0">
                <a:solidFill>
                  <a:srgbClr val="000000"/>
                </a:solidFill>
                <a:effectLst/>
                <a:latin typeface="Segoe UI"/>
                <a:ea typeface="Segoe UI"/>
                <a:cs typeface="Segoe UI"/>
              </a:rPr>
              <a:t>Solucionar problemas de </a:t>
            </a:r>
            <a:r>
              <a:rPr lang="es-ES" sz="2200" b="0" i="0" strike="noStrike" cap="none" baseline="0" dirty="0" err="1">
                <a:solidFill>
                  <a:srgbClr val="000000"/>
                </a:solidFill>
                <a:effectLst/>
                <a:latin typeface="Segoe UI"/>
                <a:ea typeface="Segoe UI"/>
                <a:cs typeface="Segoe UI"/>
              </a:rPr>
              <a:t>pod</a:t>
            </a:r>
            <a:r>
              <a:rPr lang="es-ES" sz="2200" b="0" i="0" strike="noStrike" cap="none" baseline="0" dirty="0">
                <a:solidFill>
                  <a:srgbClr val="000000"/>
                </a:solidFill>
                <a:effectLst/>
                <a:latin typeface="Segoe UI"/>
                <a:ea typeface="Segoe UI"/>
                <a:cs typeface="Segoe UI"/>
              </a:rPr>
              <a:t> y Servicio que afectan a las API de IA y a los trabajadores</a:t>
            </a:r>
            <a:endParaRPr lang="en-US" sz="2200" b="0" i="0" u="none" strike="noStrike" cap="none" spc="0" dirty="0">
              <a:solidFill>
                <a:schemeClr val="tx1"/>
              </a:solidFill>
              <a:latin typeface="Segoe UI"/>
              <a:cs typeface="Segoe UI"/>
            </a:endParaRPr>
          </a:p>
          <a:p>
            <a:pPr>
              <a:spcAft>
                <a:spcPts val="863"/>
              </a:spcAft>
              <a:defRPr/>
            </a:pPr>
            <a:r>
              <a:rPr lang="es-ES" sz="2200" b="0" i="0" strike="noStrike" cap="none" baseline="0" dirty="0">
                <a:solidFill>
                  <a:srgbClr val="000000"/>
                </a:solidFill>
                <a:effectLst/>
                <a:latin typeface="Segoe UI"/>
                <a:ea typeface="Segoe UI"/>
                <a:cs typeface="Segoe UI"/>
              </a:rPr>
              <a:t>Comprobar las rutas de servicio y de conectividad de entrada para garantizar que los clientes puedan acceder a los servicios de IA</a:t>
            </a:r>
            <a:endParaRPr lang="en-US" sz="2200" b="0" i="0" u="none" strike="noStrike" cap="none" spc="0" dirty="0">
              <a:solidFill>
                <a:schemeClr val="tx1"/>
              </a:solidFill>
              <a:latin typeface="Segoe UI"/>
              <a:cs typeface="Segoe UI"/>
            </a:endParaRPr>
          </a:p>
          <a:p>
            <a:pPr marL="228600" marR="0" lvl="0" indent="-228600" algn="l">
              <a:lnSpc>
                <a:spcPct val="100000"/>
              </a:lnSpc>
              <a:spcBef>
                <a:spcPct val="0"/>
              </a:spcBef>
              <a:spcAft>
                <a:spcPts val="863"/>
              </a:spcAft>
              <a:buFont typeface="Arial"/>
              <a:buChar char="•"/>
              <a:defRPr/>
            </a:pPr>
            <a:r>
              <a:rPr lang="es-ES" sz="2200" b="0" i="0" strike="noStrike" cap="none" baseline="0" dirty="0">
                <a:solidFill>
                  <a:srgbClr val="000000"/>
                </a:solidFill>
                <a:effectLst/>
                <a:latin typeface="Segoe UI"/>
                <a:ea typeface="Segoe UI"/>
                <a:cs typeface="Segoe UI"/>
              </a:rPr>
              <a:t>Aplicar un flujo de trabajo estructurado para implementar, supervisar y depurar aplicaciones en AKS</a:t>
            </a:r>
            <a:endParaRPr lang="en-US" sz="2200" b="0" i="0" u="none" strike="noStrike" cap="none" spc="0" dirty="0">
              <a:solidFill>
                <a:schemeClr val="tx1"/>
              </a:solidFill>
              <a:latin typeface="Segoe UI"/>
              <a:cs typeface="Segoe UI"/>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4745759" name="Title 2"/>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Introducción</a:t>
            </a:r>
            <a:endParaRPr/>
          </a:p>
        </p:txBody>
      </p:sp>
      <p:sp>
        <p:nvSpPr>
          <p:cNvPr id="405580823" name="Content Placeholder 3"/>
          <p:cNvSpPr>
            <a:spLocks noGrp="1"/>
          </p:cNvSpPr>
          <p:nvPr>
            <p:ph sz="quarter" idx="10"/>
          </p:nvPr>
        </p:nvSpPr>
        <p:spPr bwMode="auto"/>
        <p:txBody>
          <a:bodyPr vertOverflow="overflow" horzOverflow="overflow" vert="horz" wrap="square" lIns="0" tIns="0" rIns="0" bIns="0" numCol="1" spcCol="0" rtlCol="0" fromWordArt="0" anchor="t" anchorCtr="0" forceAA="0" compatLnSpc="0">
            <a:normAutofit/>
          </a:bodyPr>
          <a:lstStyle/>
          <a:p>
            <a:pPr marL="0" lvl="0" indent="0">
              <a:spcAft>
                <a:spcPts val="359"/>
              </a:spcAft>
              <a:buNone/>
              <a:defRPr/>
            </a:pPr>
            <a:r>
              <a:rPr lang="es-ES" sz="2200" b="0" i="0" strike="noStrike" cap="none" baseline="0" dirty="0" err="1">
                <a:solidFill>
                  <a:srgbClr val="000000"/>
                </a:solidFill>
                <a:effectLst/>
                <a:latin typeface="Segoe UI Semibold"/>
                <a:ea typeface="Segoe UI Semibold"/>
                <a:cs typeface="Segoe UI Semibold"/>
              </a:rPr>
              <a:t>Observabilidad</a:t>
            </a:r>
            <a:r>
              <a:rPr lang="es-ES" sz="2200" b="0" i="0" strike="noStrike" cap="none" baseline="0" dirty="0">
                <a:solidFill>
                  <a:srgbClr val="000000"/>
                </a:solidFill>
                <a:effectLst/>
                <a:latin typeface="Segoe UI Semibold"/>
                <a:ea typeface="Segoe UI Semibold"/>
                <a:cs typeface="Segoe UI Semibold"/>
              </a:rPr>
              <a:t> en AKS</a:t>
            </a:r>
            <a:endParaRPr sz="2200" dirty="0"/>
          </a:p>
          <a:p>
            <a:pPr marL="228600" marR="0" lvl="0" indent="-228600" algn="l">
              <a:lnSpc>
                <a:spcPct val="100000"/>
              </a:lnSpc>
              <a:spcBef>
                <a:spcPct val="0"/>
              </a:spcBef>
              <a:spcAft>
                <a:spcPts val="359"/>
              </a:spcAft>
              <a:buChar char="•"/>
              <a:defRPr/>
            </a:pPr>
            <a:r>
              <a:rPr lang="es-ES" sz="2000" b="0" i="0" strike="noStrike" cap="none" baseline="0" dirty="0">
                <a:solidFill>
                  <a:srgbClr val="000000"/>
                </a:solidFill>
                <a:effectLst/>
                <a:latin typeface="Segoe UI"/>
                <a:ea typeface="Segoe UI"/>
                <a:cs typeface="Segoe UI"/>
              </a:rPr>
              <a:t>Azure Portal proporciona paneles, registros dinámicos y diagnósticos guiados</a:t>
            </a:r>
            <a:endParaRPr lang="en-US" sz="2000" b="0" i="0" u="none" strike="noStrike" cap="none" spc="0" dirty="0">
              <a:solidFill>
                <a:schemeClr val="tx1"/>
              </a:solidFill>
              <a:latin typeface="Segoe UI"/>
              <a:cs typeface="Segoe UI"/>
            </a:endParaRPr>
          </a:p>
          <a:p>
            <a:pPr marL="228600" marR="0" lvl="0" indent="-228600" algn="l">
              <a:lnSpc>
                <a:spcPct val="100000"/>
              </a:lnSpc>
              <a:spcBef>
                <a:spcPct val="0"/>
              </a:spcBef>
              <a:spcAft>
                <a:spcPts val="359"/>
              </a:spcAft>
              <a:buChar char="•"/>
              <a:defRPr/>
            </a:pPr>
            <a:r>
              <a:rPr lang="es-ES" sz="2000" b="0" i="0" strike="noStrike" cap="none" baseline="0" dirty="0" err="1">
                <a:solidFill>
                  <a:srgbClr val="000000"/>
                </a:solidFill>
                <a:effectLst/>
                <a:latin typeface="Segoe UI"/>
                <a:ea typeface="Segoe UI"/>
                <a:cs typeface="Segoe UI"/>
              </a:rPr>
              <a:t>kubectl</a:t>
            </a:r>
            <a:r>
              <a:rPr lang="es-ES" sz="2000" b="0" i="0" strike="noStrike" cap="none" baseline="0" dirty="0">
                <a:solidFill>
                  <a:srgbClr val="000000"/>
                </a:solidFill>
                <a:effectLst/>
                <a:latin typeface="Segoe UI"/>
                <a:ea typeface="Segoe UI"/>
                <a:cs typeface="Segoe UI"/>
              </a:rPr>
              <a:t> proporciona acceso directo a los registros, las métricas, los eventos y los detalles del </a:t>
            </a:r>
            <a:r>
              <a:rPr lang="es-ES" sz="2000" b="0" i="0" strike="noStrike" cap="none" baseline="0" dirty="0" err="1">
                <a:solidFill>
                  <a:srgbClr val="000000"/>
                </a:solidFill>
                <a:effectLst/>
                <a:latin typeface="Segoe UI"/>
                <a:ea typeface="Segoe UI"/>
                <a:cs typeface="Segoe UI"/>
              </a:rPr>
              <a:t>pod</a:t>
            </a:r>
            <a:endParaRPr lang="en-US" sz="2000" b="0" i="0" u="none" strike="noStrike" cap="none" spc="0" dirty="0">
              <a:solidFill>
                <a:schemeClr val="tx1"/>
              </a:solidFill>
              <a:latin typeface="Segoe UI"/>
              <a:cs typeface="Segoe UI"/>
            </a:endParaRPr>
          </a:p>
          <a:p>
            <a:pPr marL="228600" marR="0" lvl="0" indent="-228600" algn="l">
              <a:lnSpc>
                <a:spcPct val="100000"/>
              </a:lnSpc>
              <a:spcBef>
                <a:spcPct val="0"/>
              </a:spcBef>
              <a:spcAft>
                <a:spcPts val="359"/>
              </a:spcAft>
              <a:buChar char="•"/>
              <a:defRPr/>
            </a:pPr>
            <a:r>
              <a:rPr lang="es-ES" sz="2000" b="0" i="0" strike="noStrike" cap="none" baseline="0" dirty="0">
                <a:solidFill>
                  <a:srgbClr val="000000"/>
                </a:solidFill>
                <a:effectLst/>
                <a:latin typeface="Segoe UI"/>
                <a:ea typeface="Segoe UI"/>
                <a:cs typeface="Segoe UI"/>
              </a:rPr>
              <a:t>Identificación de los picos de latencia, las tasas de error y la saturación temprana de los recursos</a:t>
            </a:r>
            <a:endParaRPr sz="2200" dirty="0"/>
          </a:p>
          <a:p>
            <a:pPr marL="0" marR="0" lvl="0" indent="0" algn="l">
              <a:lnSpc>
                <a:spcPct val="100000"/>
              </a:lnSpc>
              <a:spcBef>
                <a:spcPts val="719"/>
              </a:spcBef>
              <a:spcAft>
                <a:spcPts val="359"/>
              </a:spcAft>
              <a:buFont typeface="Arial"/>
              <a:buNone/>
              <a:defRPr/>
            </a:pPr>
            <a:r>
              <a:rPr lang="es-ES" sz="2200" b="0" i="0" strike="noStrike" cap="none" baseline="0" dirty="0">
                <a:solidFill>
                  <a:srgbClr val="000000"/>
                </a:solidFill>
                <a:effectLst/>
                <a:latin typeface="Segoe UI Semibold"/>
                <a:ea typeface="Segoe UI Semibold"/>
                <a:cs typeface="Segoe UI Semibold"/>
              </a:rPr>
              <a:t>Solución de problemas estructurada</a:t>
            </a:r>
            <a:endParaRPr sz="2200" dirty="0"/>
          </a:p>
          <a:p>
            <a:pPr lvl="0">
              <a:spcAft>
                <a:spcPts val="359"/>
              </a:spcAft>
              <a:defRPr/>
            </a:pPr>
            <a:r>
              <a:rPr lang="es-ES" sz="2000" b="0" i="0" strike="noStrike" cap="none" baseline="0" dirty="0">
                <a:solidFill>
                  <a:srgbClr val="000000"/>
                </a:solidFill>
                <a:effectLst/>
                <a:latin typeface="Segoe UI"/>
                <a:ea typeface="Segoe UI"/>
                <a:cs typeface="Segoe UI"/>
              </a:rPr>
              <a:t>Inspección de los estados y eventos del </a:t>
            </a:r>
            <a:r>
              <a:rPr lang="es-ES" sz="2000" b="0" i="0" strike="noStrike" cap="none" baseline="0" dirty="0" err="1">
                <a:solidFill>
                  <a:srgbClr val="000000"/>
                </a:solidFill>
                <a:effectLst/>
                <a:latin typeface="Segoe UI"/>
                <a:ea typeface="Segoe UI"/>
                <a:cs typeface="Segoe UI"/>
              </a:rPr>
              <a:t>pod</a:t>
            </a:r>
            <a:r>
              <a:rPr lang="es-ES" sz="2000" b="0" i="0" strike="noStrike" cap="none" baseline="0" dirty="0">
                <a:solidFill>
                  <a:srgbClr val="000000"/>
                </a:solidFill>
                <a:effectLst/>
                <a:latin typeface="Segoe UI"/>
                <a:ea typeface="Segoe UI"/>
                <a:cs typeface="Segoe UI"/>
              </a:rPr>
              <a:t> para aislar la causa principal</a:t>
            </a:r>
            <a:endParaRPr sz="2000" dirty="0"/>
          </a:p>
          <a:p>
            <a:pPr lvl="0">
              <a:spcAft>
                <a:spcPts val="359"/>
              </a:spcAft>
              <a:defRPr/>
            </a:pPr>
            <a:r>
              <a:rPr lang="es-ES" sz="2000" b="0" i="0" strike="noStrike" cap="none" baseline="0" dirty="0">
                <a:solidFill>
                  <a:srgbClr val="000000"/>
                </a:solidFill>
                <a:effectLst/>
                <a:latin typeface="Segoe UI"/>
                <a:ea typeface="Segoe UI"/>
                <a:cs typeface="Segoe UI"/>
              </a:rPr>
              <a:t>Comprobación de los selectores de servicio, los puertos y la conectividad del punto de conexión</a:t>
            </a:r>
            <a:endParaRPr sz="2000" dirty="0"/>
          </a:p>
          <a:p>
            <a:pPr lvl="0">
              <a:spcAft>
                <a:spcPts val="359"/>
              </a:spcAft>
              <a:defRPr/>
            </a:pPr>
            <a:r>
              <a:rPr lang="es-ES" sz="2000" b="0" i="0" strike="noStrike" cap="none" baseline="0" dirty="0">
                <a:solidFill>
                  <a:srgbClr val="000000"/>
                </a:solidFill>
                <a:effectLst/>
                <a:latin typeface="Segoe UI"/>
                <a:ea typeface="Segoe UI"/>
                <a:cs typeface="Segoe UI"/>
              </a:rPr>
              <a:t>Corrección de manifiestos y reimplementación con confianza</a:t>
            </a:r>
            <a:endParaRPr sz="2200" dirty="0"/>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42807707"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Supervisión de métricas y registros de aplicaciones</a:t>
            </a:r>
            <a:endParaRPr/>
          </a:p>
        </p:txBody>
      </p:sp>
      <p:sp>
        <p:nvSpPr>
          <p:cNvPr id="1471139398" name="TextBox 2"/>
          <p:cNvSpPr txBox="1"/>
          <p:nvPr/>
        </p:nvSpPr>
        <p:spPr bwMode="auto">
          <a:xfrm>
            <a:off x="457200" y="1225296"/>
            <a:ext cx="5257800" cy="4952028"/>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marL="0" lvl="0" indent="0">
              <a:spcAft>
                <a:spcPts val="359"/>
              </a:spcAft>
              <a:buNone/>
              <a:defRPr/>
            </a:pPr>
            <a:r>
              <a:rPr lang="es-ES" sz="2200" b="0" i="0" strike="noStrike" cap="none" baseline="0">
                <a:solidFill>
                  <a:srgbClr val="000000"/>
                </a:solidFill>
                <a:effectLst/>
                <a:latin typeface="Segoe UI Semibold"/>
                <a:ea typeface="Segoe UI Semibold"/>
                <a:cs typeface="Segoe UI Semibold"/>
              </a:rPr>
              <a:t>Señales clave</a:t>
            </a:r>
            <a:endParaRPr/>
          </a:p>
          <a:p>
            <a:pPr marL="228600" marR="0" lvl="0" indent="-228600">
              <a:spcAft>
                <a:spcPts val="359"/>
              </a:spcAft>
              <a:buFont typeface="Arial"/>
              <a:buChar char="•"/>
              <a:defRPr/>
            </a:pPr>
            <a:r>
              <a:rPr lang="es-ES" sz="1800" b="0" i="0" strike="noStrike" cap="none" baseline="0">
                <a:solidFill>
                  <a:srgbClr val="000000"/>
                </a:solidFill>
                <a:effectLst/>
                <a:latin typeface="Segoe UI"/>
                <a:ea typeface="Segoe UI"/>
                <a:cs typeface="Segoe UI"/>
              </a:rPr>
              <a:t>Latencia de respuesta, tasas de errores y recuentos de reinicios de pods</a:t>
            </a:r>
            <a:endParaRPr/>
          </a:p>
          <a:p>
            <a:pPr marL="228600" marR="0" lvl="0" indent="-228600">
              <a:spcAft>
                <a:spcPts val="359"/>
              </a:spcAft>
              <a:buFont typeface="Arial"/>
              <a:buChar char="•"/>
              <a:defRPr/>
            </a:pPr>
            <a:r>
              <a:rPr lang="es-ES" sz="1800" b="0" i="0" strike="noStrike" cap="none" baseline="0">
                <a:solidFill>
                  <a:srgbClr val="000000"/>
                </a:solidFill>
                <a:effectLst/>
                <a:latin typeface="Segoe UI"/>
                <a:ea typeface="Segoe UI"/>
                <a:cs typeface="Segoe UI"/>
              </a:rPr>
              <a:t>CPU y memoria frente a solicitudes y límites configurados</a:t>
            </a:r>
            <a:endParaRPr/>
          </a:p>
          <a:p>
            <a:pPr marL="228600" marR="0" lvl="0" indent="-228600">
              <a:spcAft>
                <a:spcPts val="359"/>
              </a:spcAft>
              <a:buFont typeface="Arial"/>
              <a:buChar char="•"/>
              <a:defRPr/>
            </a:pPr>
            <a:r>
              <a:rPr lang="es-ES" sz="1800" b="0" i="0" strike="noStrike" cap="none" baseline="0">
                <a:solidFill>
                  <a:srgbClr val="000000"/>
                </a:solidFill>
                <a:effectLst/>
                <a:latin typeface="Segoe UI"/>
                <a:ea typeface="Segoe UI"/>
                <a:cs typeface="Segoe UI"/>
              </a:rPr>
              <a:t>Códigos de salida del contenedor y resultados del sondeo de estado</a:t>
            </a:r>
            <a:endParaRPr/>
          </a:p>
          <a:p>
            <a:pPr marL="0" marR="0" lvl="0" indent="0" algn="l">
              <a:lnSpc>
                <a:spcPct val="100000"/>
              </a:lnSpc>
              <a:spcBef>
                <a:spcPts val="719"/>
              </a:spcBef>
              <a:spcAft>
                <a:spcPts val="359"/>
              </a:spcAft>
              <a:buNone/>
              <a:defRPr/>
            </a:pPr>
            <a:r>
              <a:rPr lang="es-ES" sz="2200" b="0" i="0" strike="noStrike" cap="none" baseline="0">
                <a:solidFill>
                  <a:srgbClr val="000000"/>
                </a:solidFill>
                <a:effectLst/>
                <a:latin typeface="Segoe UI Semibold"/>
                <a:ea typeface="Segoe UI Semibold"/>
                <a:cs typeface="Segoe UI Semibold"/>
              </a:rPr>
              <a:t>Herramientas de observación</a:t>
            </a:r>
            <a:endParaRPr/>
          </a:p>
          <a:p>
            <a:pPr marL="228600" marR="0" lvl="0" indent="-228600" algn="l">
              <a:lnSpc>
                <a:spcPct val="100000"/>
              </a:lnSpc>
              <a:spcBef>
                <a:spcPct val="0"/>
              </a:spcBef>
              <a:spcAft>
                <a:spcPts val="359"/>
              </a:spcAft>
              <a:buChar char="•"/>
              <a:defRPr/>
            </a:pPr>
            <a:r>
              <a:rPr lang="es-ES" sz="1800" b="0" i="0" strike="noStrike" cap="none" baseline="0">
                <a:solidFill>
                  <a:srgbClr val="000000"/>
                </a:solidFill>
                <a:effectLst/>
                <a:latin typeface="Segoe UI"/>
                <a:ea typeface="Segoe UI"/>
                <a:cs typeface="Segoe UI"/>
              </a:rPr>
              <a:t>Pestaña Supervisión del portal y Container Insights para obtener vistas de todo el clúster</a:t>
            </a:r>
            <a:endParaRPr lang="en-US" sz="1800" b="0" i="0" u="none" strike="noStrike" cap="none" spc="0">
              <a:solidFill>
                <a:schemeClr val="tx1"/>
              </a:solidFill>
              <a:latin typeface="Segoe UI"/>
              <a:cs typeface="Segoe UI"/>
            </a:endParaRPr>
          </a:p>
          <a:p>
            <a:pPr marL="228600" marR="0" lvl="0" indent="-228600" algn="l">
              <a:lnSpc>
                <a:spcPct val="100000"/>
              </a:lnSpc>
              <a:spcBef>
                <a:spcPct val="0"/>
              </a:spcBef>
              <a:spcAft>
                <a:spcPts val="359"/>
              </a:spcAft>
              <a:buChar char="•"/>
              <a:defRPr/>
            </a:pPr>
            <a:r>
              <a:rPr lang="es-ES" sz="1800" b="0" i="0" strike="noStrike" cap="none" baseline="0">
                <a:solidFill>
                  <a:srgbClr val="000000"/>
                </a:solidFill>
                <a:effectLst/>
                <a:latin typeface="Segoe UI"/>
                <a:ea typeface="Segoe UI"/>
                <a:cs typeface="Segoe UI"/>
              </a:rPr>
              <a:t>Registros en directo para transmitir la salida del contenedor en tiempo real</a:t>
            </a:r>
            <a:endParaRPr lang="en-US" sz="1800" b="0" i="0" u="none" strike="noStrike" cap="none" spc="0">
              <a:solidFill>
                <a:schemeClr val="tx1"/>
              </a:solidFill>
              <a:latin typeface="Segoe UI"/>
              <a:cs typeface="Segoe UI"/>
            </a:endParaRPr>
          </a:p>
          <a:p>
            <a:pPr marL="228600" marR="0" lvl="0" indent="-228600" algn="l">
              <a:lnSpc>
                <a:spcPct val="100000"/>
              </a:lnSpc>
              <a:spcBef>
                <a:spcPct val="0"/>
              </a:spcBef>
              <a:spcAft>
                <a:spcPts val="359"/>
              </a:spcAft>
              <a:buChar char="•"/>
              <a:defRPr/>
            </a:pPr>
            <a:r>
              <a:rPr lang="es-ES" sz="1800" b="0" i="0" strike="noStrike" cap="none" baseline="0">
                <a:solidFill>
                  <a:srgbClr val="000000"/>
                </a:solidFill>
                <a:effectLst/>
                <a:latin typeface="Segoe UI"/>
                <a:ea typeface="Segoe UI"/>
                <a:cs typeface="Segoe UI"/>
              </a:rPr>
              <a:t>Registros kubectl y parte superior kubectl para consultas específicas en la CLI</a:t>
            </a:r>
            <a:endParaRPr/>
          </a:p>
          <a:p>
            <a:pPr>
              <a:defRPr/>
            </a:pPr>
            <a:endParaRPr/>
          </a:p>
        </p:txBody>
      </p:sp>
      <p:sp>
        <p:nvSpPr>
          <p:cNvPr id="1193536537" name="TextBox 2"/>
          <p:cNvSpPr txBox="1"/>
          <p:nvPr/>
        </p:nvSpPr>
        <p:spPr bwMode="auto">
          <a:xfrm>
            <a:off x="6237013" y="1322954"/>
            <a:ext cx="5335561" cy="4952027"/>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a:spcAft>
                <a:spcPts val="719"/>
              </a:spcAft>
              <a:defRPr/>
            </a:pPr>
            <a:r>
              <a:rPr lang="es-ES" sz="2000" b="0" i="0" strike="noStrike" cap="none" baseline="0" dirty="0">
                <a:solidFill>
                  <a:srgbClr val="000000"/>
                </a:solidFill>
                <a:effectLst/>
                <a:latin typeface="Segoe UI Semibold"/>
                <a:ea typeface="Segoe UI Semibold"/>
                <a:cs typeface="Segoe UI Semibold"/>
              </a:rPr>
              <a:t>Ejemplos de comandos</a:t>
            </a:r>
            <a:endParaRPr sz="2200" dirty="0"/>
          </a:p>
          <a:p>
            <a:pPr>
              <a:defRPr/>
            </a:pPr>
            <a:r>
              <a:rPr lang="es-ES" sz="1600" b="0" i="0" strike="noStrike" cap="none" baseline="0" dirty="0" err="1">
                <a:solidFill>
                  <a:srgbClr val="0000FF"/>
                </a:solidFill>
                <a:effectLst/>
                <a:latin typeface="Consolas"/>
                <a:ea typeface="Consolas"/>
                <a:cs typeface="Consolas"/>
              </a:rPr>
              <a:t>kubectl</a:t>
            </a:r>
            <a:r>
              <a:rPr lang="es-ES" sz="1600" b="0" i="0" strike="noStrike" cap="none" baseline="0" dirty="0">
                <a:solidFill>
                  <a:srgbClr val="0000FF"/>
                </a:solidFill>
                <a:effectLst/>
                <a:latin typeface="Consolas"/>
                <a:ea typeface="Consolas"/>
                <a:cs typeface="Consolas"/>
              </a:rPr>
              <a:t> </a:t>
            </a:r>
            <a:r>
              <a:rPr lang="es-ES" sz="1600" b="0" i="0" strike="noStrike" cap="none" baseline="0" dirty="0" err="1">
                <a:solidFill>
                  <a:srgbClr val="0000FF"/>
                </a:solidFill>
                <a:effectLst/>
                <a:latin typeface="Consolas"/>
                <a:ea typeface="Consolas"/>
                <a:cs typeface="Consolas"/>
              </a:rPr>
              <a:t>get</a:t>
            </a:r>
            <a:r>
              <a:rPr lang="es-ES" sz="1600" b="0" i="0" strike="noStrike" cap="none" baseline="0" dirty="0">
                <a:solidFill>
                  <a:srgbClr val="0000FF"/>
                </a:solidFill>
                <a:effectLst/>
                <a:latin typeface="Consolas"/>
                <a:ea typeface="Consolas"/>
                <a:cs typeface="Consolas"/>
              </a:rPr>
              <a:t> </a:t>
            </a:r>
            <a:r>
              <a:rPr lang="es-ES" sz="1600" b="0" i="0" strike="noStrike" cap="none" baseline="0" dirty="0" err="1">
                <a:solidFill>
                  <a:srgbClr val="0000FF"/>
                </a:solidFill>
                <a:effectLst/>
                <a:latin typeface="Consolas"/>
                <a:ea typeface="Consolas"/>
                <a:cs typeface="Consolas"/>
              </a:rPr>
              <a:t>pods</a:t>
            </a:r>
            <a:r>
              <a:rPr lang="es-ES" sz="1600" b="0" i="0" strike="noStrike" cap="none" baseline="0" dirty="0">
                <a:solidFill>
                  <a:srgbClr val="0000FF"/>
                </a:solidFill>
                <a:effectLst/>
                <a:latin typeface="Consolas"/>
                <a:ea typeface="Consolas"/>
                <a:cs typeface="Consolas"/>
              </a:rPr>
              <a:t> </a:t>
            </a:r>
            <a:r>
              <a:rPr lang="es-ES" sz="1600" b="0" i="0" strike="noStrike" cap="none" baseline="0" dirty="0">
                <a:solidFill>
                  <a:srgbClr val="000000"/>
                </a:solidFill>
                <a:effectLst/>
                <a:latin typeface="Consolas"/>
                <a:ea typeface="Consolas"/>
                <a:cs typeface="Consolas"/>
              </a:rPr>
              <a:t>-n </a:t>
            </a:r>
            <a:r>
              <a:rPr lang="es-ES" sz="1600" b="0" i="0" strike="noStrike" cap="none" baseline="0" dirty="0" err="1">
                <a:solidFill>
                  <a:srgbClr val="A31515"/>
                </a:solidFill>
                <a:effectLst/>
                <a:latin typeface="Consolas"/>
                <a:ea typeface="Consolas"/>
                <a:cs typeface="Consolas"/>
              </a:rPr>
              <a:t>ai-workloads</a:t>
            </a:r>
            <a:endParaRPr lang="es-ES" sz="1600" b="0" i="0" strike="noStrike" cap="none" baseline="0" dirty="0">
              <a:solidFill>
                <a:srgbClr val="A31515"/>
              </a:solidFill>
              <a:effectLst/>
              <a:latin typeface="Consolas"/>
              <a:ea typeface="Consolas"/>
              <a:cs typeface="Consolas"/>
            </a:endParaRPr>
          </a:p>
          <a:p>
            <a:pPr>
              <a:defRPr/>
            </a:pPr>
            <a:r>
              <a:rPr lang="es-ES" sz="1600" b="0" i="0" strike="noStrike" cap="none" baseline="0" dirty="0" err="1">
                <a:solidFill>
                  <a:srgbClr val="0000FF"/>
                </a:solidFill>
                <a:effectLst/>
                <a:latin typeface="Consolas"/>
                <a:ea typeface="Consolas"/>
                <a:cs typeface="Consolas"/>
              </a:rPr>
              <a:t>kubectl</a:t>
            </a:r>
            <a:r>
              <a:rPr lang="es-ES" sz="1600" b="0" i="0" strike="noStrike" cap="none" baseline="0" dirty="0">
                <a:solidFill>
                  <a:srgbClr val="0000FF"/>
                </a:solidFill>
                <a:effectLst/>
                <a:latin typeface="Consolas"/>
                <a:ea typeface="Consolas"/>
                <a:cs typeface="Consolas"/>
              </a:rPr>
              <a:t> logs &lt;</a:t>
            </a:r>
            <a:r>
              <a:rPr lang="es-ES" sz="1600" b="0" i="0" strike="noStrike" cap="none" baseline="0" dirty="0" err="1">
                <a:solidFill>
                  <a:srgbClr val="0000FF"/>
                </a:solidFill>
                <a:effectLst/>
                <a:latin typeface="Consolas"/>
                <a:ea typeface="Consolas"/>
                <a:cs typeface="Consolas"/>
              </a:rPr>
              <a:t>pod-name</a:t>
            </a:r>
            <a:r>
              <a:rPr lang="es-ES" sz="1600" b="0" i="0" strike="noStrike" cap="none" baseline="0" dirty="0">
                <a:solidFill>
                  <a:srgbClr val="0000FF"/>
                </a:solidFill>
                <a:effectLst/>
                <a:latin typeface="Consolas"/>
                <a:ea typeface="Consolas"/>
                <a:cs typeface="Consolas"/>
              </a:rPr>
              <a:t>&gt; </a:t>
            </a:r>
            <a:r>
              <a:rPr lang="es-ES" sz="1600" b="0" i="0" strike="noStrike" cap="none" baseline="0" dirty="0">
                <a:solidFill>
                  <a:srgbClr val="000000"/>
                </a:solidFill>
                <a:effectLst/>
                <a:latin typeface="Consolas"/>
                <a:ea typeface="Consolas"/>
                <a:cs typeface="Consolas"/>
              </a:rPr>
              <a:t>-n </a:t>
            </a:r>
            <a:r>
              <a:rPr lang="es-ES" sz="1600" b="0" i="0" strike="noStrike" cap="none" baseline="0" dirty="0" err="1">
                <a:solidFill>
                  <a:srgbClr val="A31515"/>
                </a:solidFill>
                <a:effectLst/>
                <a:latin typeface="Consolas"/>
                <a:ea typeface="Consolas"/>
                <a:cs typeface="Consolas"/>
              </a:rPr>
              <a:t>ai-workloads</a:t>
            </a:r>
            <a:endParaRPr sz="2200" dirty="0"/>
          </a:p>
          <a:p>
            <a:pPr>
              <a:defRPr/>
            </a:pPr>
            <a:r>
              <a:rPr lang="es-ES" sz="1600" b="0" i="0" strike="noStrike" cap="none" baseline="0" dirty="0" err="1">
                <a:solidFill>
                  <a:srgbClr val="0000FF"/>
                </a:solidFill>
                <a:effectLst/>
                <a:latin typeface="Consolas"/>
                <a:ea typeface="Consolas"/>
                <a:cs typeface="Consolas"/>
              </a:rPr>
              <a:t>kubectl</a:t>
            </a:r>
            <a:r>
              <a:rPr lang="es-ES" sz="1600" b="0" i="0" strike="noStrike" cap="none" baseline="0" dirty="0">
                <a:solidFill>
                  <a:srgbClr val="0000FF"/>
                </a:solidFill>
                <a:effectLst/>
                <a:latin typeface="Consolas"/>
                <a:ea typeface="Consolas"/>
                <a:cs typeface="Consolas"/>
              </a:rPr>
              <a:t> logs </a:t>
            </a:r>
            <a:r>
              <a:rPr lang="es-ES" sz="1600" b="0" i="0" strike="noStrike" cap="none" baseline="0" dirty="0">
                <a:solidFill>
                  <a:srgbClr val="000000"/>
                </a:solidFill>
                <a:effectLst/>
                <a:latin typeface="Consolas"/>
                <a:ea typeface="Consolas"/>
                <a:cs typeface="Consolas"/>
              </a:rPr>
              <a:t>-f </a:t>
            </a:r>
            <a:r>
              <a:rPr lang="es-ES" sz="1600" b="0" i="0" strike="noStrike" cap="none" baseline="0" dirty="0">
                <a:solidFill>
                  <a:srgbClr val="A31515"/>
                </a:solidFill>
                <a:effectLst/>
                <a:latin typeface="Consolas"/>
                <a:ea typeface="Consolas"/>
                <a:cs typeface="Consolas"/>
              </a:rPr>
              <a:t>&lt;</a:t>
            </a:r>
            <a:r>
              <a:rPr lang="es-ES" sz="1600" b="0" i="0" strike="noStrike" cap="none" baseline="0" dirty="0" err="1">
                <a:solidFill>
                  <a:srgbClr val="A31515"/>
                </a:solidFill>
                <a:effectLst/>
                <a:latin typeface="Consolas"/>
                <a:ea typeface="Consolas"/>
                <a:cs typeface="Consolas"/>
              </a:rPr>
              <a:t>pod-name</a:t>
            </a:r>
            <a:r>
              <a:rPr lang="es-ES" sz="1600" b="0" i="0" strike="noStrike" cap="none" baseline="0" dirty="0">
                <a:solidFill>
                  <a:srgbClr val="A31515"/>
                </a:solidFill>
                <a:effectLst/>
                <a:latin typeface="Consolas"/>
                <a:ea typeface="Consolas"/>
                <a:cs typeface="Consolas"/>
              </a:rPr>
              <a:t>&gt; </a:t>
            </a:r>
            <a:r>
              <a:rPr lang="es-ES" sz="1600" b="0" i="0" strike="noStrike" cap="none" baseline="0" dirty="0">
                <a:solidFill>
                  <a:srgbClr val="000000"/>
                </a:solidFill>
                <a:effectLst/>
                <a:latin typeface="Consolas"/>
                <a:ea typeface="Consolas"/>
                <a:cs typeface="Consolas"/>
              </a:rPr>
              <a:t>-n </a:t>
            </a:r>
            <a:r>
              <a:rPr lang="es-ES" sz="1600" b="0" i="0" strike="noStrike" cap="none" baseline="0" dirty="0" err="1">
                <a:solidFill>
                  <a:srgbClr val="A31515"/>
                </a:solidFill>
                <a:effectLst/>
                <a:latin typeface="Consolas"/>
                <a:ea typeface="Consolas"/>
                <a:cs typeface="Consolas"/>
              </a:rPr>
              <a:t>ai-workloads</a:t>
            </a:r>
            <a:endParaRPr sz="2200" dirty="0"/>
          </a:p>
          <a:p>
            <a:pPr>
              <a:defRPr/>
            </a:pPr>
            <a:r>
              <a:rPr lang="es-ES" sz="1600" b="0" i="0" strike="noStrike" cap="none" baseline="0" dirty="0" err="1">
                <a:solidFill>
                  <a:srgbClr val="0000FF"/>
                </a:solidFill>
                <a:effectLst/>
                <a:latin typeface="Consolas"/>
                <a:ea typeface="Consolas"/>
                <a:cs typeface="Consolas"/>
              </a:rPr>
              <a:t>kubectl</a:t>
            </a:r>
            <a:r>
              <a:rPr lang="es-ES" sz="1600" b="0" i="0" strike="noStrike" cap="none" baseline="0" dirty="0">
                <a:solidFill>
                  <a:srgbClr val="0000FF"/>
                </a:solidFill>
                <a:effectLst/>
                <a:latin typeface="Consolas"/>
                <a:ea typeface="Consolas"/>
                <a:cs typeface="Consolas"/>
              </a:rPr>
              <a:t> top </a:t>
            </a:r>
            <a:r>
              <a:rPr lang="es-ES" sz="1600" b="0" i="0" strike="noStrike" cap="none" baseline="0" dirty="0" err="1">
                <a:solidFill>
                  <a:srgbClr val="0000FF"/>
                </a:solidFill>
                <a:effectLst/>
                <a:latin typeface="Consolas"/>
                <a:ea typeface="Consolas"/>
                <a:cs typeface="Consolas"/>
              </a:rPr>
              <a:t>pods</a:t>
            </a:r>
            <a:r>
              <a:rPr lang="es-ES" sz="1600" b="0" i="0" strike="noStrike" cap="none" baseline="0" dirty="0">
                <a:solidFill>
                  <a:srgbClr val="0000FF"/>
                </a:solidFill>
                <a:effectLst/>
                <a:latin typeface="Consolas"/>
                <a:ea typeface="Consolas"/>
                <a:cs typeface="Consolas"/>
              </a:rPr>
              <a:t> </a:t>
            </a:r>
            <a:r>
              <a:rPr lang="es-ES" sz="1600" b="0" i="0" strike="noStrike" cap="none" baseline="0" dirty="0">
                <a:solidFill>
                  <a:srgbClr val="000000"/>
                </a:solidFill>
                <a:effectLst/>
                <a:latin typeface="Consolas"/>
                <a:ea typeface="Consolas"/>
                <a:cs typeface="Consolas"/>
              </a:rPr>
              <a:t>-n </a:t>
            </a:r>
            <a:r>
              <a:rPr lang="es-ES" sz="1600" b="0" i="0" strike="noStrike" cap="none" baseline="0" dirty="0" err="1">
                <a:solidFill>
                  <a:srgbClr val="A31515"/>
                </a:solidFill>
                <a:effectLst/>
                <a:latin typeface="Consolas"/>
                <a:ea typeface="Consolas"/>
                <a:cs typeface="Consolas"/>
              </a:rPr>
              <a:t>ai-workloads</a:t>
            </a:r>
            <a:br>
              <a:rPr sz="1600" dirty="0"/>
            </a:br>
            <a:endParaRPr dirty="0"/>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04361163"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Solución de problemas de pods y servicios</a:t>
            </a:r>
            <a:endParaRPr lang="en-US"/>
          </a:p>
        </p:txBody>
      </p:sp>
      <p:sp>
        <p:nvSpPr>
          <p:cNvPr id="772086880" name="TextBox 2"/>
          <p:cNvSpPr txBox="1"/>
          <p:nvPr/>
        </p:nvSpPr>
        <p:spPr bwMode="auto">
          <a:xfrm>
            <a:off x="582238" y="1229357"/>
            <a:ext cx="5346122" cy="4843370"/>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lvl="0" indent="0">
              <a:spcAft>
                <a:spcPts val="359"/>
              </a:spcAft>
              <a:buNone/>
              <a:defRPr/>
            </a:pPr>
            <a:r>
              <a:rPr lang="es-ES" sz="2200" b="0" i="0" strike="noStrike" cap="none" baseline="0" dirty="0">
                <a:solidFill>
                  <a:srgbClr val="000000"/>
                </a:solidFill>
                <a:effectLst/>
                <a:latin typeface="Segoe UI Semibold"/>
                <a:ea typeface="Segoe UI Semibold"/>
                <a:cs typeface="Segoe UI Semibold"/>
              </a:rPr>
              <a:t>Reconocimiento de estados de error</a:t>
            </a:r>
            <a:endParaRPr sz="2000" dirty="0"/>
          </a:p>
          <a:p>
            <a:pPr marL="228600" marR="0" lvl="0" indent="-228600">
              <a:spcAft>
                <a:spcPts val="359"/>
              </a:spcAft>
              <a:buFont typeface="Arial"/>
              <a:buChar char="•"/>
              <a:defRPr/>
            </a:pPr>
            <a:r>
              <a:rPr lang="es-ES" sz="1800" b="0" i="0" strike="noStrike" cap="none" baseline="0" dirty="0" err="1">
                <a:solidFill>
                  <a:srgbClr val="000000"/>
                </a:solidFill>
                <a:effectLst/>
                <a:latin typeface="Segoe UI"/>
                <a:ea typeface="Segoe UI"/>
                <a:cs typeface="Segoe UI"/>
              </a:rPr>
              <a:t>ImagePullBackOff</a:t>
            </a:r>
            <a:r>
              <a:rPr lang="es-ES" sz="1800" b="0" i="0" strike="noStrike" cap="none" baseline="0" dirty="0">
                <a:solidFill>
                  <a:srgbClr val="000000"/>
                </a:solidFill>
                <a:effectLst/>
                <a:latin typeface="Segoe UI"/>
                <a:ea typeface="Segoe UI"/>
                <a:cs typeface="Segoe UI"/>
              </a:rPr>
              <a:t>: ruta de registro o credenciales de extracción</a:t>
            </a:r>
            <a:endParaRPr sz="2000" dirty="0"/>
          </a:p>
          <a:p>
            <a:pPr marL="228600" marR="0" lvl="0" indent="-228600">
              <a:spcAft>
                <a:spcPts val="359"/>
              </a:spcAft>
              <a:buFont typeface="Arial"/>
              <a:buChar char="•"/>
              <a:defRPr/>
            </a:pPr>
            <a:r>
              <a:rPr lang="es-ES" sz="1800" b="0" i="0" strike="noStrike" cap="none" baseline="0" dirty="0" err="1">
                <a:solidFill>
                  <a:srgbClr val="000000"/>
                </a:solidFill>
                <a:effectLst/>
                <a:latin typeface="Segoe UI"/>
                <a:ea typeface="Segoe UI"/>
                <a:cs typeface="Segoe UI"/>
              </a:rPr>
              <a:t>CrashLoopBackOff</a:t>
            </a:r>
            <a:r>
              <a:rPr lang="es-ES" sz="1800" b="0" i="0" strike="noStrike" cap="none" baseline="0" dirty="0">
                <a:solidFill>
                  <a:srgbClr val="000000"/>
                </a:solidFill>
                <a:effectLst/>
                <a:latin typeface="Segoe UI"/>
                <a:ea typeface="Segoe UI"/>
                <a:cs typeface="Segoe UI"/>
              </a:rPr>
              <a:t>: sale la aplicación y se produce un error en las comprobaciones de estado</a:t>
            </a:r>
            <a:endParaRPr sz="2000" dirty="0"/>
          </a:p>
          <a:p>
            <a:pPr marL="228600" marR="0" lvl="0" indent="-228600">
              <a:spcAft>
                <a:spcPts val="359"/>
              </a:spcAft>
              <a:buFont typeface="Arial"/>
              <a:buChar char="•"/>
              <a:defRPr/>
            </a:pPr>
            <a:r>
              <a:rPr lang="es-ES" sz="1800" b="0" i="0" strike="noStrike" cap="none" baseline="0" dirty="0">
                <a:solidFill>
                  <a:srgbClr val="000000"/>
                </a:solidFill>
                <a:effectLst/>
                <a:latin typeface="Segoe UI"/>
                <a:ea typeface="Segoe UI"/>
                <a:cs typeface="Segoe UI"/>
              </a:rPr>
              <a:t>Pendiente: las solicitudes de recursos superan la capacidad de nodo disponible</a:t>
            </a:r>
            <a:endParaRPr sz="2000" dirty="0"/>
          </a:p>
          <a:p>
            <a:pPr marL="0" marR="0" lvl="0" indent="0" algn="l">
              <a:lnSpc>
                <a:spcPct val="100000"/>
              </a:lnSpc>
              <a:spcBef>
                <a:spcPts val="719"/>
              </a:spcBef>
              <a:spcAft>
                <a:spcPts val="359"/>
              </a:spcAft>
              <a:buNone/>
              <a:defRPr/>
            </a:pPr>
            <a:r>
              <a:rPr lang="es-ES" sz="2200" b="0" i="0" strike="noStrike" cap="none" baseline="0" dirty="0">
                <a:solidFill>
                  <a:srgbClr val="000000"/>
                </a:solidFill>
                <a:effectLst/>
                <a:latin typeface="Segoe UI Semibold"/>
                <a:ea typeface="Segoe UI Semibold"/>
                <a:cs typeface="Segoe UI Semibold"/>
              </a:rPr>
              <a:t>Pasos de investigación</a:t>
            </a:r>
            <a:endParaRPr sz="2000" dirty="0"/>
          </a:p>
          <a:p>
            <a:pPr marL="228600" marR="0" lvl="0" indent="-228600" algn="l">
              <a:lnSpc>
                <a:spcPct val="100000"/>
              </a:lnSpc>
              <a:spcBef>
                <a:spcPct val="0"/>
              </a:spcBef>
              <a:spcAft>
                <a:spcPts val="359"/>
              </a:spcAft>
              <a:buChar char="•"/>
              <a:defRPr/>
            </a:pPr>
            <a:r>
              <a:rPr lang="es-ES" sz="1800" b="0" i="0" strike="noStrike" cap="none" baseline="0" dirty="0">
                <a:solidFill>
                  <a:srgbClr val="000000"/>
                </a:solidFill>
                <a:effectLst/>
                <a:latin typeface="Segoe UI"/>
                <a:ea typeface="Segoe UI"/>
                <a:cs typeface="Segoe UI"/>
              </a:rPr>
              <a:t>Descripción del </a:t>
            </a:r>
            <a:r>
              <a:rPr lang="es-ES" sz="1800" b="0" i="0" strike="noStrike" cap="none" baseline="0" dirty="0" err="1">
                <a:solidFill>
                  <a:srgbClr val="000000"/>
                </a:solidFill>
                <a:effectLst/>
                <a:latin typeface="Segoe UI"/>
                <a:ea typeface="Segoe UI"/>
                <a:cs typeface="Segoe UI"/>
              </a:rPr>
              <a:t>pod</a:t>
            </a:r>
            <a:r>
              <a:rPr lang="es-ES" sz="1800" b="0" i="0" strike="noStrike" cap="none" baseline="0" dirty="0">
                <a:solidFill>
                  <a:srgbClr val="000000"/>
                </a:solidFill>
                <a:effectLst/>
                <a:latin typeface="Segoe UI"/>
                <a:ea typeface="Segoe UI"/>
                <a:cs typeface="Segoe UI"/>
              </a:rPr>
              <a:t> y examen de la sección Eventos para obtener pistas</a:t>
            </a:r>
            <a:endParaRPr lang="en-US" sz="1800" b="0" i="0" u="none" strike="noStrike" cap="none" spc="0" dirty="0">
              <a:solidFill>
                <a:schemeClr val="tx1"/>
              </a:solidFill>
              <a:latin typeface="Segoe UI"/>
              <a:cs typeface="Segoe UI"/>
            </a:endParaRPr>
          </a:p>
          <a:p>
            <a:pPr marL="228600" marR="0" lvl="0" indent="-228600" algn="l">
              <a:lnSpc>
                <a:spcPct val="100000"/>
              </a:lnSpc>
              <a:spcBef>
                <a:spcPct val="0"/>
              </a:spcBef>
              <a:spcAft>
                <a:spcPts val="359"/>
              </a:spcAft>
              <a:buChar char="•"/>
              <a:defRPr/>
            </a:pPr>
            <a:r>
              <a:rPr lang="es-ES" sz="1800" b="0" i="0" strike="noStrike" cap="none" baseline="0" dirty="0">
                <a:solidFill>
                  <a:srgbClr val="000000"/>
                </a:solidFill>
                <a:effectLst/>
                <a:latin typeface="Segoe UI"/>
                <a:ea typeface="Segoe UI"/>
                <a:cs typeface="Segoe UI"/>
              </a:rPr>
              <a:t>Comprobación de sondeos, variables de entorno y secretos montados</a:t>
            </a:r>
            <a:endParaRPr lang="en-US" sz="1800" b="0" i="0" u="none" strike="noStrike" cap="none" spc="0" dirty="0">
              <a:solidFill>
                <a:schemeClr val="tx1"/>
              </a:solidFill>
              <a:latin typeface="Segoe UI"/>
              <a:cs typeface="Segoe UI"/>
            </a:endParaRPr>
          </a:p>
          <a:p>
            <a:pPr marL="228600" marR="0" lvl="0" indent="-228600" algn="l">
              <a:lnSpc>
                <a:spcPct val="100000"/>
              </a:lnSpc>
              <a:spcBef>
                <a:spcPct val="0"/>
              </a:spcBef>
              <a:spcAft>
                <a:spcPts val="359"/>
              </a:spcAft>
              <a:buChar char="•"/>
              <a:defRPr/>
            </a:pPr>
            <a:r>
              <a:rPr lang="es-ES" sz="1800" b="0" i="0" strike="noStrike" cap="none" baseline="0" dirty="0">
                <a:solidFill>
                  <a:srgbClr val="000000"/>
                </a:solidFill>
                <a:effectLst/>
                <a:latin typeface="Segoe UI"/>
                <a:ea typeface="Segoe UI"/>
                <a:cs typeface="Segoe UI"/>
              </a:rPr>
              <a:t>Uso del portal Diagnosticar y solución de problemas para correcciones guiadas</a:t>
            </a:r>
            <a:endParaRPr sz="2000" dirty="0"/>
          </a:p>
          <a:p>
            <a:pPr>
              <a:defRPr/>
            </a:pPr>
            <a:endParaRPr dirty="0"/>
          </a:p>
        </p:txBody>
      </p:sp>
      <p:pic>
        <p:nvPicPr>
          <p:cNvPr id="1969966109" name="Picture 1" descr="Five numbered steps showing the troubleshooting sequence from checking pod status through validating the Service&#10;"/>
          <p:cNvPicPr>
            <a:picLocks noGrp="1" noChangeAspect="1"/>
          </p:cNvPicPr>
          <p:nvPr/>
        </p:nvPicPr>
        <p:blipFill>
          <a:blip>
            <a:extLst>
              <a:ext uri="{96DAC541-7B7A-43D3-8B79-37D633B846F1}">
                <asvg:svgBlip xmlns:asvg="http://schemas.microsoft.com/office/drawing/2016/SVG/main" r:embed="rId3"/>
              </a:ext>
            </a:extLst>
          </a:blip>
          <a:stretch>
            <a:fillRect/>
          </a:stretch>
        </p:blipFill>
        <p:spPr bwMode="auto">
          <a:xfrm>
            <a:off x="7269480" y="1225296"/>
            <a:ext cx="4453128" cy="4599432"/>
          </a:xfrm>
          <a:prstGeom prst="rect">
            <a:avLst/>
          </a:prstGeom>
          <a:noFill/>
          <a:ln w="9525">
            <a:noFill/>
          </a:ln>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88404970"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Comprobación de la conectividad del servicio y los puntos de conexión</a:t>
            </a:r>
            <a:endParaRPr lang="en-US"/>
          </a:p>
        </p:txBody>
      </p:sp>
      <p:sp>
        <p:nvSpPr>
          <p:cNvPr id="1122145097" name="TextBox 2"/>
          <p:cNvSpPr txBox="1"/>
          <p:nvPr/>
        </p:nvSpPr>
        <p:spPr bwMode="auto">
          <a:xfrm>
            <a:off x="457198" y="1226083"/>
            <a:ext cx="4960621" cy="4763237"/>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lvl="0" indent="0">
              <a:spcAft>
                <a:spcPts val="359"/>
              </a:spcAft>
              <a:buNone/>
              <a:defRPr/>
            </a:pPr>
            <a:r>
              <a:rPr lang="es-ES" sz="2200" b="0" i="0" strike="noStrike" cap="none" baseline="0" dirty="0">
                <a:solidFill>
                  <a:srgbClr val="000000"/>
                </a:solidFill>
                <a:effectLst/>
                <a:latin typeface="Segoe UI Semibold"/>
                <a:ea typeface="Segoe UI Semibold"/>
                <a:cs typeface="Segoe UI Semibold"/>
              </a:rPr>
              <a:t>Exposición del servicio</a:t>
            </a:r>
            <a:endParaRPr sz="2200" dirty="0"/>
          </a:p>
          <a:p>
            <a:pPr marL="283879" lvl="0" indent="-283879">
              <a:spcAft>
                <a:spcPts val="359"/>
              </a:spcAft>
              <a:buFont typeface="Arial"/>
              <a:buChar char="•"/>
              <a:defRPr/>
            </a:pPr>
            <a:r>
              <a:rPr lang="es-ES" sz="1800" b="0" i="0" strike="noStrike" cap="none" baseline="0" dirty="0" err="1">
                <a:solidFill>
                  <a:srgbClr val="000000"/>
                </a:solidFill>
                <a:effectLst/>
                <a:latin typeface="Segoe UI"/>
                <a:ea typeface="Segoe UI"/>
                <a:cs typeface="Segoe UI"/>
              </a:rPr>
              <a:t>ClusterIP</a:t>
            </a:r>
            <a:r>
              <a:rPr lang="es-ES" sz="1800" b="0" i="0" strike="noStrike" cap="none" baseline="0" dirty="0">
                <a:solidFill>
                  <a:srgbClr val="000000"/>
                </a:solidFill>
                <a:effectLst/>
                <a:latin typeface="Segoe UI"/>
                <a:ea typeface="Segoe UI"/>
                <a:cs typeface="Segoe UI"/>
              </a:rPr>
              <a:t> para el tráfico interno, </a:t>
            </a:r>
            <a:r>
              <a:rPr lang="es-ES" sz="1800" b="0" i="0" strike="noStrike" cap="none" baseline="0" dirty="0" err="1">
                <a:solidFill>
                  <a:srgbClr val="000000"/>
                </a:solidFill>
                <a:effectLst/>
                <a:latin typeface="Segoe UI"/>
                <a:ea typeface="Segoe UI"/>
                <a:cs typeface="Segoe UI"/>
              </a:rPr>
              <a:t>LoadBalancer</a:t>
            </a:r>
            <a:r>
              <a:rPr lang="es-ES" sz="1800" b="0" i="0" strike="noStrike" cap="none" baseline="0" dirty="0">
                <a:solidFill>
                  <a:srgbClr val="000000"/>
                </a:solidFill>
                <a:effectLst/>
                <a:latin typeface="Segoe UI"/>
                <a:ea typeface="Segoe UI"/>
                <a:cs typeface="Segoe UI"/>
              </a:rPr>
              <a:t> para el acceso externo</a:t>
            </a:r>
            <a:endParaRPr sz="1800" dirty="0"/>
          </a:p>
          <a:p>
            <a:pPr marL="283879" lvl="0" indent="-283879">
              <a:spcAft>
                <a:spcPts val="359"/>
              </a:spcAft>
              <a:buFont typeface="Arial"/>
              <a:buChar char="•"/>
              <a:defRPr/>
            </a:pPr>
            <a:r>
              <a:rPr lang="es-ES" sz="1800" b="0" i="0" strike="noStrike" cap="none" baseline="0" dirty="0">
                <a:solidFill>
                  <a:srgbClr val="000000"/>
                </a:solidFill>
                <a:effectLst/>
                <a:latin typeface="Segoe UI"/>
                <a:ea typeface="Segoe UI"/>
                <a:cs typeface="Segoe UI"/>
              </a:rPr>
              <a:t>Las etiquetas de selector deben coincidir con las etiquetas de </a:t>
            </a:r>
            <a:r>
              <a:rPr lang="es-ES" sz="1800" b="0" i="0" strike="noStrike" cap="none" baseline="0" dirty="0" err="1">
                <a:solidFill>
                  <a:srgbClr val="000000"/>
                </a:solidFill>
                <a:effectLst/>
                <a:latin typeface="Segoe UI"/>
                <a:ea typeface="Segoe UI"/>
                <a:cs typeface="Segoe UI"/>
              </a:rPr>
              <a:t>pod</a:t>
            </a:r>
            <a:r>
              <a:rPr lang="es-ES" sz="1800" b="0" i="0" strike="noStrike" cap="none" baseline="0" dirty="0">
                <a:solidFill>
                  <a:srgbClr val="000000"/>
                </a:solidFill>
                <a:effectLst/>
                <a:latin typeface="Segoe UI"/>
                <a:ea typeface="Segoe UI"/>
                <a:cs typeface="Segoe UI"/>
              </a:rPr>
              <a:t> para crear puntos de conexión</a:t>
            </a:r>
            <a:endParaRPr sz="1800" dirty="0"/>
          </a:p>
          <a:p>
            <a:pPr marL="283879" lvl="0" indent="-283879">
              <a:spcAft>
                <a:spcPts val="359"/>
              </a:spcAft>
              <a:buFont typeface="Arial"/>
              <a:buChar char="•"/>
              <a:defRPr/>
            </a:pPr>
            <a:r>
              <a:rPr lang="es-ES" sz="1800" b="0" i="0" strike="noStrike" cap="none" baseline="0" dirty="0" err="1">
                <a:solidFill>
                  <a:srgbClr val="000000"/>
                </a:solidFill>
                <a:effectLst/>
                <a:latin typeface="Segoe UI"/>
                <a:ea typeface="Segoe UI"/>
                <a:cs typeface="Segoe UI"/>
              </a:rPr>
              <a:t>Ports</a:t>
            </a:r>
            <a:r>
              <a:rPr lang="es-ES" sz="1800" b="0" i="0" strike="noStrike" cap="none" baseline="0" dirty="0">
                <a:solidFill>
                  <a:srgbClr val="000000"/>
                </a:solidFill>
                <a:effectLst/>
                <a:latin typeface="Segoe UI"/>
                <a:ea typeface="Segoe UI"/>
                <a:cs typeface="Segoe UI"/>
              </a:rPr>
              <a:t> y </a:t>
            </a:r>
            <a:r>
              <a:rPr lang="es-ES" sz="1800" b="0" i="0" strike="noStrike" cap="none" baseline="0" dirty="0" err="1">
                <a:solidFill>
                  <a:srgbClr val="000000"/>
                </a:solidFill>
                <a:effectLst/>
                <a:latin typeface="Segoe UI"/>
                <a:ea typeface="Segoe UI"/>
                <a:cs typeface="Segoe UI"/>
              </a:rPr>
              <a:t>targetPorts</a:t>
            </a:r>
            <a:r>
              <a:rPr lang="es-ES" sz="1800" b="0" i="0" strike="noStrike" cap="none" baseline="0" dirty="0">
                <a:solidFill>
                  <a:srgbClr val="000000"/>
                </a:solidFill>
                <a:effectLst/>
                <a:latin typeface="Segoe UI"/>
                <a:ea typeface="Segoe UI"/>
                <a:cs typeface="Segoe UI"/>
              </a:rPr>
              <a:t> deben alinearse con los puertos de contenedor</a:t>
            </a:r>
            <a:endParaRPr sz="2200" dirty="0"/>
          </a:p>
          <a:p>
            <a:pPr marL="0" marR="0" lvl="0" indent="0" algn="l">
              <a:lnSpc>
                <a:spcPct val="100000"/>
              </a:lnSpc>
              <a:spcBef>
                <a:spcPts val="719"/>
              </a:spcBef>
              <a:spcAft>
                <a:spcPts val="359"/>
              </a:spcAft>
              <a:buNone/>
              <a:defRPr/>
            </a:pPr>
            <a:r>
              <a:rPr lang="es-ES" sz="2200" b="0" i="0" strike="noStrike" cap="none" baseline="0" dirty="0">
                <a:solidFill>
                  <a:srgbClr val="000000"/>
                </a:solidFill>
                <a:effectLst/>
                <a:latin typeface="Segoe UI Semibold"/>
                <a:ea typeface="Segoe UI Semibold"/>
                <a:cs typeface="Segoe UI Semibold"/>
              </a:rPr>
              <a:t>Comprobaciones de validación</a:t>
            </a:r>
            <a:endParaRPr sz="2200" dirty="0"/>
          </a:p>
          <a:p>
            <a:pPr marL="283879" marR="0" lvl="0" indent="-283879" algn="l">
              <a:lnSpc>
                <a:spcPct val="100000"/>
              </a:lnSpc>
              <a:spcBef>
                <a:spcPct val="0"/>
              </a:spcBef>
              <a:spcAft>
                <a:spcPts val="359"/>
              </a:spcAft>
              <a:buChar char="•"/>
              <a:defRPr/>
            </a:pPr>
            <a:r>
              <a:rPr lang="es-ES" sz="1800" b="0" i="0" strike="noStrike" cap="none" baseline="0" dirty="0">
                <a:solidFill>
                  <a:srgbClr val="000000"/>
                </a:solidFill>
                <a:effectLst/>
                <a:latin typeface="Segoe UI"/>
                <a:ea typeface="Segoe UI"/>
                <a:cs typeface="Segoe UI"/>
              </a:rPr>
              <a:t>Inspección de </a:t>
            </a:r>
            <a:r>
              <a:rPr lang="es-ES" sz="1800" b="0" i="0" strike="noStrike" cap="none" baseline="0" dirty="0" err="1">
                <a:solidFill>
                  <a:srgbClr val="000000"/>
                </a:solidFill>
                <a:effectLst/>
                <a:latin typeface="Segoe UI"/>
                <a:ea typeface="Segoe UI"/>
                <a:cs typeface="Segoe UI"/>
              </a:rPr>
              <a:t>endpointSlices</a:t>
            </a:r>
            <a:r>
              <a:rPr lang="es-ES" sz="1800" b="0" i="0" strike="noStrike" cap="none" baseline="0" dirty="0">
                <a:solidFill>
                  <a:srgbClr val="000000"/>
                </a:solidFill>
                <a:effectLst/>
                <a:latin typeface="Segoe UI"/>
                <a:ea typeface="Segoe UI"/>
                <a:cs typeface="Segoe UI"/>
              </a:rPr>
              <a:t> para confirmar los </a:t>
            </a:r>
            <a:r>
              <a:rPr lang="es-ES" sz="1800" b="0" i="0" strike="noStrike" cap="none" baseline="0" dirty="0" err="1">
                <a:solidFill>
                  <a:srgbClr val="000000"/>
                </a:solidFill>
                <a:effectLst/>
                <a:latin typeface="Segoe UI"/>
                <a:ea typeface="Segoe UI"/>
                <a:cs typeface="Segoe UI"/>
              </a:rPr>
              <a:t>pods</a:t>
            </a:r>
            <a:r>
              <a:rPr lang="es-ES" sz="1800" b="0" i="0" strike="noStrike" cap="none" baseline="0" dirty="0">
                <a:solidFill>
                  <a:srgbClr val="000000"/>
                </a:solidFill>
                <a:effectLst/>
                <a:latin typeface="Segoe UI"/>
                <a:ea typeface="Segoe UI"/>
                <a:cs typeface="Segoe UI"/>
              </a:rPr>
              <a:t> de vuelta al servicio</a:t>
            </a:r>
            <a:endParaRPr lang="en-US" sz="1800" b="0" i="0" u="none" strike="noStrike" cap="none" spc="0" dirty="0">
              <a:solidFill>
                <a:schemeClr val="tx1"/>
              </a:solidFill>
              <a:latin typeface="Segoe UI"/>
              <a:cs typeface="Segoe UI"/>
            </a:endParaRPr>
          </a:p>
          <a:p>
            <a:pPr marL="283879" marR="0" lvl="0" indent="-283879" algn="l">
              <a:lnSpc>
                <a:spcPct val="100000"/>
              </a:lnSpc>
              <a:spcBef>
                <a:spcPct val="0"/>
              </a:spcBef>
              <a:spcAft>
                <a:spcPts val="359"/>
              </a:spcAft>
              <a:buChar char="•"/>
              <a:defRPr/>
            </a:pPr>
            <a:r>
              <a:rPr lang="es-ES" sz="1800" b="0" i="0" strike="noStrike" cap="none" baseline="0" dirty="0">
                <a:solidFill>
                  <a:srgbClr val="000000"/>
                </a:solidFill>
                <a:effectLst/>
                <a:latin typeface="Segoe UI"/>
                <a:ea typeface="Segoe UI"/>
                <a:cs typeface="Segoe UI"/>
              </a:rPr>
              <a:t>Reenvío de puertos para probar puntos de conexión antes de la exposición externa</a:t>
            </a:r>
            <a:endParaRPr lang="en-US" sz="1800" b="0" i="0" u="none" strike="noStrike" cap="none" spc="0" dirty="0">
              <a:solidFill>
                <a:schemeClr val="tx1"/>
              </a:solidFill>
              <a:latin typeface="Segoe UI"/>
              <a:cs typeface="Segoe UI"/>
            </a:endParaRPr>
          </a:p>
          <a:p>
            <a:pPr marL="283879" marR="0" indent="-283879" algn="l">
              <a:lnSpc>
                <a:spcPct val="100000"/>
              </a:lnSpc>
              <a:spcBef>
                <a:spcPct val="0"/>
              </a:spcBef>
              <a:spcAft>
                <a:spcPts val="359"/>
              </a:spcAft>
              <a:buChar char="•"/>
              <a:defRPr/>
            </a:pPr>
            <a:r>
              <a:rPr lang="es-ES" sz="1800" b="0" i="0" strike="noStrike" cap="none" baseline="0" dirty="0">
                <a:solidFill>
                  <a:srgbClr val="000000"/>
                </a:solidFill>
                <a:effectLst/>
                <a:latin typeface="Segoe UI"/>
                <a:ea typeface="Segoe UI"/>
                <a:cs typeface="Segoe UI"/>
              </a:rPr>
              <a:t>Revisión de servicios y entrada en el portal para direcciones IP externas</a:t>
            </a:r>
            <a:endParaRPr sz="2200" dirty="0"/>
          </a:p>
        </p:txBody>
      </p:sp>
      <p:pic>
        <p:nvPicPr>
          <p:cNvPr id="1494643523" name="Picture 1" descr="Stacked layer diagram showing the traffic path from Client through LoadBalancer, Service, and EndpointSlices to Pods&#10;"/>
          <p:cNvPicPr>
            <a:picLocks noGrp="1" noChangeAspect="1"/>
          </p:cNvPicPr>
          <p:nvPr/>
        </p:nvPicPr>
        <p:blipFill>
          <a:blip>
            <a:extLst>
              <a:ext uri="{96DAC541-7B7A-43D3-8B79-37D633B846F1}">
                <asvg:svgBlip xmlns:asvg="http://schemas.microsoft.com/office/drawing/2016/SVG/main" r:embed="rId3"/>
              </a:ext>
            </a:extLst>
          </a:blip>
          <a:stretch>
            <a:fillRect/>
          </a:stretch>
        </p:blipFill>
        <p:spPr bwMode="auto">
          <a:xfrm>
            <a:off x="6355080" y="1124711"/>
            <a:ext cx="4791456" cy="4690872"/>
          </a:xfrm>
          <a:prstGeom prst="rect">
            <a:avLst/>
          </a:prstGeom>
          <a:noFill/>
          <a:ln w="9525">
            <a:noFill/>
          </a:ln>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5534163" name="Title 1"/>
          <p:cNvSpPr>
            <a:spLocks noGrp="1"/>
          </p:cNvSpPr>
          <p:nvPr>
            <p:ph type="title"/>
          </p:nvPr>
        </p:nvSpPr>
        <p:spPr bwMode="auto">
          <a:xfrm>
            <a:off x="588261" y="585216"/>
            <a:ext cx="5653640" cy="426720"/>
          </a:xfrm>
        </p:spPr>
        <p:txBody>
          <a:bodyPr/>
          <a:lstStyle/>
          <a:p>
            <a:pPr>
              <a:defRPr/>
            </a:pPr>
            <a:r>
              <a:rPr lang="es-ES" sz="2800" b="0" i="0" strike="noStrike" cap="none" baseline="0">
                <a:solidFill>
                  <a:srgbClr val="000000"/>
                </a:solidFill>
                <a:effectLst/>
                <a:latin typeface="Segoe UI Semibold"/>
                <a:ea typeface="Segoe UI Semibold"/>
                <a:cs typeface="Segoe UI Semibold"/>
              </a:rPr>
              <a:t>Ejercicio</a:t>
            </a:r>
            <a:endParaRPr sz="2800"/>
          </a:p>
        </p:txBody>
      </p:sp>
      <p:sp>
        <p:nvSpPr>
          <p:cNvPr id="258068082" name="Text Placeholder 4"/>
          <p:cNvSpPr>
            <a:spLocks noGrp="1"/>
          </p:cNvSpPr>
          <p:nvPr>
            <p:ph type="body" sz="quarter" idx="16"/>
          </p:nvPr>
        </p:nvSpPr>
        <p:spPr bwMode="auto">
          <a:xfrm>
            <a:off x="584199" y="1594150"/>
            <a:ext cx="4582161" cy="731520"/>
          </a:xfrm>
        </p:spPr>
        <p:txBody>
          <a:bodyPr/>
          <a:lstStyle/>
          <a:p>
            <a:pPr>
              <a:defRPr/>
            </a:pPr>
            <a:r>
              <a:rPr lang="es-ES" sz="1600" b="0" i="0" strike="noStrike" cap="none" baseline="0" dirty="0">
                <a:solidFill>
                  <a:srgbClr val="000000"/>
                </a:solidFill>
                <a:effectLst/>
                <a:latin typeface="Segoe UI Semibold"/>
                <a:ea typeface="Segoe UI Semibold"/>
                <a:cs typeface="Segoe UI"/>
              </a:rPr>
              <a:t>Solución de problemas de las aplicaciones en Azure </a:t>
            </a:r>
            <a:r>
              <a:rPr lang="es-ES" sz="1600" b="0" i="0" strike="noStrike" cap="none" baseline="0" dirty="0" err="1">
                <a:solidFill>
                  <a:srgbClr val="000000"/>
                </a:solidFill>
                <a:effectLst/>
                <a:latin typeface="Segoe UI Semibold"/>
                <a:ea typeface="Segoe UI Semibold"/>
                <a:cs typeface="Segoe UI"/>
              </a:rPr>
              <a:t>Kubernetes</a:t>
            </a:r>
            <a:r>
              <a:rPr lang="es-ES" sz="1600" b="0" i="0" strike="noStrike" cap="none" baseline="0" dirty="0">
                <a:solidFill>
                  <a:srgbClr val="000000"/>
                </a:solidFill>
                <a:effectLst/>
                <a:latin typeface="Segoe UI Semibold"/>
                <a:ea typeface="Segoe UI Semibold"/>
                <a:cs typeface="Segoe UI"/>
              </a:rPr>
              <a:t> </a:t>
            </a:r>
            <a:r>
              <a:rPr lang="es-ES" sz="1600" b="0" i="0" strike="noStrike" cap="none" baseline="0" dirty="0" err="1">
                <a:solidFill>
                  <a:srgbClr val="000000"/>
                </a:solidFill>
                <a:effectLst/>
                <a:latin typeface="Segoe UI Semibold"/>
                <a:ea typeface="Segoe UI Semibold"/>
                <a:cs typeface="Segoe UI"/>
              </a:rPr>
              <a:t>Service</a:t>
            </a:r>
            <a:endParaRPr lang="en-US" dirty="0"/>
          </a:p>
          <a:p>
            <a:pPr>
              <a:defRPr/>
            </a:pPr>
            <a:endParaRPr lang="en-US" dirty="0"/>
          </a:p>
        </p:txBody>
      </p:sp>
      <p:sp>
        <p:nvSpPr>
          <p:cNvPr id="364091059" name="Text Placeholder 61"/>
          <p:cNvSpPr>
            <a:spLocks noGrp="1"/>
          </p:cNvSpPr>
          <p:nvPr>
            <p:ph type="body" sz="quarter" idx="15"/>
          </p:nvPr>
        </p:nvSpPr>
        <p:spPr bwMode="auto">
          <a:xfrm>
            <a:off x="579439" y="2501488"/>
            <a:ext cx="4906962" cy="2438401"/>
          </a:xfrm>
        </p:spPr>
        <p:txBody>
          <a:bodyPr vert="horz" wrap="square" lIns="0" tIns="0" rIns="0" bIns="0" rtlCol="0" anchor="t">
            <a:spAutoFit/>
          </a:bodyPr>
          <a:lstStyle/>
          <a:p>
            <a:pPr marL="0" indent="0">
              <a:buNone/>
              <a:defRPr/>
            </a:pPr>
            <a:r>
              <a:rPr lang="es-ES" sz="1600" b="0" i="0" strike="noStrike" cap="none" baseline="0" dirty="0">
                <a:solidFill>
                  <a:srgbClr val="000000"/>
                </a:solidFill>
                <a:effectLst/>
                <a:latin typeface="Segoe UI"/>
                <a:ea typeface="Segoe UI"/>
                <a:cs typeface="Segoe UI"/>
              </a:rPr>
              <a:t>En este ejercicio, implementarás una API en contenedor en Azure </a:t>
            </a:r>
            <a:r>
              <a:rPr lang="es-ES" sz="1600" b="0" i="0" strike="noStrike" cap="none" baseline="0" dirty="0" err="1">
                <a:solidFill>
                  <a:srgbClr val="000000"/>
                </a:solidFill>
                <a:effectLst/>
                <a:latin typeface="Segoe UI"/>
                <a:ea typeface="Segoe UI"/>
                <a:cs typeface="Segoe UI"/>
              </a:rPr>
              <a:t>Kubernetes</a:t>
            </a:r>
            <a:r>
              <a:rPr lang="es-ES" sz="1600" b="0" i="0" strike="noStrike" cap="none" baseline="0" dirty="0">
                <a:solidFill>
                  <a:srgbClr val="000000"/>
                </a:solidFill>
                <a:effectLst/>
                <a:latin typeface="Segoe UI"/>
                <a:ea typeface="Segoe UI"/>
                <a:cs typeface="Segoe UI"/>
              </a:rPr>
              <a:t> </a:t>
            </a:r>
            <a:r>
              <a:rPr lang="es-ES" sz="1600" b="0" i="0" strike="noStrike" cap="none" baseline="0" dirty="0" err="1">
                <a:solidFill>
                  <a:srgbClr val="000000"/>
                </a:solidFill>
                <a:effectLst/>
                <a:latin typeface="Segoe UI"/>
                <a:ea typeface="Segoe UI"/>
                <a:cs typeface="Segoe UI"/>
              </a:rPr>
              <a:t>Service</a:t>
            </a:r>
            <a:r>
              <a:rPr lang="es-ES" sz="1600" b="0" i="0" strike="noStrike" cap="none" baseline="0" dirty="0">
                <a:solidFill>
                  <a:srgbClr val="000000"/>
                </a:solidFill>
                <a:effectLst/>
                <a:latin typeface="Segoe UI"/>
                <a:ea typeface="Segoe UI"/>
                <a:cs typeface="Segoe UI"/>
              </a:rPr>
              <a:t> (AKS) y después diagnosticarás y resolverás problemas comunes de </a:t>
            </a:r>
            <a:r>
              <a:rPr lang="es-ES" sz="1600" b="0" i="0" strike="noStrike" cap="none" baseline="0" dirty="0" err="1">
                <a:solidFill>
                  <a:srgbClr val="000000"/>
                </a:solidFill>
                <a:effectLst/>
                <a:latin typeface="Segoe UI"/>
                <a:ea typeface="Segoe UI"/>
                <a:cs typeface="Segoe UI"/>
              </a:rPr>
              <a:t>Kubernetes</a:t>
            </a:r>
            <a:r>
              <a:rPr lang="es-ES" sz="1600" b="0" i="0" strike="noStrike" cap="none" baseline="0" dirty="0">
                <a:solidFill>
                  <a:srgbClr val="000000"/>
                </a:solidFill>
                <a:effectLst/>
                <a:latin typeface="Segoe UI"/>
                <a:ea typeface="Segoe UI"/>
                <a:cs typeface="Segoe UI"/>
              </a:rPr>
              <a:t>. </a:t>
            </a:r>
            <a:endParaRPr dirty="0"/>
          </a:p>
          <a:p>
            <a:pPr marL="0" indent="0">
              <a:buNone/>
              <a:defRPr/>
            </a:pPr>
            <a:endParaRPr lang="en-US" dirty="0">
              <a:cs typeface="Segoe UI"/>
            </a:endParaRPr>
          </a:p>
          <a:p>
            <a:pPr marL="0" indent="0">
              <a:buNone/>
              <a:defRPr/>
            </a:pPr>
            <a:r>
              <a:rPr lang="es-ES" sz="1600" b="0" i="0" strike="noStrike" cap="none" baseline="0" dirty="0">
                <a:solidFill>
                  <a:srgbClr val="000000"/>
                </a:solidFill>
                <a:effectLst/>
                <a:latin typeface="Segoe UI Semibold"/>
                <a:ea typeface="Segoe UI Semibold"/>
                <a:cs typeface="Segoe UI Semibold"/>
              </a:rPr>
              <a:t>Tiempo estimado: </a:t>
            </a:r>
            <a:r>
              <a:rPr lang="es-ES" sz="1600" b="0" i="0" strike="noStrike" cap="none" baseline="0" dirty="0">
                <a:solidFill>
                  <a:srgbClr val="000000"/>
                </a:solidFill>
                <a:effectLst/>
                <a:latin typeface="Segoe UI"/>
                <a:ea typeface="Segoe UI"/>
                <a:cs typeface="Segoe UI"/>
              </a:rPr>
              <a:t>30 minutos</a:t>
            </a:r>
            <a:endParaRPr dirty="0"/>
          </a:p>
          <a:p>
            <a:pPr>
              <a:defRPr/>
            </a:pPr>
            <a:endParaRPr lang="en-US" dirty="0">
              <a:cs typeface="Segoe UI"/>
            </a:endParaRPr>
          </a:p>
          <a:p>
            <a:pPr marL="0" indent="0">
              <a:buNone/>
              <a:defRPr/>
            </a:pPr>
            <a:r>
              <a:rPr lang="es-ES" sz="1600" b="0" i="0" strike="noStrike" cap="none" baseline="0" dirty="0">
                <a:solidFill>
                  <a:srgbClr val="000000"/>
                </a:solidFill>
                <a:effectLst/>
                <a:latin typeface="Segoe UI"/>
                <a:ea typeface="Segoe UI"/>
                <a:cs typeface="Segoe UI"/>
              </a:rPr>
              <a:t>Inicia el ejercicio en:</a:t>
            </a:r>
            <a:endParaRPr lang="en-US" dirty="0"/>
          </a:p>
          <a:p>
            <a:pPr marL="0" indent="0">
              <a:buNone/>
              <a:defRPr/>
            </a:pPr>
            <a:r>
              <a:rPr lang="es-ES" sz="1600" b="0" i="0" u="sng" strike="noStrike" cap="none" baseline="0" dirty="0">
                <a:solidFill>
                  <a:srgbClr val="0077D3"/>
                </a:solidFill>
                <a:effectLst/>
                <a:uFill>
                  <a:solidFill>
                    <a:srgbClr val="0077D3"/>
                  </a:solidFill>
                </a:uFill>
                <a:latin typeface="Segoe UI"/>
                <a:ea typeface="Segoe UI"/>
                <a:cs typeface="Segoe UI"/>
                <a:hlinkClick r:id="rId3" history="0"/>
              </a:rPr>
              <a:t>https://go.microsoft.com/fwlink/?linkid=2346293</a:t>
            </a:r>
            <a:endParaRPr dirty="0"/>
          </a:p>
          <a:p>
            <a:pPr marL="0" indent="0">
              <a:buNone/>
              <a:defRPr/>
            </a:pPr>
            <a:endParaRPr lang="en-US" dirty="0"/>
          </a:p>
        </p:txBody>
      </p:sp>
      <p:pic>
        <p:nvPicPr>
          <p:cNvPr id="1543565172" name="Picture Placeholder 6"/>
          <p:cNvPicPr>
            <a:picLocks noGrp="1" noChangeAspect="1"/>
          </p:cNvPicPr>
          <p:nvPr>
            <p:ph type="pic" sz="quarter" idx="20"/>
          </p:nvPr>
        </p:nvPicPr>
        <p:blipFill>
          <a:blip r:embed="rId4"/>
          <a:srcRect l="118" r="117"/>
          <a:stretch>
            <a:fillRect/>
          </a:stretch>
        </p:blipFill>
        <p:spPr bwMode="ltGray">
          <a:xfrm>
            <a:off x="7724773" y="2043463"/>
            <a:ext cx="4467224" cy="3307645"/>
          </a:xfrm>
          <a:prstGeom prst="rect">
            <a:avLst/>
          </a:prstGeom>
          <a:solidFill>
            <a:srgbClr val="F4F4F7"/>
          </a:solidFill>
          <a:ln>
            <a:noFill/>
          </a:ln>
        </p:spPr>
      </p:pic>
      <p:sp>
        <p:nvSpPr>
          <p:cNvPr id="555349781" name="Footer Placeholder 4"/>
          <p:cNvSpPr>
            <a:spLocks noGrp="1"/>
          </p:cNvSpPr>
          <p:nvPr>
            <p:ph type="ftr" sz="quarter" idx="3"/>
          </p:nvPr>
        </p:nvSpPr>
        <p:spPr bwMode="auto">
          <a:xfrm>
            <a:off x="579438" y="6421082"/>
            <a:ext cx="4151311" cy="197975"/>
          </a:xfrm>
        </p:spPr>
        <p:txBody>
          <a:bodyPr/>
          <a:lstStyle/>
          <a:p>
            <a:pPr>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a:p>
        </p:txBody>
      </p:sp>
      <p:sp>
        <p:nvSpPr>
          <p:cNvPr id="1749817945" name="Flowchart: Off-page Connector 7"/>
          <p:cNvSpPr/>
          <p:nvPr/>
        </p:nvSpPr>
        <p:spPr bwMode="auto">
          <a:xfrm rot="5400000">
            <a:off x="6119823" y="2297180"/>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vert270" wrap="square" lIns="274320" tIns="585216" rIns="274320" bIns="182880" numCol="1" spcCol="0" rtlCol="0" fromWordArt="0" anchor="ctr" anchorCtr="0" forceAA="0" compatLnSpc="1">
            <a:prstTxWarp prst="textNoShape">
              <a:avLst/>
            </a:prstTxWarp>
            <a:noAutofit/>
          </a:bodyPr>
          <a:lstStyle>
            <a:defPPr>
              <a:defRPr lang="en-US"/>
            </a:defPPr>
            <a:lvl1pPr marL="0" algn="l" defTabSz="914366" rtl="0">
              <a:defRPr sz="1750">
                <a:solidFill>
                  <a:schemeClr val="lt1"/>
                </a:solidFill>
                <a:latin typeface="+mn-lt"/>
                <a:ea typeface="+mn-ea"/>
                <a:cs typeface="+mn-cs"/>
              </a:defRPr>
            </a:lvl1pPr>
            <a:lvl2pPr marL="457182" algn="l" defTabSz="914366" rtl="0">
              <a:defRPr sz="1750">
                <a:solidFill>
                  <a:schemeClr val="lt1"/>
                </a:solidFill>
                <a:latin typeface="+mn-lt"/>
                <a:ea typeface="+mn-ea"/>
                <a:cs typeface="+mn-cs"/>
              </a:defRPr>
            </a:lvl2pPr>
            <a:lvl3pPr marL="914366" algn="l" defTabSz="914366" rtl="0">
              <a:defRPr sz="1750">
                <a:solidFill>
                  <a:schemeClr val="lt1"/>
                </a:solidFill>
                <a:latin typeface="+mn-lt"/>
                <a:ea typeface="+mn-ea"/>
                <a:cs typeface="+mn-cs"/>
              </a:defRPr>
            </a:lvl3pPr>
            <a:lvl4pPr marL="1371549" algn="l" defTabSz="914366" rtl="0">
              <a:defRPr sz="1750">
                <a:solidFill>
                  <a:schemeClr val="lt1"/>
                </a:solidFill>
                <a:latin typeface="+mn-lt"/>
                <a:ea typeface="+mn-ea"/>
                <a:cs typeface="+mn-cs"/>
              </a:defRPr>
            </a:lvl4pPr>
            <a:lvl5pPr marL="1828733" algn="l" defTabSz="914366" rtl="0">
              <a:defRPr sz="1750">
                <a:solidFill>
                  <a:schemeClr val="lt1"/>
                </a:solidFill>
                <a:latin typeface="+mn-lt"/>
                <a:ea typeface="+mn-ea"/>
                <a:cs typeface="+mn-cs"/>
              </a:defRPr>
            </a:lvl5pPr>
            <a:lvl6pPr marL="2285917" algn="l" defTabSz="914366" rtl="0">
              <a:defRPr sz="1750">
                <a:solidFill>
                  <a:schemeClr val="lt1"/>
                </a:solidFill>
                <a:latin typeface="+mn-lt"/>
                <a:ea typeface="+mn-ea"/>
                <a:cs typeface="+mn-cs"/>
              </a:defRPr>
            </a:lvl6pPr>
            <a:lvl7pPr marL="2743101" algn="l" defTabSz="914366" rtl="0">
              <a:defRPr sz="1750">
                <a:solidFill>
                  <a:schemeClr val="lt1"/>
                </a:solidFill>
                <a:latin typeface="+mn-lt"/>
                <a:ea typeface="+mn-ea"/>
                <a:cs typeface="+mn-cs"/>
              </a:defRPr>
            </a:lvl7pPr>
            <a:lvl8pPr marL="3200283" algn="l" defTabSz="914366" rtl="0">
              <a:defRPr sz="1750">
                <a:solidFill>
                  <a:schemeClr val="lt1"/>
                </a:solidFill>
                <a:latin typeface="+mn-lt"/>
                <a:ea typeface="+mn-ea"/>
                <a:cs typeface="+mn-cs"/>
              </a:defRPr>
            </a:lvl8pPr>
            <a:lvl9pPr marL="3657468" algn="l" defTabSz="914366" rtl="0">
              <a:defRPr sz="1750">
                <a:solidFill>
                  <a:schemeClr val="lt1"/>
                </a:solidFill>
                <a:latin typeface="+mn-lt"/>
                <a:ea typeface="+mn-ea"/>
                <a:cs typeface="+mn-cs"/>
              </a:defRPr>
            </a:lvl9pPr>
          </a:lstStyle>
          <a:p>
            <a:pPr marL="0" marR="0" lvl="0" indent="0" algn="l" defTabSz="932472" rtl="0">
              <a:lnSpc>
                <a:spcPct val="100000"/>
              </a:lnSpc>
              <a:spcBef>
                <a:spcPct val="0"/>
              </a:spcBef>
              <a:spcAft>
                <a:spcPts val="599"/>
              </a:spcAft>
              <a:buClrTx/>
              <a:buSzTx/>
              <a:buFontTx/>
              <a:buNone/>
              <a:defRPr/>
            </a:pPr>
            <a:r>
              <a:rPr lang="es-ES" sz="1600" b="1" i="0" strike="noStrike" cap="none" baseline="0" dirty="0">
                <a:solidFill>
                  <a:srgbClr val="000000"/>
                </a:solidFill>
                <a:effectLst/>
                <a:latin typeface="Segoe UI Semibold"/>
                <a:ea typeface="Segoe UI Semibold"/>
                <a:cs typeface="Segoe UI Semibold"/>
              </a:rPr>
              <a:t>Instructores: </a:t>
            </a:r>
            <a:endParaRPr lang="en-US" sz="1200" b="1" i="0" u="none" strike="noStrike" cap="none" spc="0" dirty="0">
              <a:ln>
                <a:noFill/>
              </a:ln>
              <a:solidFill>
                <a:srgbClr val="000000"/>
              </a:solidFill>
              <a:latin typeface="Segoe UI Semibold"/>
              <a:ea typeface="Segoe UI"/>
              <a:cs typeface="Segoe UI"/>
            </a:endParaRPr>
          </a:p>
          <a:p>
            <a:pPr marL="0" marR="0" lvl="0" indent="0" algn="l" defTabSz="932472" rtl="0">
              <a:lnSpc>
                <a:spcPct val="100000"/>
              </a:lnSpc>
              <a:spcBef>
                <a:spcPct val="0"/>
              </a:spcBef>
              <a:spcAft>
                <a:spcPts val="599"/>
              </a:spcAft>
              <a:buClrTx/>
              <a:buSzTx/>
              <a:buFontTx/>
              <a:buNone/>
              <a:defRPr/>
            </a:pPr>
            <a:r>
              <a:rPr lang="es-ES" sz="1200" b="0" i="0" strike="noStrike" cap="none" baseline="0" dirty="0">
                <a:solidFill>
                  <a:srgbClr val="000000"/>
                </a:solidFill>
                <a:effectLst/>
                <a:latin typeface="Segoe UI Semibold"/>
                <a:ea typeface="Segoe UI"/>
                <a:cs typeface="Segoe UI Semibold"/>
              </a:rPr>
              <a:t>Personaliza esta diapositiva para incluir el vínculo al entorno de laboratorio hospedado y las instrucciones personalizadas.</a:t>
            </a:r>
            <a:endParaRPr sz="1600" dirty="0"/>
          </a:p>
          <a:p>
            <a:pPr marL="0" marR="0" lvl="0" indent="0" algn="l" defTabSz="932472" rtl="0">
              <a:lnSpc>
                <a:spcPct val="100000"/>
              </a:lnSpc>
              <a:spcBef>
                <a:spcPct val="0"/>
              </a:spcBef>
              <a:spcAft>
                <a:spcPts val="599"/>
              </a:spcAft>
              <a:buClrTx/>
              <a:buSzTx/>
              <a:buFontTx/>
              <a:buNone/>
              <a:defRPr/>
            </a:pPr>
            <a:r>
              <a:rPr lang="es-ES" sz="1200" b="0" i="0" strike="noStrike" cap="none" baseline="0" dirty="0">
                <a:solidFill>
                  <a:srgbClr val="000000"/>
                </a:solidFill>
                <a:effectLst/>
                <a:latin typeface="Segoe UI"/>
                <a:ea typeface="Segoe UI"/>
                <a:cs typeface="Segoe UI"/>
              </a:rPr>
              <a:t>(a continuación, quita esta flecha)</a:t>
            </a:r>
            <a:endParaRPr sz="1600" dirty="0"/>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0350866" name="Title 4"/>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Prueba de conocimientos del módulo 3</a:t>
            </a:r>
            <a:endParaRPr/>
          </a:p>
        </p:txBody>
      </p:sp>
      <p:sp>
        <p:nvSpPr>
          <p:cNvPr id="1815440263" name="Oval 8"/>
          <p:cNvSpPr/>
          <p:nvPr/>
        </p:nvSpPr>
        <p:spPr bwMode="auto">
          <a:xfrm>
            <a:off x="697221" y="1783917"/>
            <a:ext cx="636370" cy="63637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596">
              <a:defRPr/>
            </a:pPr>
            <a:r>
              <a:rPr lang="es-ES" sz="2400" b="1" i="0" strike="noStrike" cap="none" baseline="0">
                <a:solidFill>
                  <a:srgbClr val="FFFFFF"/>
                </a:solidFill>
                <a:effectLst/>
                <a:latin typeface="Segoe UI"/>
                <a:ea typeface="Segoe UI"/>
                <a:cs typeface="Segoe UI"/>
              </a:rPr>
              <a:t>1</a:t>
            </a:r>
            <a:endParaRPr lang="en-IN" sz="2400" b="1">
              <a:solidFill>
                <a:schemeClr val="bg1"/>
              </a:solidFill>
            </a:endParaRPr>
          </a:p>
        </p:txBody>
      </p:sp>
      <p:sp>
        <p:nvSpPr>
          <p:cNvPr id="530362506" name="Text Placeholder 43"/>
          <p:cNvSpPr txBox="1"/>
          <p:nvPr/>
        </p:nvSpPr>
        <p:spPr bwMode="auto">
          <a:xfrm>
            <a:off x="1641206" y="1783917"/>
            <a:ext cx="9217196" cy="1645082"/>
          </a:xfrm>
          <a:prstGeom prst="rect">
            <a:avLst/>
          </a:prstGeom>
        </p:spPr>
        <p:txBody>
          <a:bodyPr vert="horz" lIns="0" tIns="0" rIns="0" bIns="0" rtlCol="0" anchor="t">
            <a:noAutofit/>
          </a:bodyPr>
          <a:lst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4" indent="-234949"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2" algn="l" defTabSz="914400" rtl="0">
              <a:lnSpc>
                <a:spcPct val="100000"/>
              </a:lnSpc>
              <a:spcBef>
                <a:spcPct val="0"/>
              </a:spcBef>
              <a:buFont typeface="Arial"/>
              <a:buChar char="•"/>
              <a:defRPr sz="2000">
                <a:solidFill>
                  <a:schemeClr val="tx1"/>
                </a:solidFill>
                <a:latin typeface="Segoe UI"/>
                <a:ea typeface="+mn-ea"/>
                <a:cs typeface="Segoe UI"/>
              </a:defRPr>
            </a:lvl3pPr>
            <a:lvl4pPr marL="1141412" indent="-169861" algn="l" defTabSz="914400" rtl="0">
              <a:lnSpc>
                <a:spcPct val="100000"/>
              </a:lnSpc>
              <a:spcBef>
                <a:spcPct val="0"/>
              </a:spcBef>
              <a:buFont typeface="Arial"/>
              <a:buChar char="•"/>
              <a:defRPr sz="1800">
                <a:solidFill>
                  <a:schemeClr val="tx1"/>
                </a:solidFill>
                <a:latin typeface="Segoe UI"/>
                <a:ea typeface="+mn-ea"/>
                <a:cs typeface="Segoe UI"/>
              </a:defRPr>
            </a:lvl4pPr>
            <a:lvl5pPr marL="1376361" indent="-179387" algn="l" defTabSz="914400" rtl="0">
              <a:lnSpc>
                <a:spcPct val="100000"/>
              </a:lnSpc>
              <a:spcBef>
                <a:spcPct val="0"/>
              </a:spcBef>
              <a:buFont typeface="Arial"/>
              <a:buChar char="•"/>
              <a:defRPr sz="1800">
                <a:solidFill>
                  <a:schemeClr val="tx1"/>
                </a:solidFill>
                <a:latin typeface="Segoe UI"/>
                <a:ea typeface="+mn-ea"/>
                <a:cs typeface="Segoe UI"/>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indent="0">
              <a:lnSpc>
                <a:spcPct val="110000"/>
              </a:lnSpc>
              <a:spcAft>
                <a:spcPts val="599"/>
              </a:spcAft>
              <a:buNone/>
              <a:defRPr/>
            </a:pPr>
            <a:r>
              <a:rPr lang="es-ES" sz="1600" b="0" i="0" strike="noStrike" cap="none" baseline="0" dirty="0">
                <a:solidFill>
                  <a:srgbClr val="000000"/>
                </a:solidFill>
                <a:effectLst/>
                <a:latin typeface="Segoe UI"/>
                <a:ea typeface="Segoe UI"/>
                <a:cs typeface="Segoe UI"/>
              </a:rPr>
              <a:t>Una API de inferencia de IA devuelve errores HTTP 500 intermitentes. Quieres inspeccionar mensajes de error de un </a:t>
            </a:r>
            <a:r>
              <a:rPr lang="es-ES" sz="1600" b="0" i="0" strike="noStrike" cap="none" baseline="0" dirty="0" err="1">
                <a:solidFill>
                  <a:srgbClr val="000000"/>
                </a:solidFill>
                <a:effectLst/>
                <a:latin typeface="Segoe UI"/>
                <a:ea typeface="Segoe UI"/>
                <a:cs typeface="Segoe UI"/>
              </a:rPr>
              <a:t>pod</a:t>
            </a:r>
            <a:r>
              <a:rPr lang="es-ES" sz="1600" b="0" i="0" strike="noStrike" cap="none" baseline="0" dirty="0">
                <a:solidFill>
                  <a:srgbClr val="000000"/>
                </a:solidFill>
                <a:effectLst/>
                <a:latin typeface="Segoe UI"/>
                <a:ea typeface="Segoe UI"/>
                <a:cs typeface="Segoe UI"/>
              </a:rPr>
              <a:t> específico mientras reproduces el problema. ¿Qué enfoque es más adecuado?</a:t>
            </a:r>
            <a:endParaRPr dirty="0"/>
          </a:p>
          <a:p>
            <a:pPr marL="261850" indent="-261850">
              <a:buFont typeface="Arial"/>
              <a:buAutoNum type="alphaUcPeriod"/>
              <a:defRPr/>
            </a:pPr>
            <a:r>
              <a:rPr lang="es-ES" sz="1600" b="0" i="0" strike="noStrike" cap="none" baseline="0" dirty="0">
                <a:solidFill>
                  <a:srgbClr val="000000"/>
                </a:solidFill>
                <a:effectLst/>
                <a:latin typeface="Segoe UI"/>
                <a:ea typeface="Segoe UI"/>
                <a:cs typeface="Segoe UI"/>
              </a:rPr>
              <a:t>Usar registros </a:t>
            </a:r>
            <a:r>
              <a:rPr lang="es-ES" sz="1600" b="0" i="0" strike="noStrike" cap="none" baseline="0" dirty="0" err="1">
                <a:solidFill>
                  <a:srgbClr val="000000"/>
                </a:solidFill>
                <a:effectLst/>
                <a:latin typeface="Segoe UI"/>
                <a:ea typeface="Segoe UI"/>
                <a:cs typeface="Segoe UI"/>
              </a:rPr>
              <a:t>kubectl</a:t>
            </a:r>
            <a:r>
              <a:rPr lang="es-ES" sz="1600" b="0" i="0" strike="noStrike" cap="none" baseline="0" dirty="0">
                <a:solidFill>
                  <a:srgbClr val="000000"/>
                </a:solidFill>
                <a:effectLst/>
                <a:latin typeface="Segoe UI"/>
                <a:ea typeface="Segoe UI"/>
                <a:cs typeface="Segoe UI"/>
              </a:rPr>
              <a:t> -f para transmitir registros desde el </a:t>
            </a:r>
            <a:r>
              <a:rPr lang="es-ES" sz="1600" b="0" i="0" strike="noStrike" cap="none" baseline="0" dirty="0" err="1">
                <a:solidFill>
                  <a:srgbClr val="000000"/>
                </a:solidFill>
                <a:effectLst/>
                <a:latin typeface="Segoe UI"/>
                <a:ea typeface="Segoe UI"/>
                <a:cs typeface="Segoe UI"/>
              </a:rPr>
              <a:t>pod</a:t>
            </a:r>
            <a:r>
              <a:rPr lang="es-ES" sz="1600" b="0" i="0" strike="noStrike" cap="none" baseline="0" dirty="0">
                <a:solidFill>
                  <a:srgbClr val="000000"/>
                </a:solidFill>
                <a:effectLst/>
                <a:latin typeface="Segoe UI"/>
                <a:ea typeface="Segoe UI"/>
                <a:cs typeface="Segoe UI"/>
              </a:rPr>
              <a:t> al enviar solicitudes de prueba</a:t>
            </a:r>
            <a:endParaRPr lang="en-US" sz="1600" b="0" i="0" u="none" strike="noStrike" cap="none" spc="0" dirty="0">
              <a:solidFill>
                <a:schemeClr val="tx1"/>
              </a:solidFill>
              <a:latin typeface="Segoe UI"/>
              <a:cs typeface="Segoe UI"/>
            </a:endParaRPr>
          </a:p>
          <a:p>
            <a:pPr marL="261850" indent="-261850">
              <a:buFont typeface="Arial"/>
              <a:buAutoNum type="alphaUcPeriod"/>
              <a:defRPr/>
            </a:pPr>
            <a:r>
              <a:rPr lang="es-ES" sz="1600" b="0" i="0" strike="noStrike" cap="none" baseline="0" dirty="0">
                <a:solidFill>
                  <a:srgbClr val="000000"/>
                </a:solidFill>
                <a:effectLst/>
                <a:latin typeface="Segoe UI"/>
                <a:ea typeface="Segoe UI"/>
                <a:cs typeface="Segoe UI"/>
              </a:rPr>
              <a:t>Abrir Azure Monitor y revisar métricas de CPU del nodo de la última semana.</a:t>
            </a:r>
            <a:endParaRPr lang="en-US" sz="1600" b="0" i="0" u="none" strike="noStrike" cap="none" spc="0" dirty="0">
              <a:solidFill>
                <a:schemeClr val="tx1"/>
              </a:solidFill>
              <a:latin typeface="Segoe UI"/>
              <a:cs typeface="Segoe UI"/>
            </a:endParaRPr>
          </a:p>
          <a:p>
            <a:pPr marL="261850" marR="0" indent="-261850" algn="l">
              <a:lnSpc>
                <a:spcPct val="100000"/>
              </a:lnSpc>
              <a:spcBef>
                <a:spcPct val="0"/>
              </a:spcBef>
              <a:spcAft>
                <a:spcPct val="0"/>
              </a:spcAft>
              <a:buFont typeface="Arial"/>
              <a:buAutoNum type="alphaUcPeriod"/>
              <a:defRPr/>
            </a:pPr>
            <a:r>
              <a:rPr lang="es-ES" sz="1600" b="0" i="0" strike="noStrike" cap="none" baseline="0" dirty="0">
                <a:solidFill>
                  <a:srgbClr val="000000"/>
                </a:solidFill>
                <a:effectLst/>
                <a:latin typeface="Segoe UI"/>
                <a:ea typeface="Segoe UI"/>
                <a:cs typeface="Segoe UI"/>
              </a:rPr>
              <a:t>Ejecutar </a:t>
            </a:r>
            <a:r>
              <a:rPr lang="es-ES" sz="1600" b="0" i="0" strike="noStrike" cap="none" baseline="0" dirty="0" err="1">
                <a:solidFill>
                  <a:srgbClr val="000000"/>
                </a:solidFill>
                <a:effectLst/>
                <a:latin typeface="Segoe UI"/>
                <a:ea typeface="Segoe UI"/>
                <a:cs typeface="Segoe UI"/>
              </a:rPr>
              <a:t>kubectl</a:t>
            </a:r>
            <a:r>
              <a:rPr lang="es-ES" sz="1600" b="0" i="0" strike="noStrike" cap="none" baseline="0" dirty="0">
                <a:solidFill>
                  <a:srgbClr val="000000"/>
                </a:solidFill>
                <a:effectLst/>
                <a:latin typeface="Segoe UI"/>
                <a:ea typeface="Segoe UI"/>
                <a:cs typeface="Segoe UI"/>
              </a:rPr>
              <a:t> describe </a:t>
            </a:r>
            <a:r>
              <a:rPr lang="es-ES" sz="1600" b="0" i="0" strike="noStrike" cap="none" baseline="0" dirty="0" err="1">
                <a:solidFill>
                  <a:srgbClr val="000000"/>
                </a:solidFill>
                <a:effectLst/>
                <a:latin typeface="Segoe UI"/>
                <a:ea typeface="Segoe UI"/>
                <a:cs typeface="Segoe UI"/>
              </a:rPr>
              <a:t>node</a:t>
            </a:r>
            <a:r>
              <a:rPr lang="es-ES" sz="1600" b="0" i="0" strike="noStrike" cap="none" baseline="0" dirty="0">
                <a:solidFill>
                  <a:srgbClr val="000000"/>
                </a:solidFill>
                <a:effectLst/>
                <a:latin typeface="Segoe UI"/>
                <a:ea typeface="Segoe UI"/>
                <a:cs typeface="Segoe UI"/>
              </a:rPr>
              <a:t> en todos los nodos para comprobar eventos de programación</a:t>
            </a:r>
            <a:endParaRPr sz="1600" dirty="0"/>
          </a:p>
        </p:txBody>
      </p:sp>
      <p:sp>
        <p:nvSpPr>
          <p:cNvPr id="347743567" name="Oval 10"/>
          <p:cNvSpPr/>
          <p:nvPr/>
        </p:nvSpPr>
        <p:spPr bwMode="auto">
          <a:xfrm>
            <a:off x="697221" y="3862416"/>
            <a:ext cx="636370" cy="63637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596">
              <a:defRPr/>
            </a:pPr>
            <a:r>
              <a:rPr lang="es-ES" sz="2400" b="1" i="0" strike="noStrike" cap="none" baseline="0">
                <a:solidFill>
                  <a:srgbClr val="FFFFFF"/>
                </a:solidFill>
                <a:effectLst/>
                <a:latin typeface="Segoe UI"/>
                <a:ea typeface="Segoe UI"/>
                <a:cs typeface="Segoe UI"/>
              </a:rPr>
              <a:t>2</a:t>
            </a:r>
            <a:endParaRPr lang="en-IN" sz="2400" b="1">
              <a:solidFill>
                <a:schemeClr val="bg1"/>
              </a:solidFill>
            </a:endParaRPr>
          </a:p>
        </p:txBody>
      </p:sp>
      <p:sp>
        <p:nvSpPr>
          <p:cNvPr id="481078467" name="Text Placeholder 43"/>
          <p:cNvSpPr txBox="1"/>
          <p:nvPr/>
        </p:nvSpPr>
        <p:spPr bwMode="auto">
          <a:xfrm>
            <a:off x="1641204" y="3860982"/>
            <a:ext cx="9217197" cy="2015093"/>
          </a:xfrm>
          <a:prstGeom prst="rect">
            <a:avLst/>
          </a:prstGeom>
        </p:spPr>
        <p:txBody>
          <a:bodyPr vert="horz" lIns="0" tIns="0" rIns="0" bIns="0" rtlCol="0" anchor="t">
            <a:noAutofit/>
          </a:bodyPr>
          <a:lst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4" indent="-234949"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2" algn="l" defTabSz="914400" rtl="0">
              <a:lnSpc>
                <a:spcPct val="100000"/>
              </a:lnSpc>
              <a:spcBef>
                <a:spcPct val="0"/>
              </a:spcBef>
              <a:buFont typeface="Arial"/>
              <a:buChar char="•"/>
              <a:defRPr sz="2000">
                <a:solidFill>
                  <a:schemeClr val="tx1"/>
                </a:solidFill>
                <a:latin typeface="Segoe UI"/>
                <a:ea typeface="+mn-ea"/>
                <a:cs typeface="Segoe UI"/>
              </a:defRPr>
            </a:lvl3pPr>
            <a:lvl4pPr marL="1141412" indent="-169861" algn="l" defTabSz="914400" rtl="0">
              <a:lnSpc>
                <a:spcPct val="100000"/>
              </a:lnSpc>
              <a:spcBef>
                <a:spcPct val="0"/>
              </a:spcBef>
              <a:buFont typeface="Arial"/>
              <a:buChar char="•"/>
              <a:defRPr sz="1800">
                <a:solidFill>
                  <a:schemeClr val="tx1"/>
                </a:solidFill>
                <a:latin typeface="Segoe UI"/>
                <a:ea typeface="+mn-ea"/>
                <a:cs typeface="Segoe UI"/>
              </a:defRPr>
            </a:lvl4pPr>
            <a:lvl5pPr marL="1376361" indent="-179387" algn="l" defTabSz="914400" rtl="0">
              <a:lnSpc>
                <a:spcPct val="100000"/>
              </a:lnSpc>
              <a:spcBef>
                <a:spcPct val="0"/>
              </a:spcBef>
              <a:buFont typeface="Arial"/>
              <a:buChar char="•"/>
              <a:defRPr sz="1800">
                <a:solidFill>
                  <a:schemeClr val="tx1"/>
                </a:solidFill>
                <a:latin typeface="Segoe UI"/>
                <a:ea typeface="+mn-ea"/>
                <a:cs typeface="Segoe UI"/>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indent="0">
              <a:lnSpc>
                <a:spcPct val="110000"/>
              </a:lnSpc>
              <a:spcAft>
                <a:spcPts val="599"/>
              </a:spcAft>
              <a:buNone/>
              <a:defRPr/>
            </a:pPr>
            <a:r>
              <a:rPr lang="es-ES" sz="1600" b="0" i="0" strike="noStrike" cap="none" baseline="0">
                <a:solidFill>
                  <a:srgbClr val="000000"/>
                </a:solidFill>
                <a:effectLst/>
                <a:latin typeface="Segoe UI"/>
                <a:ea typeface="Segoe UI"/>
                <a:cs typeface="Segoe UI"/>
              </a:rPr>
              <a:t>Un servicio no muestra ningún punto de conexión, aunque los pods parezcan estar en buen estado. ¿Qué comando confirma si los selectores de servicio coinciden con las etiquetas del pod?</a:t>
            </a:r>
            <a:endParaRPr lang="en-US"/>
          </a:p>
          <a:p>
            <a:pPr marL="261850" indent="-261850">
              <a:buFont typeface="Arial"/>
              <a:buAutoNum type="alphaUcPeriod"/>
              <a:defRPr/>
            </a:pPr>
            <a:r>
              <a:rPr lang="es-ES" sz="1600" b="0" i="0" strike="noStrike" cap="none" baseline="0">
                <a:solidFill>
                  <a:srgbClr val="000000"/>
                </a:solidFill>
                <a:effectLst/>
                <a:latin typeface="Segoe UI"/>
                <a:ea typeface="Segoe UI"/>
                <a:cs typeface="Segoe UI"/>
              </a:rPr>
              <a:t>kubectl describe service</a:t>
            </a:r>
            <a:endParaRPr lang="en-US" sz="1600" b="0" i="0" u="none" strike="noStrike" cap="none" spc="0">
              <a:solidFill>
                <a:schemeClr val="tx1"/>
              </a:solidFill>
              <a:latin typeface="Segoe UI"/>
              <a:cs typeface="Segoe UI"/>
            </a:endParaRPr>
          </a:p>
          <a:p>
            <a:pPr marL="261850" indent="-261850">
              <a:buFont typeface="Arial"/>
              <a:buAutoNum type="alphaUcPeriod"/>
              <a:defRPr/>
            </a:pPr>
            <a:r>
              <a:rPr lang="es-ES" sz="1600" b="0" i="0" strike="noStrike" cap="none" baseline="0">
                <a:solidFill>
                  <a:srgbClr val="000000"/>
                </a:solidFill>
                <a:effectLst/>
                <a:latin typeface="Segoe UI"/>
                <a:ea typeface="Segoe UI"/>
                <a:cs typeface="Segoe UI"/>
              </a:rPr>
              <a:t>kubectl top nodes</a:t>
            </a:r>
            <a:endParaRPr lang="en-US" sz="1600" b="0" i="0" u="none" strike="noStrike" cap="none" spc="0">
              <a:solidFill>
                <a:schemeClr val="tx1"/>
              </a:solidFill>
              <a:latin typeface="Segoe UI"/>
              <a:cs typeface="Segoe UI"/>
            </a:endParaRPr>
          </a:p>
          <a:p>
            <a:pPr marL="228600" marR="0" indent="-228600" algn="l">
              <a:lnSpc>
                <a:spcPct val="100000"/>
              </a:lnSpc>
              <a:spcBef>
                <a:spcPct val="0"/>
              </a:spcBef>
              <a:spcAft>
                <a:spcPct val="0"/>
              </a:spcAft>
              <a:buFont typeface="Arial"/>
              <a:buAutoNum type="alphaUcPeriod"/>
              <a:defRPr/>
            </a:pPr>
            <a:r>
              <a:rPr lang="es-ES" sz="1600" b="0" i="0" strike="noStrike" cap="none" baseline="0">
                <a:solidFill>
                  <a:srgbClr val="000000"/>
                </a:solidFill>
                <a:effectLst/>
                <a:latin typeface="Segoe UI"/>
                <a:ea typeface="Segoe UI"/>
                <a:cs typeface="Segoe UI"/>
              </a:rPr>
              <a:t>registros de kubectl</a:t>
            </a:r>
            <a:endParaRPr lang="en-US" sz="1600" b="0" i="0" u="none" strike="noStrike" cap="none" spc="0">
              <a:solidFill>
                <a:schemeClr val="tx1"/>
              </a:solidFill>
              <a:latin typeface="Segoe UI"/>
              <a:cs typeface="Segoe UI"/>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115069622" name="Title 16"/>
          <p:cNvSpPr txBox="1">
            <a:spLocks noGrp="1"/>
          </p:cNvSpPr>
          <p:nvPr>
            <p:ph type="title"/>
          </p:nvPr>
        </p:nvSpPr>
        <p:spPr bwMode="auto">
          <a:xfrm>
            <a:off x="457200" y="411480"/>
            <a:ext cx="11222609" cy="553997"/>
          </a:xfrm>
          <a:prstGeom prst="rect">
            <a:avLst/>
          </a:prstGeom>
          <a:noFill/>
          <a:ln>
            <a:noFill/>
            <a:prstDash val="solid"/>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a:lnSpc>
                <a:spcPct val="100000"/>
              </a:lnSpc>
              <a:spcBef>
                <a:spcPct val="0"/>
              </a:spcBef>
              <a:buNone/>
              <a:defRPr lang="en-US" sz="3200" b="0" i="0" cap="none" spc="0">
                <a:ln w="3175">
                  <a:noFill/>
                </a:ln>
                <a:solidFill>
                  <a:schemeClr val="tx1"/>
                </a:solidFill>
                <a:latin typeface="+mj-lt"/>
                <a:ea typeface="+mn-ea"/>
                <a:cs typeface="Segoe UI Semibold"/>
              </a:defRPr>
            </a:lvl1pPr>
          </a:lstStyle>
          <a:p>
            <a:pPr>
              <a:defRPr/>
            </a:pPr>
            <a:r>
              <a:rPr lang="en-US" sz="3600">
                <a:cs typeface="Segoe UI Semibold"/>
              </a:rPr>
              <a:t>Interactive Knowledge</a:t>
            </a:r>
            <a:r>
              <a:rPr lang="en-US" sz="3600" b="0" i="0" u="none" strike="noStrike" cap="none" spc="0">
                <a:ln w="3175">
                  <a:noFill/>
                </a:ln>
                <a:latin typeface="Segoe UI Semibold"/>
                <a:ea typeface="Arial"/>
                <a:cs typeface="Segoe UI Semibold"/>
              </a:rPr>
              <a:t> check </a:t>
            </a:r>
            <a:endParaRPr/>
          </a:p>
        </p:txBody>
      </p:sp>
      <p:sp>
        <p:nvSpPr>
          <p:cNvPr id="595297925" name="Text Placeholder 1"/>
          <p:cNvSpPr>
            <a:spLocks noGrp="1"/>
          </p:cNvSpPr>
          <p:nvPr>
            <p:ph type="body" sz="quarter" idx="4294967295"/>
          </p:nvPr>
        </p:nvSpPr>
        <p:spPr bwMode="auto">
          <a:xfrm>
            <a:off x="4798235" y="2051472"/>
            <a:ext cx="6731009" cy="3231239"/>
          </a:xfrm>
        </p:spPr>
        <p:txBody>
          <a:bodyPr vert="horz" wrap="square" lIns="0" tIns="0" rIns="0" bIns="0" rtlCol="0" anchor="t">
            <a:spAutoFit/>
          </a:bodyPr>
          <a:lstStyle/>
          <a:p>
            <a:pPr marL="0" indent="0">
              <a:buNone/>
              <a:defRPr/>
            </a:pPr>
            <a:r>
              <a:rPr lang="en-US" sz="2400" b="0">
                <a:latin typeface="Segoe UI Semibold"/>
                <a:ea typeface="Segoe UI Semibold"/>
                <a:cs typeface="Segoe UI Semibold"/>
              </a:rPr>
              <a:t>Test your knowledge with this real time quiz. </a:t>
            </a:r>
            <a:endParaRPr b="0">
              <a:latin typeface="Segoe UI Semibold"/>
              <a:cs typeface="Segoe UI Semibold"/>
            </a:endParaRPr>
          </a:p>
          <a:p>
            <a:pPr marL="0" indent="0">
              <a:buNone/>
              <a:defRPr/>
            </a:pPr>
            <a:r>
              <a:rPr lang="en-US" sz="2400" b="0">
                <a:latin typeface="Segoe UI Semibold"/>
                <a:ea typeface="Segoe UI Semibold"/>
                <a:cs typeface="Segoe UI Semibold"/>
              </a:rPr>
              <a:t>Prompt Microsoft Copilot Chat: </a:t>
            </a:r>
            <a:endParaRPr lang="en-US"/>
          </a:p>
          <a:p>
            <a:pPr marL="0" indent="0">
              <a:buNone/>
              <a:defRPr/>
            </a:pPr>
            <a:endParaRPr lang="en-US" sz="2400" b="1"/>
          </a:p>
          <a:p>
            <a:pPr marL="0" indent="0">
              <a:buNone/>
              <a:defRPr/>
            </a:pPr>
            <a:r>
              <a:rPr lang="en-US" sz="2000" b="0" i="0" u="none" strike="noStrike" cap="none" spc="0">
                <a:solidFill>
                  <a:schemeClr val="tx1"/>
                </a:solidFill>
                <a:latin typeface="Segoe UI"/>
                <a:ea typeface="Segoe UI"/>
                <a:cs typeface="Segoe UI"/>
              </a:rPr>
              <a:t>As an Azure Kubernetes Service (AKS) expert, please create three multiple-choice questions that assess knowledge of monitoring and troubleshooting containers on AKS.</a:t>
            </a:r>
            <a:r>
              <a:rPr lang="en-US" sz="2000">
                <a:latin typeface="Segoe UI"/>
                <a:ea typeface="Segoe UI"/>
                <a:cs typeface="Segoe UI"/>
              </a:rPr>
              <a:t> Present one question at a time and wait for my response before continuing. After each answer, provide a brief explanation of the correct choice before moving on to the next question.</a:t>
            </a:r>
            <a:endParaRPr/>
          </a:p>
        </p:txBody>
      </p:sp>
      <p:pic>
        <p:nvPicPr>
          <p:cNvPr id="301359076" name="Picture 7">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bwMode="auto">
          <a:xfrm>
            <a:off x="807647" y="2160061"/>
            <a:ext cx="3726420" cy="3257794"/>
          </a:xfrm>
          <a:prstGeom prst="rect">
            <a:avLst/>
          </a:prstGeom>
          <a:ln w="38100">
            <a:solidFill>
              <a:srgbClr val="C73ECC"/>
            </a:solid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84172483" name="Title 9"/>
          <p:cNvSpPr>
            <a:spLocks noGrp="1"/>
          </p:cNvSpPr>
          <p:nvPr>
            <p:ph type="title"/>
          </p:nvPr>
        </p:nvSpPr>
        <p:spPr bwMode="auto"/>
        <p:txBody>
          <a:bodyPr>
            <a:noAutofit/>
          </a:bodyPr>
          <a:lstStyle/>
          <a:p>
            <a:pPr>
              <a:defRPr/>
            </a:pPr>
            <a:r>
              <a:rPr lang="es-ES" sz="2800" b="0" i="0" strike="noStrike" cap="none" baseline="0">
                <a:solidFill>
                  <a:srgbClr val="000000"/>
                </a:solidFill>
                <a:effectLst/>
                <a:latin typeface="Segoe UI Semibold"/>
                <a:ea typeface="Segoe UI Semibold"/>
                <a:cs typeface="Segoe UI Semibold"/>
              </a:rPr>
              <a:t>Resumen del módulo 3</a:t>
            </a:r>
            <a:endParaRPr sz="2800"/>
          </a:p>
        </p:txBody>
      </p:sp>
      <p:sp>
        <p:nvSpPr>
          <p:cNvPr id="115248787" name="Rounded Rectangle 3_1">
            <a:extLst>
              <a:ext uri="{C183D7F6-B498-43B3-948B-1728B52AA6E4}">
                <adec:decorative xmlns:adec="http://schemas.microsoft.com/office/drawing/2017/decorative" val="1"/>
              </a:ext>
            </a:extLst>
          </p:cNvPr>
          <p:cNvSpPr/>
          <p:nvPr/>
        </p:nvSpPr>
        <p:spPr bwMode="auto">
          <a:xfrm>
            <a:off x="594774" y="1097167"/>
            <a:ext cx="10618656" cy="4328361"/>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numCol="1" spcCol="457200" rtlCol="0" anchor="t"/>
          <a:lstStyle/>
          <a:p>
            <a:pPr marL="0" marR="0" lvl="0" indent="0" algn="l" defTabSz="932742" rtl="0">
              <a:lnSpc>
                <a:spcPct val="100000"/>
              </a:lnSpc>
              <a:spcBef>
                <a:spcPts val="1199"/>
              </a:spcBef>
              <a:spcAft>
                <a:spcPct val="0"/>
              </a:spcAft>
              <a:buClrTx/>
              <a:buSzPct val="90000"/>
              <a:buFont typeface="Wingdings"/>
              <a:buNone/>
              <a:defRPr/>
            </a:pPr>
            <a:r>
              <a:rPr lang="es-ES" sz="1800" b="0" i="0" strike="noStrike" cap="none" baseline="0">
                <a:solidFill>
                  <a:srgbClr val="FFFFFF"/>
                </a:solidFill>
                <a:effectLst/>
                <a:latin typeface="Segoe UI"/>
                <a:ea typeface="Segoe UI"/>
                <a:cs typeface="Segoe UI"/>
              </a:rPr>
              <a:t>La clave de partición es tu decisión de diseño más importante (no se puede cambiar más adelante el cliente singleton). Reutiliza CosmosClient para la agrupación de conexiones y el almacenamiento en caché. Usa lecturas puntuales sobre consultas si conoces el Id. y la clave de partición. Parametriza consultas para la seguridad y el almacenamiento en caché del plan de consulta. Las consultas de partición única cuestan menos que las consultas entre particiones. Supervisa el consumo de RU para identificar oportunidades de optimización. </a:t>
            </a:r>
            <a:endParaRPr lang="en-US" sz="1800">
              <a:solidFill>
                <a:schemeClr val="tx1"/>
              </a:solidFill>
              <a:cs typeface="Segoe UI"/>
            </a:endParaRPr>
          </a:p>
        </p:txBody>
      </p:sp>
      <p:sp>
        <p:nvSpPr>
          <p:cNvPr id="381600115" name="TextBox 2"/>
          <p:cNvSpPr txBox="1"/>
          <p:nvPr/>
        </p:nvSpPr>
        <p:spPr bwMode="auto">
          <a:xfrm>
            <a:off x="889962" y="1435230"/>
            <a:ext cx="9828024" cy="3543908"/>
          </a:xfrm>
          <a:prstGeom prst="rect">
            <a:avLst/>
          </a:prstGeom>
          <a:noFill/>
        </p:spPr>
        <p:txBody>
          <a:bodyPr wrap="square" lIns="91440" tIns="45720" rIns="91440" bIns="45720" anchor="t">
            <a:noAutofit/>
          </a:bodyPr>
          <a:lstStyle/>
          <a:p>
            <a:pPr marL="283879" lvl="0" indent="-283879">
              <a:spcAft>
                <a:spcPts val="719"/>
              </a:spcAft>
              <a:buFont typeface="Arial"/>
              <a:buChar char="•"/>
              <a:defRPr/>
            </a:pPr>
            <a:r>
              <a:rPr lang="es-ES" sz="1800" b="0" i="0" strike="noStrike" cap="none" baseline="0">
                <a:solidFill>
                  <a:srgbClr val="000000"/>
                </a:solidFill>
                <a:effectLst/>
                <a:latin typeface="Segoe UI Semibold"/>
                <a:ea typeface="Segoe UI Semibold"/>
                <a:cs typeface="Segoe UI Semibold"/>
              </a:rPr>
              <a:t>Señales clave en primer lugar:</a:t>
            </a:r>
            <a:r>
              <a:rPr lang="es-ES" sz="1800" b="0" i="0" strike="noStrike" cap="none" baseline="0">
                <a:solidFill>
                  <a:srgbClr val="000000"/>
                </a:solidFill>
                <a:effectLst/>
                <a:latin typeface="Segoe UI"/>
                <a:ea typeface="Segoe UI"/>
                <a:cs typeface="Segoe UI"/>
              </a:rPr>
              <a:t> supervisión de la latencia, de las tasas de error, de los reinicios y del uso de recursos antes de investigar más profundamente</a:t>
            </a:r>
            <a:endParaRPr sz="1800"/>
          </a:p>
          <a:p>
            <a:pPr marL="283879" marR="0" lvl="0" indent="-283879" algn="l">
              <a:lnSpc>
                <a:spcPct val="100000"/>
              </a:lnSpc>
              <a:spcBef>
                <a:spcPct val="0"/>
              </a:spcBef>
              <a:spcAft>
                <a:spcPts val="719"/>
              </a:spcAft>
              <a:buFont typeface="Arial"/>
              <a:buChar char="•"/>
              <a:defRPr/>
            </a:pPr>
            <a:r>
              <a:rPr lang="es-ES" sz="1800" b="0" i="0" strike="noStrike" cap="none" baseline="0">
                <a:solidFill>
                  <a:srgbClr val="000000"/>
                </a:solidFill>
                <a:effectLst/>
                <a:latin typeface="Segoe UI Semibold"/>
                <a:ea typeface="Segoe UI Semibold"/>
                <a:cs typeface="Segoe UI Semibold"/>
              </a:rPr>
              <a:t>Portal y kubectl juntos:</a:t>
            </a:r>
            <a:r>
              <a:rPr lang="es-ES" sz="1800" b="0" i="0" strike="noStrike" cap="none" baseline="0">
                <a:solidFill>
                  <a:srgbClr val="000000"/>
                </a:solidFill>
                <a:effectLst/>
                <a:latin typeface="Segoe UI"/>
                <a:ea typeface="Segoe UI"/>
                <a:cs typeface="Segoe UI"/>
              </a:rPr>
              <a:t> uso de paneles visuales para la información general y CLI para la investigación específica</a:t>
            </a:r>
            <a:endParaRPr sz="1800"/>
          </a:p>
          <a:p>
            <a:pPr marL="283879" marR="0" lvl="0" indent="-283879" algn="l">
              <a:lnSpc>
                <a:spcPct val="100000"/>
              </a:lnSpc>
              <a:spcBef>
                <a:spcPct val="0"/>
              </a:spcBef>
              <a:spcAft>
                <a:spcPts val="719"/>
              </a:spcAft>
              <a:buFont typeface="Arial"/>
              <a:buChar char="•"/>
              <a:defRPr/>
            </a:pPr>
            <a:r>
              <a:rPr lang="es-ES" sz="1800" b="0" i="0" strike="noStrike" cap="none" baseline="0">
                <a:solidFill>
                  <a:srgbClr val="000000"/>
                </a:solidFill>
                <a:effectLst/>
                <a:latin typeface="Segoe UI Semibold"/>
                <a:ea typeface="Segoe UI Semibold"/>
                <a:cs typeface="Segoe UI Semibold"/>
              </a:rPr>
              <a:t>Estados de error del pod:</a:t>
            </a:r>
            <a:r>
              <a:rPr lang="es-ES" sz="1800" b="0" i="0" strike="noStrike" cap="none" baseline="0">
                <a:solidFill>
                  <a:srgbClr val="000000"/>
                </a:solidFill>
                <a:effectLst/>
                <a:latin typeface="Segoe UI"/>
                <a:ea typeface="Segoe UI"/>
                <a:cs typeface="Segoe UI"/>
              </a:rPr>
              <a:t> ImagePullBackOff, CrashLoopBackOff y Pending de cada punto a una causa principal diferente</a:t>
            </a:r>
            <a:endParaRPr sz="1800"/>
          </a:p>
          <a:p>
            <a:pPr marL="283879" marR="0" lvl="0" indent="-283879" algn="l">
              <a:lnSpc>
                <a:spcPct val="100000"/>
              </a:lnSpc>
              <a:spcBef>
                <a:spcPct val="0"/>
              </a:spcBef>
              <a:spcAft>
                <a:spcPts val="719"/>
              </a:spcAft>
              <a:buFont typeface="Arial"/>
              <a:buChar char="•"/>
              <a:defRPr/>
            </a:pPr>
            <a:r>
              <a:rPr lang="es-ES" sz="1800" b="0" i="0" strike="noStrike" cap="none" baseline="0">
                <a:solidFill>
                  <a:srgbClr val="000000"/>
                </a:solidFill>
                <a:effectLst/>
                <a:latin typeface="Segoe UI Semibold"/>
                <a:ea typeface="Segoe UI Semibold"/>
                <a:cs typeface="Segoe UI Semibold"/>
              </a:rPr>
              <a:t>Cadena de conectividad de servicio:</a:t>
            </a:r>
            <a:r>
              <a:rPr lang="es-ES" sz="1800" b="0" i="0" strike="noStrike" cap="none" baseline="0">
                <a:solidFill>
                  <a:srgbClr val="000000"/>
                </a:solidFill>
                <a:effectLst/>
                <a:latin typeface="Segoe UI"/>
                <a:ea typeface="Segoe UI"/>
                <a:cs typeface="Segoe UI"/>
              </a:rPr>
              <a:t> las etiquetas de selector, la alineación de puertos y EndpointSlices vinculan servicios a pods</a:t>
            </a:r>
            <a:endParaRPr sz="1800"/>
          </a:p>
          <a:p>
            <a:pPr marL="283879" marR="0" lvl="0" indent="-283879" algn="l">
              <a:lnSpc>
                <a:spcPct val="100000"/>
              </a:lnSpc>
              <a:spcBef>
                <a:spcPct val="0"/>
              </a:spcBef>
              <a:spcAft>
                <a:spcPts val="719"/>
              </a:spcAft>
              <a:buFont typeface="Arial"/>
              <a:buChar char="•"/>
              <a:defRPr/>
            </a:pPr>
            <a:r>
              <a:rPr lang="es-ES" sz="1800" b="0" i="0" strike="noStrike" cap="none" baseline="0">
                <a:solidFill>
                  <a:srgbClr val="000000"/>
                </a:solidFill>
                <a:effectLst/>
                <a:latin typeface="Segoe UI Semibold"/>
                <a:ea typeface="Segoe UI Semibold"/>
                <a:cs typeface="Segoe UI Semibold"/>
              </a:rPr>
              <a:t>Comprobación antes de la exposición:</a:t>
            </a:r>
            <a:r>
              <a:rPr lang="es-ES" sz="1800" b="0" i="0" strike="noStrike" cap="none" baseline="0">
                <a:solidFill>
                  <a:srgbClr val="000000"/>
                </a:solidFill>
                <a:effectLst/>
                <a:latin typeface="Segoe UI"/>
                <a:ea typeface="Segoe UI"/>
                <a:cs typeface="Segoe UI"/>
              </a:rPr>
              <a:t> las pruebas internas y de reenvío de puertos confirman que los puntos de conexión funcionan antes de publicarlos</a:t>
            </a:r>
            <a:endParaRPr sz="1800"/>
          </a:p>
          <a:p>
            <a:pPr>
              <a:defRPr/>
            </a:pPr>
            <a:endParaRPr/>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172723" name="Title 4"/>
          <p:cNvSpPr>
            <a:spLocks noGrp="1"/>
          </p:cNvSpPr>
          <p:nvPr>
            <p:ph type="title"/>
          </p:nvPr>
        </p:nvSpPr>
        <p:spPr bwMode="auto"/>
        <p:txBody>
          <a:bodyPr/>
          <a:lstStyle/>
          <a:p>
            <a:pPr>
              <a:defRPr/>
            </a:pPr>
            <a:r>
              <a:rPr lang="es-ES" sz="4100" b="0" i="0" strike="noStrike" cap="none" baseline="0">
                <a:solidFill>
                  <a:srgbClr val="000000"/>
                </a:solidFill>
                <a:effectLst/>
                <a:latin typeface="Segoe UI"/>
                <a:ea typeface="Segoe UI"/>
                <a:cs typeface="Segoe UI"/>
              </a:rPr>
              <a:t>Fin de la presentación</a:t>
            </a:r>
            <a:endParaRP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OS" val="Unix 3.10.0.1160"/>
  <p:tag name="AS_RELEASE_DATE" val="2023.06.30"/>
  <p:tag name="AS_TITLE" val="Aspose.Slides for Java"/>
  <p:tag name="AS_VERSION" val="23.6.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ILT Template">
      <a:majorFont>
        <a:latin typeface="Segoe UI Semibold"/>
        <a:ea typeface="Arial"/>
        <a:cs typeface="Arial"/>
      </a:majorFont>
      <a:minorFont>
        <a:latin typeface="Segoe U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Arial"/>
        <a:cs typeface="Arial"/>
      </a:majorFont>
      <a:minorFont>
        <a:latin typeface="Segoe UI"/>
        <a:ea typeface="Arial"/>
        <a:cs typeface="Arial"/>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satMod val="150000"/>
              <a:alpha val="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a:path>
        </a:gradFill>
        <a:gradFill>
          <a:gsLst>
            <a:gs pos="0">
              <a:schemeClr val="phClr">
                <a:tint val="80000"/>
                <a:satMod val="300000"/>
              </a:schemeClr>
            </a:gs>
            <a:gs pos="100000">
              <a:schemeClr val="phClr">
                <a:shade val="30000"/>
                <a:satMod val="200000"/>
              </a:schemeClr>
            </a:gs>
          </a:gsLst>
          <a:path path="circle">
            <a:fillToRect/>
          </a:path>
        </a:gradFill>
      </a:bgFillStyleLst>
    </a:fmtScheme>
  </a:themeElements>
  <a:objectDefaults>
    <a:spDef>
      <a:spPr bwMode="auto">
        <a:prstGeom prst="rect">
          <a:avLst/>
        </a:prstGeom>
        <a:solidFill>
          <a:schemeClr val="accent1"/>
        </a:solidFill>
        <a:ln>
          <a:noFill/>
          <a:headEnd type="none" w="med" len="med"/>
          <a:tailEnd type="none" w="med" len="med"/>
        </a:ln>
        <a:effectLst/>
      </a:spPr>
      <a:bodyPr/>
      <a:lstStyle/>
      <a:style>
        <a:lnRef idx="1">
          <a:schemeClr val="accent2"/>
        </a:lnRef>
        <a:fillRef idx="3">
          <a:schemeClr val="accent2"/>
        </a:fillRef>
        <a:effectRef idx="2">
          <a:schemeClr val="accent2"/>
        </a:effectRef>
        <a:fontRef idx="minor">
          <a:schemeClr val="lt1"/>
        </a:fontRef>
      </a:style>
    </a:spDef>
    <a:lnDef>
      <a:spPr bwMode="auto">
        <a:prstGeom prst="rect">
          <a:avLst/>
        </a:prstGeom>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bwMode="auto">
        <a:prstGeom prst="rect">
          <a:avLst/>
        </a:prstGeom>
        <a:noFill/>
      </a:spPr>
      <a:body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Arial"/>
        <a:cs typeface="Arial"/>
      </a:majorFont>
      <a:minorFont>
        <a:latin typeface="Aptos"/>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f42aa342-8706-4288-bd11-ebb85995028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5</TotalTime>
  <Words>6169</Words>
  <Application>Microsoft Office PowerPoint</Application>
  <PresentationFormat>Panorámica</PresentationFormat>
  <Paragraphs>471</Paragraphs>
  <Slides>33</Slides>
  <Notes>33</Notes>
  <HiddenSlides>3</HiddenSlides>
  <MMClips>0</MMClips>
  <ScaleCrop>false</ScaleCrop>
  <HeadingPairs>
    <vt:vector size="6" baseType="variant">
      <vt:variant>
        <vt:lpstr>Fuentes usadas</vt:lpstr>
      </vt:variant>
      <vt:variant>
        <vt:i4>6</vt:i4>
      </vt:variant>
      <vt:variant>
        <vt:lpstr>Tema</vt:lpstr>
      </vt:variant>
      <vt:variant>
        <vt:i4>2</vt:i4>
      </vt:variant>
      <vt:variant>
        <vt:lpstr>Títulos de diapositiva</vt:lpstr>
      </vt:variant>
      <vt:variant>
        <vt:i4>33</vt:i4>
      </vt:variant>
    </vt:vector>
  </HeadingPairs>
  <TitlesOfParts>
    <vt:vector size="41" baseType="lpstr">
      <vt:lpstr>Aptos</vt:lpstr>
      <vt:lpstr>Arial</vt:lpstr>
      <vt:lpstr>Consolas</vt:lpstr>
      <vt:lpstr>Segoe UI</vt:lpstr>
      <vt:lpstr>Segoe UI Semibold</vt:lpstr>
      <vt:lpstr>Wingdings</vt:lpstr>
      <vt:lpstr>Office Theme</vt:lpstr>
      <vt:lpstr>LIGHT MODE</vt:lpstr>
      <vt:lpstr>AI-200T00A Implementación y supervisión de aplicaciones en Azure Kubernetes Service</vt:lpstr>
      <vt:lpstr>Agenda</vt:lpstr>
      <vt:lpstr>Módulo 1: Implementación de aplicaciones en Azure Kubernetes Service</vt:lpstr>
      <vt:lpstr>Objetivos de aprendizaje</vt:lpstr>
      <vt:lpstr>Introducción</vt:lpstr>
      <vt:lpstr>Creación de manifiestos de implementación de Kubernetes</vt:lpstr>
      <vt:lpstr>Exposición de aplicaciones en Azure Kubernetes Service</vt:lpstr>
      <vt:lpstr>Implementación de aplicaciones en Azure Kubernetes Services</vt:lpstr>
      <vt:lpstr>Ejercicio</vt:lpstr>
      <vt:lpstr>Prueba de conocimientos del módulo 1</vt:lpstr>
      <vt:lpstr>Interactive Knowledge check </vt:lpstr>
      <vt:lpstr>Resumen del módulo 1</vt:lpstr>
      <vt:lpstr>Módulo 2: Configuración de aplicaciones en Azure Kubernetes Service </vt:lpstr>
      <vt:lpstr>Objetivos de aprendizaje</vt:lpstr>
      <vt:lpstr>Introducción</vt:lpstr>
      <vt:lpstr>Definición de ConfigMaps para la configuración de la aplicación</vt:lpstr>
      <vt:lpstr>Implementación de secretos para información confidencial</vt:lpstr>
      <vt:lpstr>Asociación del almacenamiento persistente a una aplicación</vt:lpstr>
      <vt:lpstr>Ejercicio</vt:lpstr>
      <vt:lpstr>Prueba de conocimientos del módulo 2</vt:lpstr>
      <vt:lpstr>Interactive Knowledge check </vt:lpstr>
      <vt:lpstr>Resumen del módulo 2</vt:lpstr>
      <vt:lpstr>Módulo 3: Supervisión de aplicaciones en Azure Kubernetes Service </vt:lpstr>
      <vt:lpstr>Objetivos de aprendizaje</vt:lpstr>
      <vt:lpstr>Introducción</vt:lpstr>
      <vt:lpstr>Supervisión de métricas y registros de aplicaciones</vt:lpstr>
      <vt:lpstr>Solución de problemas de pods y servicios</vt:lpstr>
      <vt:lpstr>Comprobación de la conectividad del servicio y los puntos de conexión</vt:lpstr>
      <vt:lpstr>Ejercicio</vt:lpstr>
      <vt:lpstr>Prueba de conocimientos del módulo 3</vt:lpstr>
      <vt:lpstr>Interactive Knowledge check </vt:lpstr>
      <vt:lpstr>Resumen del módulo 3</vt:lpstr>
      <vt:lpstr>Fin de la presentación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dc:creator>
  <cp:lastModifiedBy>Julio Armando Estremadoyro Aguirre</cp:lastModifiedBy>
  <cp:revision>26</cp:revision>
  <dcterms:created xsi:type="dcterms:W3CDTF">2023-12-14T00:17:42Z</dcterms:created>
  <dcterms:modified xsi:type="dcterms:W3CDTF">2026-10-09T19:34:54Z</dcterms:modified>
</cp:coreProperties>
</file>