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39"/>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Lst>
  <p:sldSz cx="12192000" cy="6858000"/>
  <p:notesSz cx="6858000" cy="9144000"/>
  <p:custDataLst>
    <p:tags r:id="rId40"/>
  </p:custDataLst>
  <p:defaultText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extLst>
    <p:ext uri="{EFAFB233-063F-42B5-8137-9DF3F51BA10A}">
      <p15:sldGuideLst xmlns:p15="http://schemas.microsoft.com/office/powerpoint/2012/main">
        <p15:guide id="1" pos="3840">
          <p15:clr>
            <a:srgbClr val="A4A3A4"/>
          </p15:clr>
        </p15:guide>
        <p15:guide id="2" orient="horz"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a:solidFill>
                <a:schemeClr val="lt1"/>
              </a:solidFill>
            </a:ln>
          </a:left>
          <a:right>
            <a:ln w="12700">
              <a:solidFill>
                <a:schemeClr val="lt1"/>
              </a:solidFill>
            </a:ln>
          </a:right>
          <a:top>
            <a:ln w="12700">
              <a:solidFill>
                <a:schemeClr val="lt1"/>
              </a:solidFill>
            </a:ln>
          </a:top>
          <a:bottom>
            <a:ln w="12700">
              <a:solidFill>
                <a:schemeClr val="lt1"/>
              </a:solidFill>
            </a:ln>
          </a:bottom>
          <a:insideH>
            <a:ln w="12700">
              <a:solidFill>
                <a:schemeClr val="lt1"/>
              </a:solidFill>
            </a:ln>
          </a:insideH>
          <a:insideV>
            <a:ln w="12700">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band2V>
      <a:tcStyle>
        <a:tcBdr/>
        <a:fill>
          <a:solidFill>
            <a:schemeClr val="accent1">
              <a:tint val="40000"/>
            </a:schemeClr>
          </a:solidFill>
        </a:fill>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a:solidFill>
                <a:schemeClr val="lt1"/>
              </a:solidFill>
            </a:ln>
          </a:top>
        </a:tcBdr>
        <a:fill>
          <a:solidFill>
            <a:schemeClr val="accent1"/>
          </a:solidFill>
        </a:fill>
      </a:tcStyle>
    </a:lastRow>
    <a:firstRow>
      <a:tcTxStyle b="on">
        <a:fontRef idx="minor">
          <a:prstClr val="black"/>
        </a:fontRef>
        <a:schemeClr val="lt1"/>
      </a:tcTxStyle>
      <a:tcStyle>
        <a:tcBdr>
          <a:bottom>
            <a:ln w="38100">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napVertSplitter="1" vertBarState="minimized" horzBarState="maximized">
    <p:restoredLeft sz="6539" autoAdjust="0"/>
    <p:restoredTop sz="94660"/>
  </p:normalViewPr>
  <p:slideViewPr>
    <p:cSldViewPr snapToGrid="0">
      <p:cViewPr varScale="1">
        <p:scale>
          <a:sx n="82" d="100"/>
          <a:sy n="82" d="100"/>
        </p:scale>
        <p:origin x="642" y="90"/>
      </p:cViewPr>
      <p:guideLst>
        <p:guide pos="3840"/>
        <p:guide orient="horz" pos="2160"/>
      </p:guideLst>
    </p:cSldViewPr>
  </p:slideViewPr>
  <p:notesTextViewPr>
    <p:cViewPr>
      <p:scale>
        <a:sx n="1" d="1"/>
        <a:sy n="1" d="1"/>
      </p:scale>
      <p:origin x="0" y="0"/>
    </p:cViewPr>
  </p:notesTextViewPr>
  <p:notesViewPr>
    <p:cSldViewPr>
      <p:cViewPr>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notesMaster" Target="notesMasters/notesMaster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tags" Target="tags/tag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48726396"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1707755767"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4C58D156-4B2E-4C57-9C33-59F659D18680}" type="datetimeFigureOut">
              <a:rPr lang="en-US"/>
              <a:t>10/14/2026</a:t>
            </a:fld>
            <a:endParaRPr lang="en-US"/>
          </a:p>
        </p:txBody>
      </p:sp>
      <p:sp>
        <p:nvSpPr>
          <p:cNvPr id="1159815690" name="Slide Image Placeholder 3"/>
          <p:cNvSpPr>
            <a:spLocks noGrp="1" noRot="1" noChangeAspect="1"/>
          </p:cNvSpPr>
          <p:nvPr>
            <p:ph type="sldImg" idx="2"/>
          </p:nvPr>
        </p:nvSpPr>
        <p:spPr bwMode="auto">
          <a:xfrm>
            <a:off x="685800" y="1143000"/>
            <a:ext cx="5486400" cy="3086100"/>
          </a:xfrm>
          <a:prstGeom prst="rect">
            <a:avLst/>
          </a:prstGeom>
          <a:noFill/>
          <a:ln w="12700">
            <a:solidFill>
              <a:prstClr val="black"/>
            </a:solidFill>
          </a:ln>
        </p:spPr>
      </p:sp>
      <p:sp>
        <p:nvSpPr>
          <p:cNvPr id="1789286244"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108239150"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1887292781"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10B4D7BB-47DA-46D4-B152-A08B9EBCF1F1}" type="slidenum">
              <a:rPr lang="en-US"/>
              <a:t>‹Nº›</a:t>
            </a:fld>
            <a:endParaRPr lang="en-US"/>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learn.microsoft.com/training/paths/develop-ai-solutions-azure-cosmos-db/" TargetMode="External"/><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learn.microsoft.com/training/modules/build-query-azure-cosmos-db/"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learn.microsoft.com/training/modules/implement-vector-search-azure-cosmos-db/" TargetMode="External"/><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3" Type="http://schemas.openxmlformats.org/officeDocument/2006/relationships/hyperlink" Target="https://learn.microsoft.com/training/modules/optimize-query-performance-azure-cosmos-db/" TargetMode="External"/><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50106" name="Slide Image Placeholder 1"/>
          <p:cNvSpPr>
            <a:spLocks noGrp="1" noRot="1" noChangeAspect="1"/>
          </p:cNvSpPr>
          <p:nvPr>
            <p:ph type="sldImg"/>
          </p:nvPr>
        </p:nvSpPr>
        <p:spPr bwMode="auto"/>
      </p:sp>
      <p:sp>
        <p:nvSpPr>
          <p:cNvPr id="1637953882" name="Notes Placeholder 2"/>
          <p:cNvSpPr>
            <a:spLocks noGrp="1"/>
          </p:cNvSpPr>
          <p:nvPr>
            <p:ph type="body" idx="1"/>
          </p:nvPr>
        </p:nvSpPr>
        <p:spPr bwMode="auto"/>
        <p:txBody>
          <a:bodyPr/>
          <a:lstStyle/>
          <a:p>
            <a:pPr marL="0" marR="0" lvl="0" indent="0" algn="l" defTabSz="914400" rtl="0">
              <a:lnSpc>
                <a:spcPct val="100000"/>
              </a:lnSpc>
              <a:spcBef>
                <a:spcPct val="0"/>
              </a:spcBef>
              <a:spcAft>
                <a:spcPct val="0"/>
              </a:spcAft>
              <a:buClrTx/>
              <a:buSzTx/>
              <a:buFontTx/>
              <a:buNone/>
              <a:defRPr/>
            </a:pPr>
            <a:r>
              <a:rPr lang="es-ES" sz="1200" b="0" i="0" strike="noStrike" cap="none" baseline="0">
                <a:solidFill>
                  <a:srgbClr val="000000"/>
                </a:solidFill>
                <a:effectLst/>
                <a:latin typeface="Aptos"/>
                <a:ea typeface="Aptos"/>
                <a:cs typeface="Aptos"/>
              </a:rPr>
              <a:t>Estos módulos de Learn forman parte de la ruta de aprendizaje Desarrollo de soluciones de IA con Azure Cosmos DB for NoSQL:</a:t>
            </a:r>
            <a:r>
              <a:rPr lang="es-ES" sz="1200" b="0" i="0" strike="noStrike" cap="none" baseline="0">
                <a:solidFill>
                  <a:srgbClr val="171717"/>
                </a:solidFill>
                <a:effectLst/>
                <a:latin typeface="Segoe UI"/>
                <a:ea typeface="Segoe UI"/>
                <a:cs typeface="Segoe UI"/>
              </a:rPr>
              <a:t> (</a:t>
            </a:r>
            <a:r>
              <a:rPr lang="es-ES" sz="1200" b="0" i="0" u="sng" strike="noStrike" cap="none" baseline="0">
                <a:solidFill>
                  <a:srgbClr val="000000"/>
                </a:solidFill>
                <a:effectLst/>
                <a:uFill>
                  <a:solidFill>
                    <a:srgbClr val="000000"/>
                  </a:solidFill>
                </a:uFill>
                <a:latin typeface="Aptos"/>
                <a:ea typeface="Aptos"/>
                <a:cs typeface="Aptos"/>
                <a:hlinkClick r:id="rId3" history="0"/>
              </a:rPr>
              <a:t>https://learn.microsoft.com/training/paths/develop-ai-solutions-azure-cosmos-db/</a:t>
            </a:r>
            <a:endParaRPr/>
          </a:p>
          <a:p>
            <a:pPr>
              <a:defRPr/>
            </a:pPr>
            <a:endParaRPr lang="en-US"/>
          </a:p>
        </p:txBody>
      </p:sp>
      <p:sp>
        <p:nvSpPr>
          <p:cNvPr id="342603296" name="Slide Number Placeholder 3"/>
          <p:cNvSpPr>
            <a:spLocks noGrp="1"/>
          </p:cNvSpPr>
          <p:nvPr>
            <p:ph type="sldNum" sz="quarter" idx="5"/>
          </p:nvPr>
        </p:nvSpPr>
        <p:spPr bwMode="auto"/>
        <p:txBody>
          <a:bodyPr/>
          <a:lstStyle/>
          <a:p>
            <a:pPr>
              <a:defRPr/>
            </a:pPr>
            <a:fld id="{10B4D7BB-47DA-46D4-B152-A08B9EBCF1F1}"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6042647" name="Slide Image Placeholder 1"/>
          <p:cNvSpPr>
            <a:spLocks noGrp="1" noRot="1" noChangeAspect="1"/>
          </p:cNvSpPr>
          <p:nvPr>
            <p:ph type="sldImg"/>
          </p:nvPr>
        </p:nvSpPr>
        <p:spPr bwMode="auto"/>
      </p:sp>
      <p:sp>
        <p:nvSpPr>
          <p:cNvPr id="1228311891" name="Notes Placeholder 2"/>
          <p:cNvSpPr>
            <a:spLocks noGrp="1"/>
          </p:cNvSpPr>
          <p:nvPr>
            <p:ph type="body" idx="1"/>
          </p:nvPr>
        </p:nvSpPr>
        <p:spPr bwMode="auto"/>
        <p:txBody>
          <a:bodyPr/>
          <a:lstStyle/>
          <a:p>
            <a:pPr>
              <a:defRPr/>
            </a:pPr>
            <a:endParaRPr/>
          </a:p>
        </p:txBody>
      </p:sp>
      <p:sp>
        <p:nvSpPr>
          <p:cNvPr id="2079139577" name="Slide Number Placeholder 3"/>
          <p:cNvSpPr>
            <a:spLocks noGrp="1"/>
          </p:cNvSpPr>
          <p:nvPr>
            <p:ph type="sldNum" sz="quarter" idx="10"/>
          </p:nvPr>
        </p:nvSpPr>
        <p:spPr bwMode="auto"/>
        <p:txBody>
          <a:bodyPr/>
          <a:lstStyle/>
          <a:p>
            <a:pPr>
              <a:defRPr/>
            </a:pPr>
            <a:fld id="{61920445-B59E-9DB3-5289-71AB67717F23}" type="slidenum">
              <a:rPr/>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487901" name="Slide Image Placeholder 1"/>
          <p:cNvSpPr>
            <a:spLocks noGrp="1" noRot="1" noChangeAspect="1"/>
          </p:cNvSpPr>
          <p:nvPr>
            <p:ph type="sldImg"/>
          </p:nvPr>
        </p:nvSpPr>
        <p:spPr bwMode="auto"/>
      </p:sp>
      <p:sp>
        <p:nvSpPr>
          <p:cNvPr id="113403722" name="Notes Placeholder 2"/>
          <p:cNvSpPr>
            <a:spLocks noGrp="1"/>
          </p:cNvSpPr>
          <p:nvPr>
            <p:ph type="body" idx="1"/>
          </p:nvPr>
        </p:nvSpPr>
        <p:spPr bwMode="auto"/>
        <p:txBody>
          <a:bodyPr/>
          <a:lstStyle/>
          <a:p>
            <a:pPr lvl="0">
              <a:defRPr/>
            </a:pPr>
            <a:r>
              <a:rPr lang="es-ES" sz="1200" b="0" i="0" strike="noStrike" cap="none" baseline="0">
                <a:solidFill>
                  <a:srgbClr val="000000"/>
                </a:solidFill>
                <a:effectLst/>
                <a:latin typeface="Aptos"/>
                <a:ea typeface="Aptos"/>
                <a:cs typeface="Aptos"/>
              </a:rPr>
              <a:t>En este módulo se explica cómo conectarse a Cosmos DB for NoSQL, realizar operaciones de datos con el SDK y escribir consultas eficaces</a:t>
            </a:r>
            <a:endParaRPr sz="1200"/>
          </a:p>
          <a:p>
            <a:pPr>
              <a:defRPr/>
            </a:pPr>
            <a:endParaRPr/>
          </a:p>
          <a:p>
            <a:pPr>
              <a:defRPr/>
            </a:pPr>
            <a:r>
              <a:rPr lang="es-ES" sz="1200" b="0" i="0" strike="noStrike" cap="none" baseline="0">
                <a:solidFill>
                  <a:srgbClr val="000000"/>
                </a:solidFill>
                <a:effectLst/>
                <a:latin typeface="Aptos"/>
                <a:ea typeface="Aptos"/>
                <a:cs typeface="Aptos"/>
              </a:rPr>
              <a:t>Vínculo al módulo: </a:t>
            </a:r>
            <a:r>
              <a:rPr lang="es-ES" sz="1200" b="0" i="0" u="sng" strike="noStrike" cap="none" baseline="0">
                <a:solidFill>
                  <a:srgbClr val="000000"/>
                </a:solidFill>
                <a:effectLst/>
                <a:uFill>
                  <a:solidFill>
                    <a:srgbClr val="000000"/>
                  </a:solidFill>
                </a:uFill>
                <a:latin typeface="Aptos"/>
                <a:ea typeface="Aptos"/>
                <a:cs typeface="Aptos"/>
                <a:hlinkClick r:id="rId3" history="0"/>
              </a:rPr>
              <a:t>https://learn.microsoft.com/training/modules/build-query-azure-cosmos-db/</a:t>
            </a:r>
            <a:endParaRPr/>
          </a:p>
        </p:txBody>
      </p:sp>
      <p:sp>
        <p:nvSpPr>
          <p:cNvPr id="1967022090" name="Slide Number Placeholder 3"/>
          <p:cNvSpPr>
            <a:spLocks noGrp="1"/>
          </p:cNvSpPr>
          <p:nvPr>
            <p:ph type="sldNum" sz="quarter" idx="5"/>
          </p:nvPr>
        </p:nvSpPr>
        <p:spPr bwMode="auto"/>
        <p:txBody>
          <a:bodyPr/>
          <a:lstStyle/>
          <a:p>
            <a:pPr>
              <a:defRPr/>
            </a:pPr>
            <a:fld id="{10B4D7BB-47DA-46D4-B152-A08B9EBCF1F1}"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3222007" name="Slide Image Placeholder 1"/>
          <p:cNvSpPr>
            <a:spLocks noGrp="1" noRot="1" noChangeAspect="1"/>
          </p:cNvSpPr>
          <p:nvPr>
            <p:ph type="sldImg"/>
          </p:nvPr>
        </p:nvSpPr>
        <p:spPr bwMode="auto"/>
      </p:sp>
      <p:sp>
        <p:nvSpPr>
          <p:cNvPr id="1149233348" name="Notes Placeholder 2"/>
          <p:cNvSpPr>
            <a:spLocks noGrp="1"/>
          </p:cNvSpPr>
          <p:nvPr>
            <p:ph type="body" idx="1"/>
          </p:nvPr>
        </p:nvSpPr>
        <p:spPr bwMode="auto"/>
        <p:txBody>
          <a:bodyPr/>
          <a:lstStyle/>
          <a:p>
            <a:pPr>
              <a:defRPr/>
            </a:pPr>
            <a:endParaRPr/>
          </a:p>
        </p:txBody>
      </p:sp>
      <p:sp>
        <p:nvSpPr>
          <p:cNvPr id="1464195210" name="Slide Number Placeholder 3"/>
          <p:cNvSpPr>
            <a:spLocks noGrp="1"/>
          </p:cNvSpPr>
          <p:nvPr>
            <p:ph type="sldNum" sz="quarter" idx="10"/>
          </p:nvPr>
        </p:nvSpPr>
        <p:spPr bwMode="auto"/>
        <p:txBody>
          <a:bodyPr/>
          <a:lstStyle/>
          <a:p>
            <a:pPr>
              <a:defRPr/>
            </a:pPr>
            <a:fld id="{8A5EA6C8-E85E-0208-FD7A-0202E7F6E981}" type="slidenum">
              <a:rPr/>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3569068" name="Slide Image Placeholder 1"/>
          <p:cNvSpPr>
            <a:spLocks noGrp="1" noRot="1" noChangeAspect="1"/>
          </p:cNvSpPr>
          <p:nvPr>
            <p:ph type="sldImg"/>
          </p:nvPr>
        </p:nvSpPr>
        <p:spPr bwMode="auto"/>
      </p:sp>
      <p:sp>
        <p:nvSpPr>
          <p:cNvPr id="867503748" name="Notes Placeholder 2"/>
          <p:cNvSpPr>
            <a:spLocks noGrp="1"/>
          </p:cNvSpPr>
          <p:nvPr>
            <p:ph type="body" idx="1"/>
          </p:nvPr>
        </p:nvSpPr>
        <p:spPr bwMode="auto"/>
        <p:txBody>
          <a:bodyPr/>
          <a:lstStyle/>
          <a:p>
            <a:pPr marL="217793" indent="-217793">
              <a:buFont typeface="Arial"/>
              <a:buChar char="•"/>
              <a:defRPr/>
            </a:pPr>
            <a:endParaRPr/>
          </a:p>
        </p:txBody>
      </p:sp>
      <p:sp>
        <p:nvSpPr>
          <p:cNvPr id="1692620827" name="Slide Number Placeholder 3"/>
          <p:cNvSpPr>
            <a:spLocks noGrp="1"/>
          </p:cNvSpPr>
          <p:nvPr>
            <p:ph type="sldNum" sz="quarter" idx="10"/>
          </p:nvPr>
        </p:nvSpPr>
        <p:spPr bwMode="auto"/>
        <p:txBody>
          <a:bodyPr/>
          <a:lstStyle/>
          <a:p>
            <a:pPr>
              <a:defRPr/>
            </a:pPr>
            <a:fld id="{607A661D-EA09-E7FA-1343-587F38B87ADE}" type="slidenum">
              <a:rPr/>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97621" name="Slide Image Placeholder 1"/>
          <p:cNvSpPr>
            <a:spLocks noGrp="1" noRot="1" noChangeAspect="1"/>
          </p:cNvSpPr>
          <p:nvPr>
            <p:ph type="sldImg"/>
          </p:nvPr>
        </p:nvSpPr>
        <p:spPr bwMode="auto"/>
      </p:sp>
      <p:sp>
        <p:nvSpPr>
          <p:cNvPr id="601324901" name="Notes Placeholder 2"/>
          <p:cNvSpPr>
            <a:spLocks noGrp="1"/>
          </p:cNvSpPr>
          <p:nvPr>
            <p:ph type="body" idx="1"/>
          </p:nvPr>
        </p:nvSpPr>
        <p:spPr bwMode="auto"/>
        <p:txBody>
          <a:bodyPr/>
          <a:lstStyle/>
          <a:p>
            <a:pPr marL="0" lvl="0" indent="0">
              <a:buNone/>
              <a:defRPr/>
            </a:pPr>
            <a:r>
              <a:rPr lang="es-ES" sz="1200" b="0" i="0" strike="noStrike" cap="none" baseline="0">
                <a:solidFill>
                  <a:srgbClr val="000000"/>
                </a:solidFill>
                <a:effectLst/>
                <a:latin typeface="Aptos"/>
                <a:ea typeface="Aptos"/>
                <a:cs typeface="Aptos"/>
              </a:rPr>
              <a:t>La cuenta proporciona un punto de conexión DNS único: https://.documents.azure.com:443/</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Hasta 500 bases de datos y contenedores combinados por cuenta</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Los contenedores son independientes del esquema: los elementos pueden tener estructuras diferentes dentro del mismo contenedor.</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La clave de partición enruta las operaciones a la partición física correcta y distribuye los datos uniformemente</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La clave de partición incorrecta conduce a particiones activas, limitación y escalabilidad deficiente. Cambiarla requiere la creación de un nuevo contenedor y la migración de datos</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Evita las claves de cardinalidad baja (booleanas) y las distribuciones sesgadas. Es compatible con rutas de acceso anidadas como /metadata/region</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El escalado automático suele ser el mejor punto de partida para las cargas de trabajo de IA con tráfico impredecible</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El mínimo de escalado automático es siempre el 10 % del máximo, por lo que establecer un máximo de 1000 significa que se puede reducir verticalmente a 100 RU/s</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Factores que aumentan el coste de RU: elementos más grandes, más índices, mayor coherencia y consultas entre particiones</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Cada respuesta incluye el encabezado x-ms-request-charge: haz que la supervisión sea un hábito</a:t>
            </a:r>
            <a:endParaRPr sz="1200"/>
          </a:p>
          <a:p>
            <a:pPr>
              <a:defRPr/>
            </a:pPr>
            <a:endParaRPr/>
          </a:p>
        </p:txBody>
      </p:sp>
      <p:sp>
        <p:nvSpPr>
          <p:cNvPr id="1790624962" name="Slide Number Placeholder 3"/>
          <p:cNvSpPr>
            <a:spLocks noGrp="1"/>
          </p:cNvSpPr>
          <p:nvPr>
            <p:ph type="sldNum" sz="quarter" idx="10"/>
          </p:nvPr>
        </p:nvSpPr>
        <p:spPr bwMode="auto"/>
        <p:txBody>
          <a:bodyPr/>
          <a:lstStyle/>
          <a:p>
            <a:pPr>
              <a:defRPr/>
            </a:pPr>
            <a:fld id="{4528E26C-F9C7-A99A-F8D9-A2B511D66EC9}" type="slidenum">
              <a:rPr/>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443453" name="Slide Image Placeholder 1"/>
          <p:cNvSpPr>
            <a:spLocks noGrp="1" noRot="1" noChangeAspect="1"/>
          </p:cNvSpPr>
          <p:nvPr>
            <p:ph type="sldImg"/>
          </p:nvPr>
        </p:nvSpPr>
        <p:spPr bwMode="auto"/>
      </p:sp>
      <p:sp>
        <p:nvSpPr>
          <p:cNvPr id="948456483" name="Notes Placeholder 2"/>
          <p:cNvSpPr>
            <a:spLocks noGrp="1"/>
          </p:cNvSpPr>
          <p:nvPr>
            <p:ph type="body" idx="1"/>
          </p:nvPr>
        </p:nvSpPr>
        <p:spPr bwMode="auto"/>
        <p:txBody>
          <a:bodyPr/>
          <a:lstStyle/>
          <a:p>
            <a:pPr marL="0" lvl="0" indent="0">
              <a:buNone/>
              <a:defRPr/>
            </a:pPr>
            <a:r>
              <a:rPr lang="es-ES" sz="1200" b="0" i="0" strike="noStrike" cap="none" baseline="0">
                <a:solidFill>
                  <a:srgbClr val="000000"/>
                </a:solidFill>
                <a:effectLst/>
                <a:latin typeface="Aptos"/>
                <a:ea typeface="Aptos"/>
                <a:cs typeface="Aptos"/>
              </a:rPr>
              <a:t>La creación de un nuevo cliente por solicitud agrega latencia y desperdicia recursos: registro como singleton</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La autenticación se trata en el módulo de autenticación dedicado; solo ten en cuenta que Cosmos DB es compatible con Entra ID</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Roles integrados: Lector de datos integrado en Cosmos DB y Colaborador de datos integrado en Cosmos DB</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get_database_client() y get_container_client() crean identificadores, no conexiones, sin comprobación de recursos</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create_database_if_not_exists() y create_container_if_not_exists() son seguros para el código de inicio de la aplicación</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Upsert es más común para las salidas del modelo de almacenamiento en caché de aplicaciones de IA o la sincronización de datos externos</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La simultaneidad optimista con _etag evita que se pierdan actualizaciones debido a modificaciones simultáneas</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id + clave de partición identifica de forma única un elemento en el contenedor.</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Las lecturas puntuales se enrutan directamente a la partición correcta: siempre es más barato y rápido</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EL SDK genera CosmosResourceNotFoundError en error de lectura puntual: identificador para la lógica de reserva</a:t>
            </a:r>
            <a:endParaRPr sz="1200"/>
          </a:p>
          <a:p>
            <a:pPr>
              <a:defRPr/>
            </a:pPr>
            <a:endParaRPr/>
          </a:p>
        </p:txBody>
      </p:sp>
      <p:sp>
        <p:nvSpPr>
          <p:cNvPr id="1915687547" name="Slide Number Placeholder 3"/>
          <p:cNvSpPr>
            <a:spLocks noGrp="1"/>
          </p:cNvSpPr>
          <p:nvPr>
            <p:ph type="sldNum" sz="quarter" idx="10"/>
          </p:nvPr>
        </p:nvSpPr>
        <p:spPr bwMode="auto"/>
        <p:txBody>
          <a:bodyPr/>
          <a:lstStyle/>
          <a:p>
            <a:pPr>
              <a:defRPr/>
            </a:pPr>
            <a:fld id="{81C9CAB2-F6D1-5DF8-53D6-33F8B28B7A84}" type="slidenum">
              <a:rPr/>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6856195" name="Slide Image Placeholder 1"/>
          <p:cNvSpPr>
            <a:spLocks noGrp="1" noRot="1" noChangeAspect="1"/>
          </p:cNvSpPr>
          <p:nvPr>
            <p:ph type="sldImg"/>
          </p:nvPr>
        </p:nvSpPr>
        <p:spPr bwMode="auto"/>
      </p:sp>
      <p:sp>
        <p:nvSpPr>
          <p:cNvPr id="1041669402" name="Notes Placeholder 2"/>
          <p:cNvSpPr>
            <a:spLocks noGrp="1"/>
          </p:cNvSpPr>
          <p:nvPr>
            <p:ph type="body" idx="1"/>
          </p:nvPr>
        </p:nvSpPr>
        <p:spPr bwMode="auto"/>
        <p:txBody>
          <a:bodyPr/>
          <a:lstStyle/>
          <a:p>
            <a:pPr marL="0" lvl="0" indent="0">
              <a:buNone/>
              <a:defRPr/>
            </a:pPr>
            <a:r>
              <a:rPr lang="es-ES" sz="1200" b="0" i="0" strike="noStrike" cap="none" baseline="0">
                <a:solidFill>
                  <a:srgbClr val="000000"/>
                </a:solidFill>
                <a:effectLst/>
                <a:latin typeface="Aptos"/>
                <a:ea typeface="Aptos"/>
                <a:cs typeface="Aptos"/>
              </a:rPr>
              <a:t>La sintaxis SQL es familiar pero optimizada para documentos JSON: las consultas funcionan en un único contenedor.</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Usa un alias (c o p) después de la cláusula FROM para hacer referencia a las propiedades del elemento</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La proyección de propiedades específicas reduce el tamaño de respuesta y puede reducir el coste de RU.</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Las comparaciones de cadenas distinguen mayúsculas de minúsculas de forma predeterminada: usa UPPER/LOWER para obtener la coincidencia sin distinción entre mayúsculas y minúsculas.</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Parametrizar siempre las consultas: evita la inserción y habilita el almacenamiento en caché del plan de consulta</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Nunca concatenes la entrada del usuario en cadenas de consulta</a:t>
            </a:r>
            <a:endParaRPr sz="1200"/>
          </a:p>
          <a:p>
            <a:pPr>
              <a:defRPr/>
            </a:pPr>
            <a:endParaRPr/>
          </a:p>
        </p:txBody>
      </p:sp>
      <p:sp>
        <p:nvSpPr>
          <p:cNvPr id="850950527" name="Slide Number Placeholder 3"/>
          <p:cNvSpPr>
            <a:spLocks noGrp="1"/>
          </p:cNvSpPr>
          <p:nvPr>
            <p:ph type="sldNum" sz="quarter" idx="10"/>
          </p:nvPr>
        </p:nvSpPr>
        <p:spPr bwMode="auto"/>
        <p:txBody>
          <a:bodyPr/>
          <a:lstStyle/>
          <a:p>
            <a:pPr>
              <a:defRPr/>
            </a:pPr>
            <a:fld id="{15725CAB-E4F3-6D0E-0C48-729327C3C83C}" type="slidenum">
              <a:rPr/>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7912552" name="Slide Image Placeholder 1"/>
          <p:cNvSpPr>
            <a:spLocks noGrp="1" noRot="1" noChangeAspect="1"/>
          </p:cNvSpPr>
          <p:nvPr>
            <p:ph type="sldImg"/>
          </p:nvPr>
        </p:nvSpPr>
        <p:spPr bwMode="auto"/>
      </p:sp>
      <p:sp>
        <p:nvSpPr>
          <p:cNvPr id="2048816456" name="Notes Placeholder 2"/>
          <p:cNvSpPr>
            <a:spLocks noGrp="1"/>
          </p:cNvSpPr>
          <p:nvPr>
            <p:ph type="body" idx="1"/>
          </p:nvPr>
        </p:nvSpPr>
        <p:spPr bwMode="auto"/>
        <p:txBody>
          <a:bodyPr/>
          <a:lstStyle/>
          <a:p>
            <a:pPr>
              <a:defRPr/>
            </a:pPr>
            <a:r>
              <a:rPr lang="es-ES" sz="1200" b="0" i="0" strike="noStrike" cap="none" baseline="0">
                <a:solidFill>
                  <a:srgbClr val="000000"/>
                </a:solidFill>
                <a:effectLst/>
                <a:latin typeface="Aptos"/>
                <a:ea typeface="Aptos"/>
                <a:cs typeface="Aptos"/>
              </a:rPr>
              <a:t>Mayor rendimiento y palanca de costes en consultas de Cosmos DB</a:t>
            </a:r>
            <a:br>
              <a:rPr sz="1200"/>
            </a:br>
            <a:endParaRPr/>
          </a:p>
          <a:p>
            <a:pPr>
              <a:defRPr/>
            </a:pPr>
            <a:r>
              <a:rPr lang="es-ES" sz="1200" b="0" i="0" strike="noStrike" cap="none" baseline="0">
                <a:solidFill>
                  <a:srgbClr val="000000"/>
                </a:solidFill>
                <a:effectLst/>
                <a:latin typeface="Aptos"/>
                <a:ea typeface="Aptos"/>
                <a:cs typeface="Aptos"/>
              </a:rPr>
              <a:t>Incluye siempre la clave de partición en las consultas siempre que sea posible</a:t>
            </a:r>
            <a:br>
              <a:rPr sz="1200"/>
            </a:br>
            <a:endParaRPr/>
          </a:p>
          <a:p>
            <a:pPr>
              <a:defRPr/>
            </a:pPr>
            <a:r>
              <a:rPr lang="es-ES" sz="1200" b="0" i="0" strike="noStrike" cap="none" baseline="0">
                <a:solidFill>
                  <a:srgbClr val="000000"/>
                </a:solidFill>
                <a:effectLst/>
                <a:latin typeface="Aptos"/>
                <a:ea typeface="Aptos"/>
                <a:cs typeface="Aptos"/>
              </a:rPr>
              <a:t>A veces, las consultas entre particiones son necesarias: supervisa el coste de RU</a:t>
            </a:r>
            <a:br>
              <a:rPr sz="1200"/>
            </a:br>
            <a:endParaRPr/>
          </a:p>
          <a:p>
            <a:pPr>
              <a:defRPr/>
            </a:pPr>
            <a:r>
              <a:rPr lang="es-ES" sz="1200" b="0" i="0" strike="noStrike" cap="none" baseline="0">
                <a:solidFill>
                  <a:srgbClr val="000000"/>
                </a:solidFill>
                <a:effectLst/>
                <a:latin typeface="Aptos"/>
                <a:ea typeface="Aptos"/>
                <a:cs typeface="Aptos"/>
              </a:rPr>
              <a:t>Paginación: max_item_count y by_page(): SDK controla los tokens de continuación</a:t>
            </a:r>
            <a:br>
              <a:rPr sz="1200"/>
            </a:br>
            <a:endParaRPr/>
          </a:p>
          <a:p>
            <a:pPr>
              <a:defRPr/>
            </a:pPr>
            <a:r>
              <a:rPr lang="es-ES" sz="1200" b="0" i="0" strike="noStrike" cap="none" baseline="0">
                <a:solidFill>
                  <a:srgbClr val="000000"/>
                </a:solidFill>
                <a:effectLst/>
                <a:latin typeface="Aptos"/>
                <a:ea typeface="Aptos"/>
                <a:cs typeface="Aptos"/>
              </a:rPr>
              <a:t>Los agregados (COUNT, SUM, AVG, MIN, MAX) examinan los elementos coincidentes: filtra primero</a:t>
            </a:r>
            <a:br>
              <a:rPr sz="1200"/>
            </a:br>
            <a:endParaRPr/>
          </a:p>
          <a:p>
            <a:pPr>
              <a:defRPr/>
            </a:pPr>
            <a:r>
              <a:rPr lang="es-ES" sz="1200" b="0" i="0" strike="noStrike" cap="none" baseline="0">
                <a:solidFill>
                  <a:srgbClr val="000000"/>
                </a:solidFill>
                <a:effectLst/>
                <a:latin typeface="Aptos"/>
                <a:ea typeface="Aptos"/>
                <a:cs typeface="Aptos"/>
              </a:rPr>
              <a:t>ARRAY_CONTAINS comprueba la pertenencia a matrices; JOIN + IN aplana matrices para consultas complejas</a:t>
            </a:r>
            <a:br>
              <a:rPr sz="1200"/>
            </a:br>
            <a:endParaRPr/>
          </a:p>
          <a:p>
            <a:pPr>
              <a:defRPr/>
            </a:pPr>
            <a:r>
              <a:rPr lang="es-ES" sz="1200" b="0" i="0" strike="noStrike" cap="none" baseline="0">
                <a:solidFill>
                  <a:srgbClr val="000000"/>
                </a:solidFill>
                <a:effectLst/>
                <a:latin typeface="Aptos"/>
                <a:ea typeface="Aptos"/>
                <a:cs typeface="Aptos"/>
              </a:rPr>
              <a:t>Optimización: campos necesarios del proyecto, usa TOP para limitar los resultados, filtrar temprano, supervisar x-ms-request-charge</a:t>
            </a:r>
          </a:p>
        </p:txBody>
      </p:sp>
      <p:sp>
        <p:nvSpPr>
          <p:cNvPr id="92264843" name="Slide Number Placeholder 3"/>
          <p:cNvSpPr>
            <a:spLocks noGrp="1"/>
          </p:cNvSpPr>
          <p:nvPr>
            <p:ph type="sldNum" sz="quarter" idx="10"/>
          </p:nvPr>
        </p:nvSpPr>
        <p:spPr bwMode="auto"/>
        <p:txBody>
          <a:bodyPr/>
          <a:lstStyle/>
          <a:p>
            <a:pPr>
              <a:defRPr/>
            </a:pPr>
            <a:fld id="{AFD3D470-B456-7C01-680E-788832F774F2}" type="slidenum">
              <a:rPr/>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0973265" name="Slide Image Placeholder 1"/>
          <p:cNvSpPr>
            <a:spLocks noGrp="1" noRot="1" noChangeAspect="1"/>
          </p:cNvSpPr>
          <p:nvPr>
            <p:ph type="sldImg"/>
          </p:nvPr>
        </p:nvSpPr>
        <p:spPr bwMode="auto"/>
      </p:sp>
      <p:sp>
        <p:nvSpPr>
          <p:cNvPr id="1605403113" name="Notes Placeholder 2"/>
          <p:cNvSpPr>
            <a:spLocks noGrp="1"/>
          </p:cNvSpPr>
          <p:nvPr>
            <p:ph type="body" idx="1"/>
          </p:nvPr>
        </p:nvSpPr>
        <p:spPr bwMode="auto"/>
        <p:txBody>
          <a:bodyPr/>
          <a:lstStyle/>
          <a:p>
            <a:pPr>
              <a:lnSpc>
                <a:spcPct val="90000"/>
              </a:lnSpc>
              <a:spcAft>
                <a:spcPts val="333"/>
              </a:spcAft>
              <a:defRPr/>
            </a:pPr>
            <a:r>
              <a:rPr lang="es-ES" sz="1200" b="0" i="0" strike="noStrike" cap="none" baseline="0">
                <a:solidFill>
                  <a:srgbClr val="000000"/>
                </a:solidFill>
                <a:effectLst/>
                <a:latin typeface="Aptos"/>
                <a:ea typeface="Aptos"/>
                <a:cs typeface="Aptos"/>
              </a:rPr>
              <a:t>Este ejercicio requiere una suscripción a Azure, que debe proporcionar el proveedor de servicios de hosting del laboratorio que le presta servicio para impartir este curso.</a:t>
            </a:r>
            <a:endParaRPr lang="en-US">
              <a:solidFill>
                <a:srgbClr val="444444"/>
              </a:solidFill>
            </a:endParaRPr>
          </a:p>
          <a:p>
            <a:pPr>
              <a:lnSpc>
                <a:spcPct val="90000"/>
              </a:lnSpc>
              <a:spcAft>
                <a:spcPts val="333"/>
              </a:spcAft>
              <a:defRPr/>
            </a:pPr>
            <a:r>
              <a:rPr lang="es-ES" sz="1200" b="0" i="0" strike="noStrike" cap="none" baseline="0">
                <a:solidFill>
                  <a:srgbClr val="000000"/>
                </a:solidFill>
                <a:effectLst/>
                <a:latin typeface="Aptos"/>
                <a:ea typeface="Aptos"/>
                <a:cs typeface="Aptos"/>
              </a:rPr>
              <a:t>Si no puedes proporcionar a los alumnos suscripciones de Azure, puedes demostrar el laboratorio con tu propia suscripción (si tienes una disponible).</a:t>
            </a:r>
            <a:endParaRPr/>
          </a:p>
        </p:txBody>
      </p:sp>
      <p:sp>
        <p:nvSpPr>
          <p:cNvPr id="1979716108" name="Header Placeholder 3"/>
          <p:cNvSpPr>
            <a:spLocks noGrp="1"/>
          </p:cNvSpPr>
          <p:nvPr>
            <p:ph type="hdr" sz="quarter" idx="6"/>
          </p:nvPr>
        </p:nvSpPr>
        <p:spPr bwMode="auto"/>
        <p:txBody>
          <a:bodyPr/>
          <a:lstStyle/>
          <a:p>
            <a:pPr>
              <a:defRPr/>
            </a:pPr>
            <a:endParaRPr lang="en-US"/>
          </a:p>
        </p:txBody>
      </p:sp>
      <p:sp>
        <p:nvSpPr>
          <p:cNvPr id="744551116" name="Footer Placeholder 4"/>
          <p:cNvSpPr>
            <a:spLocks noGrp="1"/>
          </p:cNvSpPr>
          <p:nvPr>
            <p:ph type="ftr" sz="quarter" idx="4"/>
          </p:nvPr>
        </p:nvSpPr>
        <p:spPr bwMode="auto"/>
        <p:txBody>
          <a:bodyPr/>
          <a:lstStyle/>
          <a:p>
            <a:pPr defTabSz="914099">
              <a:defRPr/>
            </a:pPr>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 Todos los derechos reservados. MICROSOFT NO OFRECE NINGUNA GARANTÍA, EXPRESA, IMPLÍCITA O REGLAMENTARIA, RESPECTO A LA INFORMACIÓN DE ESTA PRESENTACIÓN.</a:t>
            </a:r>
            <a:endParaRPr/>
          </a:p>
        </p:txBody>
      </p:sp>
      <p:sp>
        <p:nvSpPr>
          <p:cNvPr id="1955947857" name="Date Placeholder 5"/>
          <p:cNvSpPr>
            <a:spLocks noGrp="1"/>
          </p:cNvSpPr>
          <p:nvPr>
            <p:ph type="dt" idx="10"/>
          </p:nvPr>
        </p:nvSpPr>
        <p:spPr bwMode="auto"/>
        <p:txBody>
          <a:bodyPr/>
          <a:lstStyle/>
          <a:p>
            <a:pPr>
              <a:defRPr/>
            </a:pPr>
            <a:fld id="{47A51BF8-686D-4FC0-9A39-E85C36FAB20B}" type="datetime8">
              <a:rPr lang="en-US"/>
              <a:t>10/14/2026 9:36 AM</a:t>
            </a:fld>
            <a:endParaRPr lang="en-US"/>
          </a:p>
        </p:txBody>
      </p:sp>
      <p:sp>
        <p:nvSpPr>
          <p:cNvPr id="1441992548" name="Slide Number Placeholder 6"/>
          <p:cNvSpPr>
            <a:spLocks noGrp="1"/>
          </p:cNvSpPr>
          <p:nvPr>
            <p:ph type="sldNum" sz="quarter" idx="5"/>
          </p:nvPr>
        </p:nvSpPr>
        <p:spPr bwMode="auto"/>
        <p:txBody>
          <a:bodyPr/>
          <a:lstStyle/>
          <a:p>
            <a:pPr>
              <a:defRPr/>
            </a:pPr>
            <a:fld id="{B4008EB6-D09E-4580-8CD6-DDB14511944F}"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5873452" name="Slide Image Placeholder 1"/>
          <p:cNvSpPr>
            <a:spLocks noGrp="1" noRot="1" noChangeAspect="1"/>
          </p:cNvSpPr>
          <p:nvPr>
            <p:ph type="sldImg"/>
          </p:nvPr>
        </p:nvSpPr>
        <p:spPr bwMode="auto"/>
      </p:sp>
      <p:sp>
        <p:nvSpPr>
          <p:cNvPr id="1603893312" name="Notes Placeholder 2"/>
          <p:cNvSpPr>
            <a:spLocks noGrp="1"/>
          </p:cNvSpPr>
          <p:nvPr>
            <p:ph type="body" idx="1"/>
          </p:nvPr>
        </p:nvSpPr>
        <p:spPr bwMode="auto"/>
        <p:txBody>
          <a:bodyPr/>
          <a:lstStyle/>
          <a:p>
            <a:pPr>
              <a:defRPr/>
            </a:pPr>
            <a:r>
              <a:rPr lang="es-ES" sz="1200" b="0" i="0" strike="noStrike" cap="none" baseline="0">
                <a:solidFill>
                  <a:srgbClr val="000000"/>
                </a:solidFill>
                <a:effectLst/>
                <a:latin typeface="Aptos"/>
                <a:ea typeface="Aptos"/>
                <a:cs typeface="Aptos"/>
              </a:rPr>
              <a:t>Pregunta 1: La respuesta correcta es A: userId agrupa todos los documentos para un solo usuario en la misma partición, lo que permite consultas de partición única con menor latencia y coste de RU</a:t>
            </a:r>
            <a:endParaRPr/>
          </a:p>
          <a:p>
            <a:pPr>
              <a:defRPr/>
            </a:pPr>
            <a:r>
              <a:rPr lang="en-US"/>
              <a:t> </a:t>
            </a:r>
            <a:endParaRPr/>
          </a:p>
          <a:p>
            <a:pPr>
              <a:defRPr/>
            </a:pPr>
            <a:r>
              <a:rPr lang="es-ES" sz="1200" b="0" i="0" strike="noStrike" cap="none" baseline="0">
                <a:solidFill>
                  <a:srgbClr val="000000"/>
                </a:solidFill>
                <a:effectLst/>
                <a:latin typeface="Aptos"/>
                <a:ea typeface="Aptos"/>
                <a:cs typeface="Aptos"/>
              </a:rPr>
              <a:t>Pregunta 2: La respuesta correcta es B: las lecturas puntuales con read_item() recuperan un solo elemento por Id. y clave de partición con el coste de RU más bajo (~1 RU para 1 KB)</a:t>
            </a:r>
            <a:endParaRPr/>
          </a:p>
          <a:p>
            <a:pPr marL="0" marR="0" lvl="0" indent="0" algn="l" defTabSz="914400">
              <a:lnSpc>
                <a:spcPct val="100000"/>
              </a:lnSpc>
              <a:spcBef>
                <a:spcPct val="0"/>
              </a:spcBef>
              <a:spcAft>
                <a:spcPct val="0"/>
              </a:spcAft>
              <a:buClrTx/>
              <a:buSzTx/>
              <a:buFontTx/>
              <a:buNone/>
              <a:defRPr/>
            </a:pPr>
            <a:endParaRPr lang="en-US"/>
          </a:p>
        </p:txBody>
      </p:sp>
      <p:sp>
        <p:nvSpPr>
          <p:cNvPr id="2099520023" name="Slide Number Placeholder 3"/>
          <p:cNvSpPr>
            <a:spLocks noGrp="1"/>
          </p:cNvSpPr>
          <p:nvPr>
            <p:ph type="sldNum" sz="quarter" idx="5"/>
          </p:nvPr>
        </p:nvSpPr>
        <p:spPr bwMode="auto"/>
        <p:txBody>
          <a:bodyPr/>
          <a:lstStyle/>
          <a:p>
            <a:pPr>
              <a:defRPr/>
            </a:pPr>
            <a:fld id="{10B4D7BB-47DA-46D4-B152-A08B9EBCF1F1}"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014102" name="Slide Image Placeholder 1"/>
          <p:cNvSpPr>
            <a:spLocks noGrp="1" noRot="1" noChangeAspect="1"/>
          </p:cNvSpPr>
          <p:nvPr>
            <p:ph type="sldImg"/>
          </p:nvPr>
        </p:nvSpPr>
        <p:spPr bwMode="auto"/>
      </p:sp>
      <p:sp>
        <p:nvSpPr>
          <p:cNvPr id="110541636" name="Notes Placeholder 2"/>
          <p:cNvSpPr>
            <a:spLocks noGrp="1"/>
          </p:cNvSpPr>
          <p:nvPr>
            <p:ph type="body" idx="1"/>
          </p:nvPr>
        </p:nvSpPr>
        <p:spPr bwMode="auto"/>
        <p:txBody>
          <a:bodyPr/>
          <a:lstStyle/>
          <a:p>
            <a:pPr>
              <a:defRPr/>
            </a:pPr>
            <a:r>
              <a:rPr lang="en-US" sz="1200" b="0" i="0" u="none" strike="noStrike" cap="none" spc="0">
                <a:solidFill>
                  <a:schemeClr val="tx1"/>
                </a:solidFill>
                <a:latin typeface="Aptos"/>
                <a:ea typeface="Aptos"/>
                <a:cs typeface="Aptos"/>
              </a:rPr>
              <a:t> Prompt Microsoft Copilot Chat: </a:t>
            </a:r>
            <a:endParaRPr lang="en-US" sz="1200" b="0" i="0" u="none" strike="noStrike" cap="none" spc="0">
              <a:solidFill>
                <a:schemeClr val="tx1"/>
              </a:solidFill>
              <a:latin typeface="Aptos"/>
              <a:cs typeface="Aptos"/>
            </a:endParaRPr>
          </a:p>
          <a:p>
            <a:pPr>
              <a:defRPr/>
            </a:pPr>
            <a:endParaRPr lang="en-US" sz="1200" b="0" i="0" u="none" strike="noStrike" cap="none" spc="0">
              <a:solidFill>
                <a:schemeClr val="tx1"/>
              </a:solidFill>
              <a:latin typeface="Aptos"/>
              <a:cs typeface="Aptos"/>
            </a:endParaRPr>
          </a:p>
          <a:p>
            <a:pPr>
              <a:defRPr/>
            </a:pPr>
            <a:r>
              <a:rPr lang="en-US" sz="1200" b="0" i="0" u="none" strike="noStrike" cap="none" spc="0">
                <a:solidFill>
                  <a:schemeClr val="tx1"/>
                </a:solidFill>
                <a:latin typeface="Aptos"/>
                <a:ea typeface="Aptos"/>
                <a:cs typeface="Aptos"/>
              </a:rPr>
              <a:t>As a Microsoft Copilot Chat expert, please create three multiple-choice questions that assess knowledge of key features, including how to access Copilot Chat, its different modes, how to initiate it, and the concept of EDP. Present one question at a time and wait for my response before continuing. After each answer, provide a brief explanation of the correct choice before moving on to the next question.</a:t>
            </a:r>
            <a:endParaRPr lang="en-US"/>
          </a:p>
        </p:txBody>
      </p:sp>
      <p:sp>
        <p:nvSpPr>
          <p:cNvPr id="1552501129" name="Header Placeholder 3"/>
          <p:cNvSpPr>
            <a:spLocks noGrp="1"/>
          </p:cNvSpPr>
          <p:nvPr>
            <p:ph type="hdr" sz="quarter" idx="10"/>
          </p:nvPr>
        </p:nvSpPr>
        <p:spPr bwMode="auto"/>
        <p:txBody>
          <a:bodyPr/>
          <a:lstStyle/>
          <a:p>
            <a:pPr marL="0" marR="0" lvl="0" indent="0" algn="l" defTabSz="914367" rtl="0">
              <a:lnSpc>
                <a:spcPct val="100000"/>
              </a:lnSpc>
              <a:spcBef>
                <a:spcPct val="0"/>
              </a:spcBef>
              <a:spcAft>
                <a:spcPct val="0"/>
              </a:spcAft>
              <a:buClrTx/>
              <a:buSzTx/>
              <a:buFontTx/>
              <a:buNone/>
              <a:defRPr/>
            </a:pPr>
            <a:endParaRPr lang="en-US" sz="1200" b="0" i="0" u="none" strike="noStrike" cap="none" spc="0">
              <a:ln>
                <a:noFill/>
              </a:ln>
              <a:solidFill>
                <a:prstClr val="black"/>
              </a:solidFill>
              <a:latin typeface="Segoe UI"/>
              <a:ea typeface="+mn-ea"/>
              <a:cs typeface="+mn-cs"/>
            </a:endParaRPr>
          </a:p>
        </p:txBody>
      </p:sp>
      <p:sp>
        <p:nvSpPr>
          <p:cNvPr id="1434964164" name="Footer Placeholder 4"/>
          <p:cNvSpPr>
            <a:spLocks noGrp="1"/>
          </p:cNvSpPr>
          <p:nvPr>
            <p:ph type="ftr" sz="quarter" idx="11"/>
          </p:nvPr>
        </p:nvSpPr>
        <p:spPr bwMode="auto"/>
        <p:txBody>
          <a:bodyPr/>
          <a:lstStyle/>
          <a:p>
            <a:pPr marL="571500" marR="0" lvl="0" indent="0" algn="l" defTabSz="914099" rtl="0">
              <a:lnSpc>
                <a:spcPct val="100000"/>
              </a:lnSpc>
              <a:spcBef>
                <a:spcPct val="0"/>
              </a:spcBef>
              <a:spcAft>
                <a:spcPct val="0"/>
              </a:spcAft>
              <a:buClrTx/>
              <a:buSzTx/>
              <a:buFontTx/>
              <a:buNone/>
              <a:defRPr/>
            </a:pPr>
            <a:r>
              <a:rPr lang="en-US" sz="400" b="0" i="0" u="none" strike="noStrike" cap="none" spc="0">
                <a:ln>
                  <a:noFill/>
                </a:ln>
                <a:gradFill>
                  <a:gsLst>
                    <a:gs pos="0">
                      <a:prstClr val="black"/>
                    </a:gs>
                    <a:gs pos="100000">
                      <a:prstClr val="black"/>
                    </a:gs>
                  </a:gsLst>
                  <a:lin ang="5400000" scaled="0"/>
                </a:gradFill>
                <a:latin typeface="Segoe UI"/>
                <a:ea typeface="Segoe UI"/>
                <a:cs typeface="Segoe UI"/>
              </a:rPr>
              <a:t>© Microsoft Corporation. All rights reserved. MICROSOFT MAKES NO WARRANTIES, EXPRESS, IMPLIED OR STATUTORY, AS TO THE INFORMATION IN THIS PRESENTATION.</a:t>
            </a:r>
            <a:endParaRPr/>
          </a:p>
        </p:txBody>
      </p:sp>
      <p:sp>
        <p:nvSpPr>
          <p:cNvPr id="1270393261" name="Date Placeholder 5"/>
          <p:cNvSpPr>
            <a:spLocks noGrp="1"/>
          </p:cNvSpPr>
          <p:nvPr>
            <p:ph type="dt" idx="12"/>
          </p:nvPr>
        </p:nvSpPr>
        <p:spPr bwMode="auto"/>
        <p:txBody>
          <a:bodyPr/>
          <a:lstStyle/>
          <a:p>
            <a:pPr marL="0" marR="0" lvl="0" indent="0" algn="r" defTabSz="914367" rtl="0">
              <a:lnSpc>
                <a:spcPct val="100000"/>
              </a:lnSpc>
              <a:spcBef>
                <a:spcPct val="0"/>
              </a:spcBef>
              <a:spcAft>
                <a:spcPct val="0"/>
              </a:spcAft>
              <a:buClrTx/>
              <a:buSzTx/>
              <a:buFontTx/>
              <a:buNone/>
              <a:defRPr/>
            </a:pPr>
            <a:fld id="{9427A7F7-BB1E-479D-AFAA-B52F4D0C99F2}" type="datetime8">
              <a:rPr lang="en-US" sz="1200" b="0" i="0" u="none" strike="noStrike" cap="none" spc="0">
                <a:ln>
                  <a:noFill/>
                </a:ln>
                <a:solidFill>
                  <a:prstClr val="black"/>
                </a:solidFill>
                <a:latin typeface="Segoe UI"/>
                <a:ea typeface="+mn-ea"/>
                <a:cs typeface="+mn-cs"/>
              </a:rPr>
              <a:t>10/14/2026 9:36 AM</a:t>
            </a:fld>
            <a:endParaRPr lang="en-US" sz="1200" b="0" i="0" u="none" strike="noStrike" cap="none" spc="0">
              <a:ln>
                <a:noFill/>
              </a:ln>
              <a:solidFill>
                <a:prstClr val="black"/>
              </a:solidFill>
              <a:latin typeface="Segoe UI"/>
              <a:ea typeface="+mn-ea"/>
              <a:cs typeface="+mn-cs"/>
            </a:endParaRPr>
          </a:p>
        </p:txBody>
      </p:sp>
      <p:sp>
        <p:nvSpPr>
          <p:cNvPr id="1897465461" name="Slide Number Placeholder 6"/>
          <p:cNvSpPr>
            <a:spLocks noGrp="1"/>
          </p:cNvSpPr>
          <p:nvPr>
            <p:ph type="sldNum" sz="quarter" idx="13"/>
          </p:nvPr>
        </p:nvSpPr>
        <p:spPr bwMode="auto"/>
        <p:txBody>
          <a:bodyPr/>
          <a:lstStyle/>
          <a:p>
            <a:pPr marL="0" marR="0" lvl="0" indent="0" algn="r" defTabSz="914367" rtl="0">
              <a:lnSpc>
                <a:spcPct val="100000"/>
              </a:lnSpc>
              <a:spcBef>
                <a:spcPct val="0"/>
              </a:spcBef>
              <a:spcAft>
                <a:spcPct val="0"/>
              </a:spcAft>
              <a:buClrTx/>
              <a:buSzTx/>
              <a:buFontTx/>
              <a:buNone/>
              <a:defRPr/>
            </a:pPr>
            <a:fld id="{B4008EB6-D09E-4580-8CD6-DDB14511944F}" type="slidenum">
              <a:rPr lang="en-US" sz="1200" b="0" i="0" u="none" strike="noStrike" cap="none" spc="0">
                <a:ln>
                  <a:noFill/>
                </a:ln>
                <a:solidFill>
                  <a:prstClr val="black"/>
                </a:solidFill>
                <a:latin typeface="Segoe UI"/>
                <a:ea typeface="+mn-ea"/>
                <a:cs typeface="+mn-cs"/>
              </a:rPr>
              <a:t>12</a:t>
            </a:fld>
            <a:endParaRPr lang="en-US" sz="1200" b="0" i="0" u="none" strike="noStrike" cap="none" spc="0">
              <a:ln>
                <a:noFill/>
              </a:ln>
              <a:solidFill>
                <a:prstClr val="black"/>
              </a:solidFill>
              <a:latin typeface="Segoe UI"/>
              <a:ea typeface="+mn-ea"/>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0528276" name="Slide Image Placeholder 1"/>
          <p:cNvSpPr>
            <a:spLocks noGrp="1" noRot="1" noChangeAspect="1"/>
          </p:cNvSpPr>
          <p:nvPr>
            <p:ph type="sldImg"/>
          </p:nvPr>
        </p:nvSpPr>
        <p:spPr bwMode="auto"/>
      </p:sp>
      <p:sp>
        <p:nvSpPr>
          <p:cNvPr id="1099807172" name="Notes Placeholder 2"/>
          <p:cNvSpPr>
            <a:spLocks noGrp="1"/>
          </p:cNvSpPr>
          <p:nvPr>
            <p:ph type="body" idx="1"/>
          </p:nvPr>
        </p:nvSpPr>
        <p:spPr bwMode="auto"/>
        <p:txBody>
          <a:bodyPr/>
          <a:lstStyle/>
          <a:p>
            <a:pPr marL="171450" indent="-171450">
              <a:buFont typeface="Arial"/>
              <a:buChar char="•"/>
              <a:defRPr/>
            </a:pPr>
            <a:r>
              <a:rPr lang="es-ES" sz="1200" b="0" i="0" strike="noStrike" cap="none" baseline="0">
                <a:solidFill>
                  <a:srgbClr val="000000"/>
                </a:solidFill>
                <a:effectLst/>
                <a:latin typeface="Aptos"/>
                <a:ea typeface="Aptos"/>
                <a:cs typeface="Aptos"/>
              </a:rPr>
              <a:t>La selección de clave de partición y la opción de lectura y lectura de puntos frente a consulta tienen el mayor impacto en el coste y el rendimiento</a:t>
            </a:r>
            <a:endParaRPr/>
          </a:p>
          <a:p>
            <a:pPr>
              <a:defRPr/>
            </a:pPr>
            <a:endParaRPr/>
          </a:p>
        </p:txBody>
      </p:sp>
      <p:sp>
        <p:nvSpPr>
          <p:cNvPr id="838055042" name="Slide Number Placeholder 3"/>
          <p:cNvSpPr>
            <a:spLocks noGrp="1"/>
          </p:cNvSpPr>
          <p:nvPr>
            <p:ph type="sldNum" sz="quarter" idx="10"/>
          </p:nvPr>
        </p:nvSpPr>
        <p:spPr bwMode="auto"/>
        <p:txBody>
          <a:bodyPr/>
          <a:lstStyle/>
          <a:p>
            <a:pPr>
              <a:defRPr/>
            </a:pPr>
            <a:fld id="{F0AE54DF-E863-43DE-7FBA-379428CF5BA1}" type="slidenum">
              <a:rPr/>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4461151" name="Slide Image Placeholder 1"/>
          <p:cNvSpPr>
            <a:spLocks noGrp="1" noRot="1" noChangeAspect="1"/>
          </p:cNvSpPr>
          <p:nvPr>
            <p:ph type="sldImg"/>
          </p:nvPr>
        </p:nvSpPr>
        <p:spPr bwMode="auto"/>
      </p:sp>
      <p:sp>
        <p:nvSpPr>
          <p:cNvPr id="280089210" name="Notes Placeholder 2"/>
          <p:cNvSpPr>
            <a:spLocks noGrp="1"/>
          </p:cNvSpPr>
          <p:nvPr>
            <p:ph type="body" idx="1"/>
          </p:nvPr>
        </p:nvSpPr>
        <p:spPr bwMode="auto"/>
        <p:txBody>
          <a:bodyPr/>
          <a:lstStyle/>
          <a:p>
            <a:pPr>
              <a:defRPr/>
            </a:pPr>
            <a:r>
              <a:rPr lang="es-ES" sz="1200" b="0" i="0" strike="noStrike" cap="none" baseline="0">
                <a:solidFill>
                  <a:srgbClr val="000000"/>
                </a:solidFill>
                <a:effectLst/>
                <a:latin typeface="Aptos"/>
                <a:ea typeface="Aptos"/>
                <a:cs typeface="Aptos"/>
              </a:rPr>
              <a:t>Vínculo al módulo: </a:t>
            </a:r>
            <a:r>
              <a:rPr lang="es-ES" sz="1200" b="0" i="0" u="sng" strike="noStrike" cap="none" baseline="0">
                <a:solidFill>
                  <a:srgbClr val="000000"/>
                </a:solidFill>
                <a:effectLst/>
                <a:uFill>
                  <a:solidFill>
                    <a:srgbClr val="000000"/>
                  </a:solidFill>
                </a:uFill>
                <a:latin typeface="Aptos"/>
                <a:ea typeface="Aptos"/>
                <a:cs typeface="Aptos"/>
                <a:hlinkClick r:id="rId3" history="0"/>
              </a:rPr>
              <a:t>https://learn.microsoft.com/training/modules/implement-vector-search-azure-cosmos-db/</a:t>
            </a:r>
            <a:endParaRPr lang="en-US"/>
          </a:p>
          <a:p>
            <a:pPr>
              <a:defRPr/>
            </a:pPr>
            <a:endParaRPr lang="en-US"/>
          </a:p>
        </p:txBody>
      </p:sp>
      <p:sp>
        <p:nvSpPr>
          <p:cNvPr id="1774389869" name="Slide Number Placeholder 3"/>
          <p:cNvSpPr>
            <a:spLocks noGrp="1"/>
          </p:cNvSpPr>
          <p:nvPr>
            <p:ph type="sldNum" sz="quarter" idx="5"/>
          </p:nvPr>
        </p:nvSpPr>
        <p:spPr bwMode="auto"/>
        <p:txBody>
          <a:bodyPr/>
          <a:lstStyle/>
          <a:p>
            <a:pPr>
              <a:defRPr/>
            </a:pPr>
            <a:fld id="{10B4D7BB-47DA-46D4-B152-A08B9EBCF1F1}" type="slidenum">
              <a:rPr lang="en-US"/>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7544879" name="Slide Image Placeholder 1"/>
          <p:cNvSpPr>
            <a:spLocks noGrp="1" noRot="1" noChangeAspect="1"/>
          </p:cNvSpPr>
          <p:nvPr>
            <p:ph type="sldImg"/>
          </p:nvPr>
        </p:nvSpPr>
        <p:spPr bwMode="auto"/>
      </p:sp>
      <p:sp>
        <p:nvSpPr>
          <p:cNvPr id="1693927740" name="Notes Placeholder 2"/>
          <p:cNvSpPr>
            <a:spLocks noGrp="1"/>
          </p:cNvSpPr>
          <p:nvPr>
            <p:ph type="body" idx="1"/>
          </p:nvPr>
        </p:nvSpPr>
        <p:spPr bwMode="auto"/>
        <p:txBody>
          <a:bodyPr/>
          <a:lstStyle/>
          <a:p>
            <a:pPr>
              <a:defRPr/>
            </a:pPr>
            <a:r>
              <a:rPr lang="es-ES" sz="1200" b="0" i="0" strike="noStrike" cap="none" baseline="0">
                <a:solidFill>
                  <a:srgbClr val="000000"/>
                </a:solidFill>
                <a:effectLst/>
                <a:latin typeface="Aptos"/>
                <a:ea typeface="Aptos"/>
                <a:cs typeface="Aptos"/>
              </a:rPr>
              <a:t>Énfasis en la búsqueda de vectores integrada: no se necesita ninguna base de datos vectorial independiente</a:t>
            </a:r>
            <a:endParaRPr/>
          </a:p>
          <a:p>
            <a:pPr>
              <a:defRPr/>
            </a:pPr>
            <a:endParaRPr lang="en-US"/>
          </a:p>
          <a:p>
            <a:pPr>
              <a:defRPr/>
            </a:pPr>
            <a:r>
              <a:rPr lang="es-ES" sz="1200" b="0" i="0" strike="noStrike" cap="none" baseline="0">
                <a:solidFill>
                  <a:srgbClr val="000000"/>
                </a:solidFill>
                <a:effectLst/>
                <a:latin typeface="Aptos"/>
                <a:ea typeface="Aptos"/>
                <a:cs typeface="Aptos"/>
              </a:rPr>
              <a:t> Puntos de decisión clave: función de distancia, tipo de índice, tipo de datos, estrategias de filtro</a:t>
            </a:r>
            <a:endParaRPr/>
          </a:p>
          <a:p>
            <a:pPr>
              <a:defRPr/>
            </a:pPr>
            <a:endParaRPr lang="en-US"/>
          </a:p>
          <a:p>
            <a:pPr>
              <a:defRPr/>
            </a:pPr>
            <a:r>
              <a:rPr lang="es-ES" sz="1200" b="0" i="0" strike="noStrike" cap="none" baseline="0">
                <a:solidFill>
                  <a:srgbClr val="000000"/>
                </a:solidFill>
                <a:effectLst/>
                <a:latin typeface="Aptos"/>
                <a:ea typeface="Aptos"/>
                <a:cs typeface="Aptos"/>
              </a:rPr>
              <a:t> Los alumnos deben comprender cómo encaja la búsqueda vectorial en una arquitectura de aplicación de IA más amplia</a:t>
            </a:r>
            <a:endParaRPr/>
          </a:p>
          <a:p>
            <a:pPr>
              <a:defRPr/>
            </a:pPr>
            <a:endParaRPr/>
          </a:p>
        </p:txBody>
      </p:sp>
      <p:sp>
        <p:nvSpPr>
          <p:cNvPr id="343060151" name="Slide Number Placeholder 3"/>
          <p:cNvSpPr>
            <a:spLocks noGrp="1"/>
          </p:cNvSpPr>
          <p:nvPr>
            <p:ph type="sldNum" sz="quarter" idx="10"/>
          </p:nvPr>
        </p:nvSpPr>
        <p:spPr bwMode="auto"/>
        <p:txBody>
          <a:bodyPr/>
          <a:lstStyle/>
          <a:p>
            <a:pPr>
              <a:defRPr/>
            </a:pPr>
            <a:fld id="{65F34202-29D9-1698-EE84-DF0EFAE0008E}" type="slidenum">
              <a:rPr/>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9837336" name="Slide Image Placeholder 1"/>
          <p:cNvSpPr>
            <a:spLocks noGrp="1" noRot="1" noChangeAspect="1"/>
          </p:cNvSpPr>
          <p:nvPr>
            <p:ph type="sldImg"/>
          </p:nvPr>
        </p:nvSpPr>
        <p:spPr bwMode="auto"/>
      </p:sp>
      <p:sp>
        <p:nvSpPr>
          <p:cNvPr id="644930653" name="Notes Placeholder 2"/>
          <p:cNvSpPr>
            <a:spLocks noGrp="1"/>
          </p:cNvSpPr>
          <p:nvPr>
            <p:ph type="body" idx="1"/>
          </p:nvPr>
        </p:nvSpPr>
        <p:spPr bwMode="auto"/>
        <p:txBody>
          <a:bodyPr/>
          <a:lstStyle/>
          <a:p>
            <a:pPr>
              <a:defRPr/>
            </a:pPr>
            <a:r>
              <a:rPr lang="es-ES" sz="1200" b="0" i="0" strike="noStrike" cap="none" baseline="0">
                <a:solidFill>
                  <a:srgbClr val="000000"/>
                </a:solidFill>
                <a:effectLst/>
                <a:latin typeface="Aptos"/>
                <a:ea typeface="Aptos"/>
                <a:cs typeface="Aptos"/>
              </a:rPr>
              <a:t>El vector de búsqueda se agregó a Cosmos DB for NoSQL para simplificar arquitecturas de aplicaciones de IA.</a:t>
            </a:r>
            <a:endParaRPr/>
          </a:p>
          <a:p>
            <a:pPr>
              <a:defRPr/>
            </a:pPr>
            <a:r>
              <a:rPr lang="en-US"/>
              <a:t> </a:t>
            </a:r>
            <a:endParaRPr/>
          </a:p>
          <a:p>
            <a:pPr>
              <a:defRPr/>
            </a:pPr>
            <a:r>
              <a:rPr lang="es-ES" sz="1200" b="0" i="0" strike="noStrike" cap="none" baseline="0">
                <a:solidFill>
                  <a:srgbClr val="000000"/>
                </a:solidFill>
                <a:effectLst/>
                <a:latin typeface="Aptos"/>
                <a:ea typeface="Aptos"/>
                <a:cs typeface="Aptos"/>
              </a:rPr>
              <a:t>Mantener las inserciones con los datos de origen elimina los problemas de sincronización entre un almacén de vectores y un almacén de documentos.</a:t>
            </a:r>
            <a:endParaRPr/>
          </a:p>
          <a:p>
            <a:pPr>
              <a:defRPr/>
            </a:pPr>
            <a:r>
              <a:rPr lang="en-US"/>
              <a:t> </a:t>
            </a:r>
            <a:endParaRPr/>
          </a:p>
          <a:p>
            <a:pPr>
              <a:defRPr/>
            </a:pPr>
            <a:r>
              <a:rPr lang="es-ES" sz="1200" b="0" i="0" strike="noStrike" cap="none" baseline="0">
                <a:solidFill>
                  <a:srgbClr val="000000"/>
                </a:solidFill>
                <a:effectLst/>
                <a:latin typeface="Aptos"/>
                <a:ea typeface="Aptos"/>
                <a:cs typeface="Aptos"/>
              </a:rPr>
              <a:t>La característica debe estar habilitada en la cuenta antes de usarla.</a:t>
            </a:r>
            <a:endParaRPr/>
          </a:p>
          <a:p>
            <a:pPr>
              <a:defRPr/>
            </a:pPr>
            <a:r>
              <a:rPr lang="en-US"/>
              <a:t> </a:t>
            </a:r>
            <a:endParaRPr/>
          </a:p>
          <a:p>
            <a:pPr>
              <a:defRPr/>
            </a:pPr>
            <a:r>
              <a:rPr lang="es-ES" sz="1200" b="0" i="0" strike="noStrike" cap="none" baseline="0">
                <a:solidFill>
                  <a:srgbClr val="000000"/>
                </a:solidFill>
                <a:effectLst/>
                <a:latin typeface="Aptos"/>
                <a:ea typeface="Aptos"/>
                <a:cs typeface="Aptos"/>
              </a:rPr>
              <a:t>Las directivas de vectores se establecen en la creación de contenedores y no se pueden modificar después: paso de planificación importante</a:t>
            </a:r>
            <a:endParaRPr/>
          </a:p>
          <a:p>
            <a:pPr>
              <a:defRPr/>
            </a:pPr>
            <a:r>
              <a:rPr lang="en-US"/>
              <a:t> </a:t>
            </a:r>
            <a:endParaRPr/>
          </a:p>
          <a:p>
            <a:pPr>
              <a:defRPr/>
            </a:pPr>
            <a:r>
              <a:rPr lang="es-ES" sz="1200" b="0" i="0" strike="noStrike" cap="none" baseline="0">
                <a:solidFill>
                  <a:srgbClr val="000000"/>
                </a:solidFill>
                <a:effectLst/>
                <a:latin typeface="Aptos"/>
                <a:ea typeface="Aptos"/>
                <a:cs typeface="Aptos"/>
              </a:rPr>
              <a:t>DiskANN es el tipo de índice recomendado para cargas de trabajo de producción con grandes conjuntos de datos.</a:t>
            </a:r>
            <a:endParaRPr/>
          </a:p>
          <a:p>
            <a:pPr>
              <a:defRPr/>
            </a:pPr>
            <a:endParaRPr lang="en-US"/>
          </a:p>
        </p:txBody>
      </p:sp>
      <p:sp>
        <p:nvSpPr>
          <p:cNvPr id="233894783" name="Slide Number Placeholder 3"/>
          <p:cNvSpPr>
            <a:spLocks noGrp="1"/>
          </p:cNvSpPr>
          <p:nvPr>
            <p:ph type="sldNum" sz="quarter" idx="10"/>
          </p:nvPr>
        </p:nvSpPr>
        <p:spPr bwMode="auto"/>
        <p:txBody>
          <a:bodyPr/>
          <a:lstStyle/>
          <a:p>
            <a:pPr>
              <a:defRPr/>
            </a:pPr>
            <a:fld id="{46EF9690-F434-6C3D-1486-B2EDE16BD272}" type="slidenum">
              <a:rPr/>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3603858" name="Slide Image Placeholder 1"/>
          <p:cNvSpPr>
            <a:spLocks noGrp="1" noRot="1" noChangeAspect="1"/>
          </p:cNvSpPr>
          <p:nvPr>
            <p:ph type="sldImg"/>
          </p:nvPr>
        </p:nvSpPr>
        <p:spPr bwMode="auto"/>
      </p:sp>
      <p:sp>
        <p:nvSpPr>
          <p:cNvPr id="685561067" name="Notes Placeholder 2"/>
          <p:cNvSpPr>
            <a:spLocks noGrp="1"/>
          </p:cNvSpPr>
          <p:nvPr>
            <p:ph type="body" idx="1"/>
          </p:nvPr>
        </p:nvSpPr>
        <p:spPr bwMode="auto"/>
        <p:txBody>
          <a:bodyPr/>
          <a:lstStyle/>
          <a:p>
            <a:pPr>
              <a:defRPr/>
            </a:pPr>
            <a:r>
              <a:rPr lang="es-ES" sz="1200" b="0" i="0" strike="noStrike" cap="none" baseline="0">
                <a:solidFill>
                  <a:srgbClr val="000000"/>
                </a:solidFill>
                <a:effectLst/>
                <a:latin typeface="Aptos"/>
                <a:ea typeface="Aptos"/>
                <a:cs typeface="Aptos"/>
              </a:rPr>
              <a:t>La directiva de vectores debe definirse en la creación de contenedores. No se puede agregar ni cambiar más adelante, así que planifícalo detenidamente.</a:t>
            </a:r>
            <a:endParaRPr/>
          </a:p>
          <a:p>
            <a:pPr>
              <a:defRPr/>
            </a:pPr>
            <a:r>
              <a:rPr lang="en-US">
                <a:solidFill>
                  <a:srgbClr val="D4D4D4"/>
                </a:solidFill>
              </a:rPr>
              <a:t> </a:t>
            </a:r>
            <a:endParaRPr/>
          </a:p>
          <a:p>
            <a:pPr>
              <a:defRPr/>
            </a:pPr>
            <a:r>
              <a:rPr lang="es-ES" sz="1200" b="0" i="0" strike="noStrike" cap="none" baseline="0">
                <a:solidFill>
                  <a:srgbClr val="000000"/>
                </a:solidFill>
                <a:effectLst/>
                <a:latin typeface="Aptos"/>
                <a:ea typeface="Aptos"/>
                <a:cs typeface="Aptos"/>
              </a:rPr>
              <a:t>Las dimensiones deben coincidir exactamente con la salida de tu modelo de inserción. La falta de coincidencia provoca errores.</a:t>
            </a:r>
            <a:endParaRPr/>
          </a:p>
          <a:p>
            <a:pPr>
              <a:defRPr/>
            </a:pPr>
            <a:r>
              <a:rPr lang="en-US">
                <a:solidFill>
                  <a:srgbClr val="D4D4D4"/>
                </a:solidFill>
              </a:rPr>
              <a:t> </a:t>
            </a:r>
            <a:endParaRPr/>
          </a:p>
          <a:p>
            <a:pPr>
              <a:defRPr/>
            </a:pPr>
            <a:r>
              <a:rPr lang="es-ES" sz="1200" b="0" i="0" strike="noStrike" cap="none" baseline="0">
                <a:solidFill>
                  <a:srgbClr val="000000"/>
                </a:solidFill>
                <a:effectLst/>
                <a:latin typeface="Aptos"/>
                <a:ea typeface="Aptos"/>
                <a:cs typeface="Aptos"/>
              </a:rPr>
              <a:t>Se recomienda la similitud de coseno para las inserciones de Azure OpenAI porque están normalizadas.</a:t>
            </a:r>
            <a:endParaRPr/>
          </a:p>
          <a:p>
            <a:pPr>
              <a:defRPr/>
            </a:pPr>
            <a:r>
              <a:rPr lang="en-US">
                <a:solidFill>
                  <a:srgbClr val="D4D4D4"/>
                </a:solidFill>
              </a:rPr>
              <a:t> </a:t>
            </a:r>
            <a:endParaRPr/>
          </a:p>
          <a:p>
            <a:pPr>
              <a:defRPr/>
            </a:pPr>
            <a:r>
              <a:rPr lang="es-ES" sz="1200" b="0" i="0" strike="noStrike" cap="none" baseline="0">
                <a:solidFill>
                  <a:srgbClr val="000000"/>
                </a:solidFill>
                <a:effectLst/>
                <a:latin typeface="Aptos"/>
                <a:ea typeface="Aptos"/>
                <a:cs typeface="Aptos"/>
              </a:rPr>
              <a:t>DiskANN requiere al menos 1000 vectores antes de que el índice sea efectivo. Por debajo de este número, las consultas vuelven al examen completo.</a:t>
            </a:r>
            <a:endParaRPr/>
          </a:p>
          <a:p>
            <a:pPr>
              <a:defRPr/>
            </a:pPr>
            <a:r>
              <a:rPr lang="en-US">
                <a:solidFill>
                  <a:srgbClr val="D4D4D4"/>
                </a:solidFill>
              </a:rPr>
              <a:t> </a:t>
            </a:r>
            <a:endParaRPr/>
          </a:p>
          <a:p>
            <a:pPr>
              <a:defRPr/>
            </a:pPr>
            <a:r>
              <a:rPr lang="es-ES" sz="1200" b="0" i="0" strike="noStrike" cap="none" baseline="0">
                <a:solidFill>
                  <a:srgbClr val="000000"/>
                </a:solidFill>
                <a:effectLst/>
                <a:latin typeface="Aptos"/>
                <a:ea typeface="Aptos"/>
                <a:cs typeface="Aptos"/>
              </a:rPr>
              <a:t>Excluir la ruta de inserción de includedPaths es importante. La inserción de matrices no se beneficia de índices de intervalo y almacenamiento de residuos.</a:t>
            </a:r>
            <a:endParaRPr/>
          </a:p>
          <a:p>
            <a:pPr>
              <a:defRPr/>
            </a:pPr>
            <a:r>
              <a:rPr lang="en-US">
                <a:solidFill>
                  <a:srgbClr val="D4D4D4"/>
                </a:solidFill>
              </a:rPr>
              <a:t> </a:t>
            </a:r>
            <a:endParaRPr/>
          </a:p>
          <a:p>
            <a:pPr>
              <a:defRPr/>
            </a:pPr>
            <a:r>
              <a:rPr lang="es-ES" sz="1200" b="0" i="0" strike="noStrike" cap="none" baseline="0">
                <a:solidFill>
                  <a:srgbClr val="000000"/>
                </a:solidFill>
                <a:effectLst/>
                <a:latin typeface="Aptos"/>
                <a:ea typeface="Aptos"/>
                <a:cs typeface="Aptos"/>
              </a:rPr>
              <a:t>Se admiten varias rutas de inserción por documento. Útil para inserciones de título frente a contenido o multimodales (texto + imagen).</a:t>
            </a:r>
            <a:endParaRPr/>
          </a:p>
          <a:p>
            <a:pPr>
              <a:defRPr/>
            </a:pPr>
            <a:r>
              <a:rPr lang="en-US">
                <a:solidFill>
                  <a:srgbClr val="D4D4D4"/>
                </a:solidFill>
              </a:rPr>
              <a:t> </a:t>
            </a:r>
            <a:endParaRPr/>
          </a:p>
          <a:p>
            <a:pPr>
              <a:defRPr/>
            </a:pPr>
            <a:r>
              <a:rPr lang="es-ES" sz="1200" b="0" i="0" strike="noStrike" cap="none" baseline="0">
                <a:solidFill>
                  <a:srgbClr val="000000"/>
                </a:solidFill>
                <a:effectLst/>
                <a:latin typeface="Aptos"/>
                <a:ea typeface="Aptos"/>
                <a:cs typeface="Aptos"/>
              </a:rPr>
              <a:t>El código de creación de contenedores usa create_container() con parámetros vector_embedding_policy e indexing_policy.</a:t>
            </a:r>
            <a:endParaRPr/>
          </a:p>
          <a:p>
            <a:pPr>
              <a:lnSpc>
                <a:spcPct val="90000"/>
              </a:lnSpc>
              <a:spcAft>
                <a:spcPts val="333"/>
              </a:spcAft>
              <a:defRPr/>
            </a:pPr>
            <a:endParaRPr lang="en-US">
              <a:solidFill>
                <a:srgbClr val="D4D4D4"/>
              </a:solidFill>
              <a:latin typeface="Consolas"/>
            </a:endParaRPr>
          </a:p>
        </p:txBody>
      </p:sp>
      <p:sp>
        <p:nvSpPr>
          <p:cNvPr id="45564499" name="Slide Number Placeholder 3"/>
          <p:cNvSpPr>
            <a:spLocks noGrp="1"/>
          </p:cNvSpPr>
          <p:nvPr>
            <p:ph type="sldNum" sz="quarter" idx="5"/>
          </p:nvPr>
        </p:nvSpPr>
        <p:spPr bwMode="auto"/>
        <p:txBody>
          <a:bodyPr/>
          <a:lstStyle/>
          <a:p>
            <a:pPr>
              <a:defRPr/>
            </a:pPr>
            <a:fld id="{10B4D7BB-47DA-46D4-B152-A08B9EBCF1F1}" type="slidenum">
              <a:rPr lang="en-US"/>
              <a:t>17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8988796" name="Slide Image Placeholder 1"/>
          <p:cNvSpPr>
            <a:spLocks noGrp="1" noRot="1" noChangeAspect="1"/>
          </p:cNvSpPr>
          <p:nvPr>
            <p:ph type="sldImg"/>
          </p:nvPr>
        </p:nvSpPr>
        <p:spPr bwMode="auto"/>
      </p:sp>
      <p:sp>
        <p:nvSpPr>
          <p:cNvPr id="386691530" name="Notes Placeholder 2"/>
          <p:cNvSpPr>
            <a:spLocks noGrp="1"/>
          </p:cNvSpPr>
          <p:nvPr>
            <p:ph type="body" idx="1"/>
          </p:nvPr>
        </p:nvSpPr>
        <p:spPr bwMode="auto"/>
        <p:txBody>
          <a:bodyPr/>
          <a:lstStyle/>
          <a:p>
            <a:pPr>
              <a:defRPr/>
            </a:pPr>
            <a:r>
              <a:rPr lang="es-ES" sz="1200" b="0" i="0" strike="noStrike" cap="none" baseline="0">
                <a:solidFill>
                  <a:srgbClr val="000000"/>
                </a:solidFill>
                <a:effectLst/>
                <a:latin typeface="Aptos"/>
                <a:ea typeface="Aptos"/>
                <a:cs typeface="Aptos"/>
              </a:rPr>
              <a:t>VectorDistance calcula la similitud entre la inserción de un documento y el vector de consulta.</a:t>
            </a:r>
            <a:endParaRPr/>
          </a:p>
          <a:p>
            <a:pPr>
              <a:defRPr/>
            </a:pPr>
            <a:r>
              <a:rPr lang="en-US"/>
              <a:t> </a:t>
            </a:r>
            <a:endParaRPr/>
          </a:p>
          <a:p>
            <a:pPr>
              <a:defRPr/>
            </a:pPr>
            <a:r>
              <a:rPr lang="es-ES" sz="1200" b="0" i="0" strike="noStrike" cap="none" baseline="0">
                <a:solidFill>
                  <a:srgbClr val="000000"/>
                </a:solidFill>
                <a:effectLst/>
                <a:latin typeface="Aptos"/>
                <a:ea typeface="Aptos"/>
                <a:cs typeface="Aptos"/>
              </a:rPr>
              <a:t>Usa siempre ORDER BY VectorDistance para clasificar resultados por relevancia.</a:t>
            </a:r>
            <a:endParaRPr/>
          </a:p>
          <a:p>
            <a:pPr>
              <a:defRPr/>
            </a:pPr>
            <a:r>
              <a:rPr lang="en-US"/>
              <a:t> </a:t>
            </a:r>
            <a:endParaRPr/>
          </a:p>
          <a:p>
            <a:pPr>
              <a:defRPr/>
            </a:pPr>
            <a:r>
              <a:rPr lang="es-ES" sz="1200" b="0" i="0" strike="noStrike" cap="none" baseline="0">
                <a:solidFill>
                  <a:srgbClr val="000000"/>
                </a:solidFill>
                <a:effectLst/>
                <a:latin typeface="Aptos"/>
                <a:ea typeface="Aptos"/>
                <a:cs typeface="Aptos"/>
              </a:rPr>
              <a:t>Las consultas parametrizadas evitan insertar 1536 floats en la cadena de consulta. Es mejor para la depuración y habilita el almacenamiento en caché del plan.</a:t>
            </a:r>
            <a:endParaRPr/>
          </a:p>
          <a:p>
            <a:pPr>
              <a:defRPr/>
            </a:pPr>
            <a:r>
              <a:rPr lang="en-US"/>
              <a:t> </a:t>
            </a:r>
            <a:endParaRPr/>
          </a:p>
          <a:p>
            <a:pPr>
              <a:defRPr/>
            </a:pPr>
            <a:r>
              <a:rPr lang="es-ES" sz="1200" b="0" i="0" strike="noStrike" cap="none" baseline="0">
                <a:solidFill>
                  <a:srgbClr val="000000"/>
                </a:solidFill>
                <a:effectLst/>
                <a:latin typeface="Aptos"/>
                <a:ea typeface="Aptos"/>
                <a:cs typeface="Aptos"/>
              </a:rPr>
              <a:t>Interpretación de la puntuación de coseno: por encima de 0,7 suele ser muy relevante, 0,5-0,7 es moderado y por debajo de 0,5 es una similitud baja.</a:t>
            </a:r>
            <a:endParaRPr/>
          </a:p>
          <a:p>
            <a:pPr>
              <a:defRPr/>
            </a:pPr>
            <a:r>
              <a:rPr lang="en-US"/>
              <a:t> </a:t>
            </a:r>
            <a:endParaRPr/>
          </a:p>
          <a:p>
            <a:pPr>
              <a:defRPr/>
            </a:pPr>
            <a:r>
              <a:rPr lang="es-ES" sz="1200" b="0" i="0" strike="noStrike" cap="none" baseline="0">
                <a:solidFill>
                  <a:srgbClr val="000000"/>
                </a:solidFill>
                <a:effectLst/>
                <a:latin typeface="Aptos"/>
                <a:ea typeface="Aptos"/>
                <a:cs typeface="Aptos"/>
              </a:rPr>
              <a:t>Establece un umbral de similitud en la cláusula WHERE para filtrar las coincidencias de baja calidad.</a:t>
            </a:r>
            <a:endParaRPr/>
          </a:p>
          <a:p>
            <a:pPr>
              <a:defRPr/>
            </a:pPr>
            <a:r>
              <a:rPr lang="en-US"/>
              <a:t> </a:t>
            </a:r>
            <a:endParaRPr/>
          </a:p>
          <a:p>
            <a:pPr>
              <a:defRPr/>
            </a:pPr>
            <a:r>
              <a:rPr lang="es-ES" sz="1200" b="0" i="0" strike="noStrike" cap="none" baseline="0">
                <a:solidFill>
                  <a:srgbClr val="000000"/>
                </a:solidFill>
                <a:effectLst/>
                <a:latin typeface="Aptos"/>
                <a:ea typeface="Aptos"/>
                <a:cs typeface="Aptos"/>
              </a:rPr>
              <a:t>Modo de fuerza bruta: pasa true como el tercer parámetro VectorDistance. Resultados exactos, pero coste de RU mucho mayor. Se usa solo para pruebas.</a:t>
            </a:r>
            <a:endParaRPr/>
          </a:p>
          <a:p>
            <a:pPr>
              <a:defRPr/>
            </a:pPr>
            <a:r>
              <a:rPr lang="en-US"/>
              <a:t> </a:t>
            </a:r>
            <a:endParaRPr/>
          </a:p>
          <a:p>
            <a:pPr>
              <a:defRPr/>
            </a:pPr>
            <a:r>
              <a:rPr lang="es-ES" sz="1200" b="0" i="0" strike="noStrike" cap="none" baseline="0">
                <a:solidFill>
                  <a:srgbClr val="000000"/>
                </a:solidFill>
                <a:effectLst/>
                <a:latin typeface="Aptos"/>
                <a:ea typeface="Aptos"/>
                <a:cs typeface="Aptos"/>
              </a:rPr>
              <a:t>Guía de número de resultados: 5-10 para el contexto RAG, 10-20 para la búsqueda de usuarios y 3-5 para recomendaciones.</a:t>
            </a:r>
            <a:endParaRPr/>
          </a:p>
          <a:p>
            <a:pPr>
              <a:defRPr/>
            </a:pPr>
            <a:r>
              <a:rPr lang="en-US"/>
              <a:t> </a:t>
            </a:r>
            <a:endParaRPr/>
          </a:p>
          <a:p>
            <a:pPr>
              <a:defRPr/>
            </a:pPr>
            <a:r>
              <a:rPr lang="es-ES" sz="1200" b="0" i="0" strike="noStrike" cap="none" baseline="0">
                <a:solidFill>
                  <a:srgbClr val="000000"/>
                </a:solidFill>
                <a:effectLst/>
                <a:latin typeface="Aptos"/>
                <a:ea typeface="Aptos"/>
                <a:cs typeface="Aptos"/>
              </a:rPr>
              <a:t>Supervisa el encabezado x-ms-request-charge para realizar un seguimiento de los costes de RU por consulta.</a:t>
            </a:r>
            <a:endParaRPr/>
          </a:p>
          <a:p>
            <a:pPr>
              <a:defRPr/>
            </a:pPr>
            <a:endParaRPr lang="en-US">
              <a:solidFill>
                <a:srgbClr val="000000"/>
              </a:solidFill>
              <a:latin typeface="Aptos"/>
            </a:endParaRPr>
          </a:p>
        </p:txBody>
      </p:sp>
      <p:sp>
        <p:nvSpPr>
          <p:cNvPr id="952077173" name="Slide Number Placeholder 3"/>
          <p:cNvSpPr>
            <a:spLocks noGrp="1"/>
          </p:cNvSpPr>
          <p:nvPr>
            <p:ph type="sldNum" sz="quarter" idx="5"/>
          </p:nvPr>
        </p:nvSpPr>
        <p:spPr bwMode="auto"/>
        <p:txBody>
          <a:bodyPr/>
          <a:lstStyle/>
          <a:p>
            <a:pPr>
              <a:defRPr/>
            </a:pPr>
            <a:fld id="{10B4D7BB-47DA-46D4-B152-A08B9EBCF1F1}" type="slidenum">
              <a:rPr lang="en-US"/>
              <a:t>18</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8567391" name="Slide Image Placeholder 1"/>
          <p:cNvSpPr>
            <a:spLocks noGrp="1" noRot="1" noChangeAspect="1"/>
          </p:cNvSpPr>
          <p:nvPr>
            <p:ph type="sldImg"/>
          </p:nvPr>
        </p:nvSpPr>
        <p:spPr bwMode="auto"/>
      </p:sp>
      <p:sp>
        <p:nvSpPr>
          <p:cNvPr id="618169302" name="Notes Placeholder 2"/>
          <p:cNvSpPr>
            <a:spLocks noGrp="1"/>
          </p:cNvSpPr>
          <p:nvPr>
            <p:ph type="body" idx="1"/>
          </p:nvPr>
        </p:nvSpPr>
        <p:spPr bwMode="auto"/>
        <p:txBody>
          <a:bodyPr/>
          <a:lstStyle/>
          <a:p>
            <a:pPr marL="0" lvl="0" indent="0">
              <a:buNone/>
              <a:defRPr/>
            </a:pPr>
            <a:r>
              <a:rPr lang="es-ES" sz="1200" b="0" i="0" strike="noStrike" cap="none" baseline="0">
                <a:solidFill>
                  <a:srgbClr val="000000"/>
                </a:solidFill>
                <a:effectLst/>
                <a:latin typeface="Aptos"/>
                <a:ea typeface="Aptos"/>
                <a:cs typeface="Aptos"/>
              </a:rPr>
              <a:t>El filtrado de metadatos es esencial para aplicaciones de IA de producción. Los usuarios casi siempre quieren resultados con ámbito limitado de categoría, fecha, permisos, etc.</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Filtrado previo frente a filtrado posterior: el optimizador de consultas decide automáticamente en función de las estimaciones de selectividad de filtro.</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Cuando los filtros coinciden con la clave de partición, especifica el parámetro partition_key en query_items() para el enrutamiento de partición única.</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La búsqueda híbrida combina lo mejor de ambos enfoques: VectorDistance para el significado semántico y FullTextScore para coincidencias exactas de palabras clave</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RRF (Reciprocal Rank Fusion) es la técnica estándar para combinar varias listas de clasificación.</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La configuración requiere vectorIndexes y fullTextIndexes en la directiva de indexación, además de fullTextPolicy en el contenedor.</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La búsqueda multivector también usa RRF. Combina las puntuaciones de titleEmbedding y contentEmbedding para documentos con varias inserciones.</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Indexa todas las propiedades del filtro. Las cláusulas WHERE no indexadas provocan exámenes completos y multiplican los costes de RU.</a:t>
            </a:r>
            <a:endParaRPr sz="1200"/>
          </a:p>
          <a:p>
            <a:pPr>
              <a:defRPr/>
            </a:pPr>
            <a:endParaRPr/>
          </a:p>
        </p:txBody>
      </p:sp>
      <p:sp>
        <p:nvSpPr>
          <p:cNvPr id="104570738" name="Slide Number Placeholder 3"/>
          <p:cNvSpPr>
            <a:spLocks noGrp="1"/>
          </p:cNvSpPr>
          <p:nvPr>
            <p:ph type="sldNum" sz="quarter" idx="5"/>
          </p:nvPr>
        </p:nvSpPr>
        <p:spPr bwMode="auto"/>
        <p:txBody>
          <a:bodyPr/>
          <a:lstStyle/>
          <a:p>
            <a:pPr>
              <a:defRPr/>
            </a:pPr>
            <a:fld id="{EE85B264-E53A-7301-379E-73E6A5CA84A9}" type="slidenum">
              <a:rPr lang="en-US"/>
              <a:t>19</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0418993" name="Slide Image Placeholder 1"/>
          <p:cNvSpPr>
            <a:spLocks noGrp="1" noRot="1" noChangeAspect="1"/>
          </p:cNvSpPr>
          <p:nvPr>
            <p:ph type="sldImg"/>
          </p:nvPr>
        </p:nvSpPr>
        <p:spPr bwMode="auto"/>
      </p:sp>
      <p:sp>
        <p:nvSpPr>
          <p:cNvPr id="1553643506" name="Notes Placeholder 2"/>
          <p:cNvSpPr>
            <a:spLocks noGrp="1"/>
          </p:cNvSpPr>
          <p:nvPr>
            <p:ph type="body" idx="1"/>
          </p:nvPr>
        </p:nvSpPr>
        <p:spPr bwMode="auto"/>
        <p:txBody>
          <a:bodyPr/>
          <a:lstStyle/>
          <a:p>
            <a:pPr marL="0" lvl="0" indent="0">
              <a:buNone/>
              <a:defRPr/>
            </a:pPr>
            <a:r>
              <a:rPr lang="es-ES" sz="1200" b="0" i="0" strike="noStrike" cap="none" baseline="0">
                <a:solidFill>
                  <a:srgbClr val="000000"/>
                </a:solidFill>
                <a:effectLst/>
                <a:latin typeface="Aptos"/>
                <a:ea typeface="Aptos"/>
                <a:cs typeface="Aptos"/>
              </a:rPr>
              <a:t>La fuente de cambios es un registro persistente y ordenado de todas las inserciones y actualizaciones. Está habilitado de manera predeterminada en todos los contenedores.</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El modelo de inserción a través de Azure Functions es el enfoque recomendado para producción. Realiza la administración automática de particiones y puntos de control.</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El contenedor de concesión almacena el estado de procesamiento. El contenedor pequeño con 400 RU/s suele ser suficiente. Mantenlo separado de los contenedores de datos.</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La actualización selectiva ahorra costes de API de inserción. Regenera solo cuando cambien los campos de contenido, no para actualizaciones de metadatos.</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Técnica de hash de contenido: almacena hash SHA-256 de texto usado para generar inserción. Compara hashes para detectar cambios de contenido.</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El modelo de extracción con query_items_change_feed() funciona en escenarios por lotes o cuando necesitas más control.</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Estrategias de gran volumen: llamadas API por lotes, procesamiento basado en cola y actualización de prioridad para documentos activos.</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Escala automáticamente con Azure Functions. Supervisa la métrica ChangeFeedProcessorHostLag para asegurarte de que el procesamiento mantenga el ritmo.</a:t>
            </a:r>
            <a:endParaRPr sz="1200"/>
          </a:p>
          <a:p>
            <a:pPr>
              <a:defRPr/>
            </a:pPr>
            <a:endParaRPr/>
          </a:p>
        </p:txBody>
      </p:sp>
      <p:sp>
        <p:nvSpPr>
          <p:cNvPr id="1112530917" name="Slide Number Placeholder 3"/>
          <p:cNvSpPr>
            <a:spLocks noGrp="1"/>
          </p:cNvSpPr>
          <p:nvPr>
            <p:ph type="sldNum" sz="quarter" idx="5"/>
          </p:nvPr>
        </p:nvSpPr>
        <p:spPr bwMode="auto"/>
        <p:txBody>
          <a:bodyPr/>
          <a:lstStyle/>
          <a:p>
            <a:pPr>
              <a:defRPr/>
            </a:pPr>
            <a:fld id="{B7BC796B-60B1-EC1A-87B6-BA28E3526489}" type="slidenum">
              <a:rPr lang="en-US"/>
              <a:t>20</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072126" name="Slide Image Placeholder 1"/>
          <p:cNvSpPr>
            <a:spLocks noGrp="1" noRot="1" noChangeAspect="1"/>
          </p:cNvSpPr>
          <p:nvPr>
            <p:ph type="sldImg"/>
          </p:nvPr>
        </p:nvSpPr>
        <p:spPr bwMode="auto"/>
      </p:sp>
      <p:sp>
        <p:nvSpPr>
          <p:cNvPr id="764247065" name="Notes Placeholder 2"/>
          <p:cNvSpPr>
            <a:spLocks noGrp="1"/>
          </p:cNvSpPr>
          <p:nvPr>
            <p:ph type="body" idx="1"/>
          </p:nvPr>
        </p:nvSpPr>
        <p:spPr bwMode="auto"/>
        <p:txBody>
          <a:bodyPr/>
          <a:lstStyle/>
          <a:p>
            <a:pPr>
              <a:lnSpc>
                <a:spcPct val="90000"/>
              </a:lnSpc>
              <a:spcAft>
                <a:spcPts val="332"/>
              </a:spcAft>
              <a:defRPr/>
            </a:pPr>
            <a:r>
              <a:rPr lang="es-ES" sz="1200" b="0" i="0" strike="noStrike" cap="none" baseline="0">
                <a:solidFill>
                  <a:srgbClr val="000000"/>
                </a:solidFill>
                <a:effectLst/>
                <a:latin typeface="Aptos"/>
                <a:ea typeface="Aptos"/>
                <a:cs typeface="Aptos"/>
              </a:rPr>
              <a:t>Este ejercicio requiere una suscripción a Azure, que debe proporcionar el proveedor de servicios de hosting del laboratorio que le presta servicio para impartir este curso.</a:t>
            </a:r>
            <a:endParaRPr lang="en-US">
              <a:solidFill>
                <a:srgbClr val="444444"/>
              </a:solidFill>
            </a:endParaRPr>
          </a:p>
          <a:p>
            <a:pPr>
              <a:lnSpc>
                <a:spcPct val="90000"/>
              </a:lnSpc>
              <a:spcAft>
                <a:spcPts val="332"/>
              </a:spcAft>
              <a:defRPr/>
            </a:pPr>
            <a:r>
              <a:rPr lang="es-ES" sz="1200" b="0" i="0" strike="noStrike" cap="none" baseline="0">
                <a:solidFill>
                  <a:srgbClr val="000000"/>
                </a:solidFill>
                <a:effectLst/>
                <a:latin typeface="Aptos"/>
                <a:ea typeface="Aptos"/>
                <a:cs typeface="Aptos"/>
              </a:rPr>
              <a:t>Si no puedes proporcionar a los alumnos suscripciones de Azure, puedes demostrar el laboratorio con tu propia suscripción (si tienes una disponible).</a:t>
            </a:r>
            <a:endParaRPr/>
          </a:p>
        </p:txBody>
      </p:sp>
      <p:sp>
        <p:nvSpPr>
          <p:cNvPr id="1245938244" name="Header Placeholder 3"/>
          <p:cNvSpPr>
            <a:spLocks noGrp="1"/>
          </p:cNvSpPr>
          <p:nvPr>
            <p:ph type="hdr" sz="quarter" idx="6"/>
          </p:nvPr>
        </p:nvSpPr>
        <p:spPr bwMode="auto"/>
        <p:txBody>
          <a:bodyPr/>
          <a:lstStyle/>
          <a:p>
            <a:pPr>
              <a:defRPr/>
            </a:pPr>
            <a:endParaRPr lang="en-US"/>
          </a:p>
        </p:txBody>
      </p:sp>
      <p:sp>
        <p:nvSpPr>
          <p:cNvPr id="878077577" name="Footer Placeholder 4"/>
          <p:cNvSpPr>
            <a:spLocks noGrp="1"/>
          </p:cNvSpPr>
          <p:nvPr>
            <p:ph type="ftr" sz="quarter" idx="4"/>
          </p:nvPr>
        </p:nvSpPr>
        <p:spPr bwMode="auto"/>
        <p:txBody>
          <a:bodyPr/>
          <a:lstStyle/>
          <a:p>
            <a:pPr defTabSz="914098">
              <a:defRPr/>
            </a:pPr>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 Todos los derechos reservados. MICROSOFT NO OFRECE NINGUNA GARANTÍA, EXPRESA, IMPLÍCITA O REGLAMENTARIA, RESPECTO A LA INFORMACIÓN DE ESTA PRESENTACIÓN.</a:t>
            </a:r>
            <a:endParaRPr/>
          </a:p>
        </p:txBody>
      </p:sp>
      <p:sp>
        <p:nvSpPr>
          <p:cNvPr id="208912523" name="Date Placeholder 5"/>
          <p:cNvSpPr>
            <a:spLocks noGrp="1"/>
          </p:cNvSpPr>
          <p:nvPr>
            <p:ph type="dt" idx="10"/>
          </p:nvPr>
        </p:nvSpPr>
        <p:spPr bwMode="auto"/>
        <p:txBody>
          <a:bodyPr/>
          <a:lstStyle/>
          <a:p>
            <a:pPr>
              <a:defRPr/>
            </a:pPr>
            <a:fld id="{22FD8069-D363-B1FD-C85A-30544EF19ECA}" type="datetime8">
              <a:rPr lang="en-US"/>
              <a:t>10/14/2026 9:36 AM</a:t>
            </a:fld>
            <a:endParaRPr lang="en-US"/>
          </a:p>
        </p:txBody>
      </p:sp>
      <p:sp>
        <p:nvSpPr>
          <p:cNvPr id="1387792945" name="Slide Number Placeholder 6"/>
          <p:cNvSpPr>
            <a:spLocks noGrp="1"/>
          </p:cNvSpPr>
          <p:nvPr>
            <p:ph type="sldNum" sz="quarter" idx="5"/>
          </p:nvPr>
        </p:nvSpPr>
        <p:spPr bwMode="auto"/>
        <p:txBody>
          <a:bodyPr/>
          <a:lstStyle/>
          <a:p>
            <a:pPr>
              <a:defRPr/>
            </a:pPr>
            <a:fld id="{1832D111-37E3-EE75-0870-1F0A4C533A8B}" type="slidenum">
              <a:rPr lang="en-US"/>
              <a:t>21</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7941085" name="Slide Image Placeholder 1"/>
          <p:cNvSpPr>
            <a:spLocks noGrp="1" noRot="1" noChangeAspect="1"/>
          </p:cNvSpPr>
          <p:nvPr>
            <p:ph type="sldImg"/>
          </p:nvPr>
        </p:nvSpPr>
        <p:spPr bwMode="auto"/>
      </p:sp>
      <p:sp>
        <p:nvSpPr>
          <p:cNvPr id="1382769094" name="Notes Placeholder 2"/>
          <p:cNvSpPr>
            <a:spLocks noGrp="1"/>
          </p:cNvSpPr>
          <p:nvPr>
            <p:ph type="body" idx="1"/>
          </p:nvPr>
        </p:nvSpPr>
        <p:spPr bwMode="auto"/>
        <p:txBody>
          <a:bodyPr/>
          <a:lstStyle/>
          <a:p>
            <a:pPr marL="0" lvl="0" indent="0">
              <a:buNone/>
              <a:defRPr/>
            </a:pPr>
            <a:r>
              <a:rPr lang="es-ES" sz="1200" b="0" i="0" strike="noStrike" cap="none" baseline="0">
                <a:solidFill>
                  <a:srgbClr val="000000"/>
                </a:solidFill>
                <a:effectLst/>
                <a:latin typeface="Aptos"/>
                <a:ea typeface="Aptos"/>
                <a:cs typeface="Aptos"/>
              </a:rPr>
              <a:t>Pregunta 1: la respuesta correcta es A. text-embedding-ada-002 genera 1536 vectores normalizados dimensionales. float32 proporciona una precisión completa. 1536 coincide con la salida del modelo, y se recomienda coseno para inserciones normalizadas. int8 es para inserciones cuantificadas. 3072 dimensiones son para text-embedding-3-large.</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Pregunta 2: la respuesta correcta es A. RRF (Reciprocal Rank Fusion) combina clasificaciones de VectorDistance (semántica) y FullTextScore (palabra clave) en un conjunto de resultados unificado en una sola consulta. La opción B funciona, pero requiere varios recorridos de ida y vuelta y lógica de clasificación personalizada. La opción C es incorrecta porque los modelos de inserción no funcionan anexando palabras clave.</a:t>
            </a:r>
            <a:endParaRPr sz="1200"/>
          </a:p>
          <a:p>
            <a:pPr>
              <a:defRPr/>
            </a:pPr>
            <a:endParaRPr/>
          </a:p>
        </p:txBody>
      </p:sp>
      <p:sp>
        <p:nvSpPr>
          <p:cNvPr id="1706582184" name="Slide Number Placeholder 3"/>
          <p:cNvSpPr>
            <a:spLocks noGrp="1"/>
          </p:cNvSpPr>
          <p:nvPr>
            <p:ph type="sldNum" sz="quarter" idx="5"/>
          </p:nvPr>
        </p:nvSpPr>
        <p:spPr bwMode="auto"/>
        <p:txBody>
          <a:bodyPr/>
          <a:lstStyle/>
          <a:p>
            <a:pPr>
              <a:defRPr/>
            </a:pPr>
            <a:fld id="{09C70FE0-6A25-4C3D-BAA1-7E809F005FCC}" type="slidenum">
              <a:rPr lang="en-US"/>
              <a:t>22</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3558658" name="Slide Image Placeholder 1"/>
          <p:cNvSpPr>
            <a:spLocks noGrp="1" noRot="1" noChangeAspect="1"/>
          </p:cNvSpPr>
          <p:nvPr>
            <p:ph type="sldImg"/>
          </p:nvPr>
        </p:nvSpPr>
        <p:spPr bwMode="auto"/>
      </p:sp>
      <p:sp>
        <p:nvSpPr>
          <p:cNvPr id="485622803" name="Notes Placeholder 2"/>
          <p:cNvSpPr>
            <a:spLocks noGrp="1"/>
          </p:cNvSpPr>
          <p:nvPr>
            <p:ph type="body" idx="1"/>
          </p:nvPr>
        </p:nvSpPr>
        <p:spPr bwMode="auto"/>
        <p:txBody>
          <a:bodyPr/>
          <a:lstStyle/>
          <a:p>
            <a:pPr>
              <a:defRPr/>
            </a:pPr>
            <a:r>
              <a:rPr lang="en-US" sz="1200" b="0" i="0" u="none" strike="noStrike" cap="none" spc="0">
                <a:solidFill>
                  <a:schemeClr val="tx1"/>
                </a:solidFill>
                <a:latin typeface="Aptos"/>
                <a:ea typeface="Aptos"/>
                <a:cs typeface="Aptos"/>
              </a:rPr>
              <a:t> Prompt Microsoft Copilot Chat: </a:t>
            </a:r>
            <a:endParaRPr lang="en-US" sz="1200" b="0" i="0" u="none" strike="noStrike" cap="none" spc="0">
              <a:solidFill>
                <a:schemeClr val="tx1"/>
              </a:solidFill>
              <a:latin typeface="Aptos"/>
              <a:cs typeface="Aptos"/>
            </a:endParaRPr>
          </a:p>
          <a:p>
            <a:pPr>
              <a:defRPr/>
            </a:pPr>
            <a:endParaRPr lang="en-US" sz="1200" b="0" i="0" u="none" strike="noStrike" cap="none" spc="0">
              <a:solidFill>
                <a:schemeClr val="tx1"/>
              </a:solidFill>
              <a:latin typeface="Aptos"/>
              <a:cs typeface="Aptos"/>
            </a:endParaRPr>
          </a:p>
          <a:p>
            <a:pPr>
              <a:defRPr/>
            </a:pPr>
            <a:r>
              <a:rPr lang="en-US" sz="1200" b="0" i="0" u="none" strike="noStrike" cap="none" spc="0">
                <a:solidFill>
                  <a:schemeClr val="tx1"/>
                </a:solidFill>
                <a:latin typeface="Aptos"/>
                <a:ea typeface="Aptos"/>
                <a:cs typeface="Aptos"/>
              </a:rPr>
              <a:t>As a Microsoft Copilot Chat expert, please create three multiple-choice questions that assess knowledge of key features, including how to access Copilot Chat, its different modes, how to initiate it, and the concept of EDP. Present one question at a time and wait for my response before continuing. After each answer, provide a brief explanation of the correct choice before moving on to the next question.</a:t>
            </a:r>
            <a:endParaRPr lang="en-US"/>
          </a:p>
        </p:txBody>
      </p:sp>
      <p:sp>
        <p:nvSpPr>
          <p:cNvPr id="1647735284" name="Header Placeholder 3"/>
          <p:cNvSpPr>
            <a:spLocks noGrp="1"/>
          </p:cNvSpPr>
          <p:nvPr>
            <p:ph type="hdr" sz="quarter" idx="10"/>
          </p:nvPr>
        </p:nvSpPr>
        <p:spPr bwMode="auto"/>
        <p:txBody>
          <a:bodyPr/>
          <a:lstStyle/>
          <a:p>
            <a:pPr marL="0" marR="0" lvl="0" indent="0" algn="l" defTabSz="914366" rtl="0">
              <a:lnSpc>
                <a:spcPct val="100000"/>
              </a:lnSpc>
              <a:spcBef>
                <a:spcPct val="0"/>
              </a:spcBef>
              <a:spcAft>
                <a:spcPct val="0"/>
              </a:spcAft>
              <a:buClrTx/>
              <a:buSzTx/>
              <a:buFontTx/>
              <a:buNone/>
              <a:defRPr/>
            </a:pPr>
            <a:endParaRPr lang="en-US" sz="1200" b="0" i="0" u="none" strike="noStrike" cap="none" spc="0">
              <a:ln>
                <a:noFill/>
              </a:ln>
              <a:solidFill>
                <a:prstClr val="black"/>
              </a:solidFill>
              <a:latin typeface="Segoe UI"/>
              <a:ea typeface="+mn-ea"/>
              <a:cs typeface="+mn-cs"/>
            </a:endParaRPr>
          </a:p>
        </p:txBody>
      </p:sp>
      <p:sp>
        <p:nvSpPr>
          <p:cNvPr id="1922449551" name="Footer Placeholder 4"/>
          <p:cNvSpPr>
            <a:spLocks noGrp="1"/>
          </p:cNvSpPr>
          <p:nvPr>
            <p:ph type="ftr" sz="quarter" idx="11"/>
          </p:nvPr>
        </p:nvSpPr>
        <p:spPr bwMode="auto"/>
        <p:txBody>
          <a:bodyPr/>
          <a:lstStyle/>
          <a:p>
            <a:pPr marL="571500" marR="0" lvl="0" indent="0" algn="l" defTabSz="914098" rtl="0">
              <a:lnSpc>
                <a:spcPct val="100000"/>
              </a:lnSpc>
              <a:spcBef>
                <a:spcPct val="0"/>
              </a:spcBef>
              <a:spcAft>
                <a:spcPct val="0"/>
              </a:spcAft>
              <a:buClrTx/>
              <a:buSzTx/>
              <a:buFontTx/>
              <a:buNone/>
              <a:defRPr/>
            </a:pPr>
            <a:r>
              <a:rPr lang="en-US" sz="400" b="0" i="0" u="none" strike="noStrike" cap="none" spc="0">
                <a:ln>
                  <a:noFill/>
                </a:ln>
                <a:gradFill>
                  <a:gsLst>
                    <a:gs pos="0">
                      <a:prstClr val="black"/>
                    </a:gs>
                    <a:gs pos="100000">
                      <a:prstClr val="black"/>
                    </a:gs>
                  </a:gsLst>
                  <a:lin ang="5400000" scaled="0"/>
                </a:gradFill>
                <a:latin typeface="Segoe UI"/>
                <a:ea typeface="Segoe UI"/>
                <a:cs typeface="Segoe UI"/>
              </a:rPr>
              <a:t>© Microsoft Corporation. All rights reserved. MICROSOFT MAKES NO WARRANTIES, EXPRESS, IMPLIED OR STATUTORY, AS TO THE INFORMATION IN THIS PRESENTATION.</a:t>
            </a:r>
            <a:endParaRPr/>
          </a:p>
        </p:txBody>
      </p:sp>
      <p:sp>
        <p:nvSpPr>
          <p:cNvPr id="21156054" name="Date Placeholder 5"/>
          <p:cNvSpPr>
            <a:spLocks noGrp="1"/>
          </p:cNvSpPr>
          <p:nvPr>
            <p:ph type="dt" idx="12"/>
          </p:nvPr>
        </p:nvSpPr>
        <p:spPr bwMode="auto"/>
        <p:txBody>
          <a:bodyPr/>
          <a:lstStyle/>
          <a:p>
            <a:pPr marL="0" marR="0" lvl="0" indent="0" algn="r" defTabSz="914366" rtl="0">
              <a:lnSpc>
                <a:spcPct val="100000"/>
              </a:lnSpc>
              <a:spcBef>
                <a:spcPct val="0"/>
              </a:spcBef>
              <a:spcAft>
                <a:spcPct val="0"/>
              </a:spcAft>
              <a:buClrTx/>
              <a:buSzTx/>
              <a:buFontTx/>
              <a:buNone/>
              <a:defRPr/>
            </a:pPr>
            <a:fld id="{133B63CA-903A-25F1-A97B-C393C81862D0}" type="datetime8">
              <a:rPr lang="en-US" sz="1200" b="0" i="0" u="none" strike="noStrike" cap="none" spc="0">
                <a:ln>
                  <a:noFill/>
                </a:ln>
                <a:solidFill>
                  <a:prstClr val="black"/>
                </a:solidFill>
                <a:latin typeface="Segoe UI"/>
                <a:ea typeface="Arial"/>
                <a:cs typeface="Arial"/>
              </a:rPr>
              <a:t>10/14/2026 9:36 AM</a:t>
            </a:fld>
            <a:endParaRPr lang="en-US" sz="1200" b="0" i="0" u="none" strike="noStrike" cap="none" spc="0">
              <a:ln>
                <a:noFill/>
              </a:ln>
              <a:solidFill>
                <a:prstClr val="black"/>
              </a:solidFill>
              <a:latin typeface="Segoe UI"/>
              <a:ea typeface="+mn-ea"/>
              <a:cs typeface="+mn-cs"/>
            </a:endParaRPr>
          </a:p>
        </p:txBody>
      </p:sp>
      <p:sp>
        <p:nvSpPr>
          <p:cNvPr id="284606634" name="Slide Number Placeholder 6"/>
          <p:cNvSpPr>
            <a:spLocks noGrp="1"/>
          </p:cNvSpPr>
          <p:nvPr>
            <p:ph type="sldNum" sz="quarter" idx="13"/>
          </p:nvPr>
        </p:nvSpPr>
        <p:spPr bwMode="auto"/>
        <p:txBody>
          <a:bodyPr/>
          <a:lstStyle/>
          <a:p>
            <a:pPr marL="0" marR="0" lvl="0" indent="0" algn="r" defTabSz="914366" rtl="0">
              <a:lnSpc>
                <a:spcPct val="100000"/>
              </a:lnSpc>
              <a:spcBef>
                <a:spcPct val="0"/>
              </a:spcBef>
              <a:spcAft>
                <a:spcPct val="0"/>
              </a:spcAft>
              <a:buClrTx/>
              <a:buSzTx/>
              <a:buFontTx/>
              <a:buNone/>
              <a:defRPr/>
            </a:pPr>
            <a:fld id="{86D533ED-9CBA-0EF4-B0C5-20195B5C2215}" type="slidenum">
              <a:rPr lang="en-US" sz="1200" b="0" i="0" u="none" strike="noStrike" cap="none" spc="0">
                <a:ln>
                  <a:noFill/>
                </a:ln>
                <a:solidFill>
                  <a:prstClr val="black"/>
                </a:solidFill>
                <a:latin typeface="Segoe UI"/>
                <a:ea typeface="Arial"/>
                <a:cs typeface="Arial"/>
              </a:rPr>
              <a:t>23</a:t>
            </a:fld>
            <a:endParaRPr lang="en-US" sz="1200" b="0" i="0" u="none" strike="noStrike" cap="none" spc="0">
              <a:ln>
                <a:noFill/>
              </a:ln>
              <a:solidFill>
                <a:prstClr val="black"/>
              </a:solidFill>
              <a:latin typeface="Segoe UI"/>
              <a:ea typeface="+mn-ea"/>
              <a:cs typeface="+mn-c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3780175" name="Slide Image Placeholder 1"/>
          <p:cNvSpPr>
            <a:spLocks noGrp="1" noRot="1" noChangeAspect="1"/>
          </p:cNvSpPr>
          <p:nvPr>
            <p:ph type="sldImg"/>
          </p:nvPr>
        </p:nvSpPr>
        <p:spPr bwMode="auto"/>
      </p:sp>
      <p:sp>
        <p:nvSpPr>
          <p:cNvPr id="1566346213" name="Notes Placeholder 2"/>
          <p:cNvSpPr>
            <a:spLocks noGrp="1"/>
          </p:cNvSpPr>
          <p:nvPr>
            <p:ph type="body" idx="1"/>
          </p:nvPr>
        </p:nvSpPr>
        <p:spPr bwMode="auto"/>
        <p:txBody>
          <a:bodyPr/>
          <a:lstStyle/>
          <a:p>
            <a:pPr marL="0" lvl="0" indent="0">
              <a:buNone/>
              <a:defRPr/>
            </a:pPr>
            <a:r>
              <a:rPr lang="es-ES" sz="1200" b="0" i="0" strike="noStrike" cap="none" baseline="0">
                <a:solidFill>
                  <a:srgbClr val="000000"/>
                </a:solidFill>
                <a:effectLst/>
                <a:latin typeface="Aptos"/>
                <a:ea typeface="Aptos"/>
                <a:cs typeface="Aptos"/>
              </a:rPr>
              <a:t>Conclusión clave: Cosmos DB proporciona un vector de búsqueda integrado que elimina la necesidad de bases de datos vectoriales independientes.</a:t>
            </a:r>
            <a:endParaRPr sz="1200"/>
          </a:p>
          <a:p>
            <a:pPr marL="0" lvl="0" indent="0">
              <a:buNone/>
              <a:defRPr/>
            </a:pPr>
            <a:endParaRPr sz="1200"/>
          </a:p>
          <a:p>
            <a:pPr>
              <a:defRPr/>
            </a:pPr>
            <a:r>
              <a:rPr lang="es-ES" sz="1200" b="0" i="0" strike="noStrike" cap="none" baseline="0">
                <a:solidFill>
                  <a:srgbClr val="000000"/>
                </a:solidFill>
                <a:effectLst/>
                <a:latin typeface="Aptos"/>
                <a:ea typeface="Aptos"/>
                <a:cs typeface="Aptos"/>
              </a:rPr>
              <a:t>Decisiones de diseño más importantes: configuración de la directiva de vectores (no se puede cambiar más adelante), selección de los tipos de índice y alineación de las claves de partición con patrones de consulta.</a:t>
            </a:r>
            <a:endParaRPr/>
          </a:p>
        </p:txBody>
      </p:sp>
      <p:sp>
        <p:nvSpPr>
          <p:cNvPr id="437749622" name="Slide Number Placeholder 3"/>
          <p:cNvSpPr>
            <a:spLocks noGrp="1"/>
          </p:cNvSpPr>
          <p:nvPr>
            <p:ph type="sldNum" sz="quarter" idx="10"/>
          </p:nvPr>
        </p:nvSpPr>
        <p:spPr bwMode="auto"/>
        <p:txBody>
          <a:bodyPr/>
          <a:lstStyle/>
          <a:p>
            <a:pPr>
              <a:defRPr/>
            </a:pPr>
            <a:fld id="{74A9FDBF-85F5-18F9-2838-12EE9F51AD40}" type="slidenum">
              <a:rPr/>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2264796" name="Slide Image Placeholder 1"/>
          <p:cNvSpPr>
            <a:spLocks noGrp="1" noRot="1" noChangeAspect="1"/>
          </p:cNvSpPr>
          <p:nvPr>
            <p:ph type="sldImg"/>
          </p:nvPr>
        </p:nvSpPr>
        <p:spPr bwMode="auto"/>
      </p:sp>
      <p:sp>
        <p:nvSpPr>
          <p:cNvPr id="615307101" name="Notes Placeholder 2"/>
          <p:cNvSpPr>
            <a:spLocks noGrp="1"/>
          </p:cNvSpPr>
          <p:nvPr>
            <p:ph type="body" idx="1"/>
          </p:nvPr>
        </p:nvSpPr>
        <p:spPr bwMode="auto"/>
        <p:txBody>
          <a:bodyPr/>
          <a:lstStyle/>
          <a:p>
            <a:pPr>
              <a:defRPr/>
            </a:pPr>
            <a:r>
              <a:rPr lang="es-ES" sz="1200" b="0" i="0" strike="noStrike" cap="none" baseline="0">
                <a:solidFill>
                  <a:srgbClr val="000000"/>
                </a:solidFill>
                <a:effectLst/>
                <a:latin typeface="Aptos"/>
                <a:ea typeface="Aptos"/>
                <a:cs typeface="Aptos"/>
              </a:rPr>
              <a:t>Vínculo al módulo: </a:t>
            </a:r>
            <a:r>
              <a:rPr lang="es-ES" sz="1200" b="0" i="0" u="sng" strike="noStrike" cap="none" baseline="0">
                <a:solidFill>
                  <a:srgbClr val="467886"/>
                </a:solidFill>
                <a:effectLst/>
                <a:uFill>
                  <a:solidFill>
                    <a:srgbClr val="467886"/>
                  </a:solidFill>
                </a:uFill>
                <a:latin typeface="Aptos"/>
                <a:ea typeface="Aptos"/>
                <a:cs typeface="Aptos"/>
                <a:hlinkClick r:id="rId3" history="0"/>
              </a:rPr>
              <a:t>https://learn.microsoft.com/training/modules/optimize-query-performance-azure-cosmos-db/</a:t>
            </a:r>
            <a:endParaRPr lang="en-US"/>
          </a:p>
          <a:p>
            <a:pPr>
              <a:defRPr/>
            </a:pPr>
            <a:endParaRPr lang="en-US"/>
          </a:p>
        </p:txBody>
      </p:sp>
      <p:sp>
        <p:nvSpPr>
          <p:cNvPr id="335751369" name="Slide Number Placeholder 3"/>
          <p:cNvSpPr>
            <a:spLocks noGrp="1"/>
          </p:cNvSpPr>
          <p:nvPr>
            <p:ph type="sldNum" sz="quarter" idx="5"/>
          </p:nvPr>
        </p:nvSpPr>
        <p:spPr bwMode="auto"/>
        <p:txBody>
          <a:bodyPr/>
          <a:lstStyle/>
          <a:p>
            <a:pPr>
              <a:defRPr/>
            </a:pPr>
            <a:fld id="{10B4D7BB-47DA-46D4-B152-A08B9EBCF1F1}" type="slidenum">
              <a:rPr lang="en-US"/>
              <a:t>25</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9105003" name="Slide Image Placeholder 1"/>
          <p:cNvSpPr>
            <a:spLocks noGrp="1" noRot="1" noChangeAspect="1"/>
          </p:cNvSpPr>
          <p:nvPr>
            <p:ph type="sldImg"/>
          </p:nvPr>
        </p:nvSpPr>
        <p:spPr bwMode="auto"/>
      </p:sp>
      <p:sp>
        <p:nvSpPr>
          <p:cNvPr id="129219664" name="Notes Placeholder 2"/>
          <p:cNvSpPr>
            <a:spLocks noGrp="1"/>
          </p:cNvSpPr>
          <p:nvPr>
            <p:ph type="body" idx="1"/>
          </p:nvPr>
        </p:nvSpPr>
        <p:spPr bwMode="auto"/>
        <p:txBody>
          <a:bodyPr/>
          <a:lstStyle/>
          <a:p>
            <a:pPr marL="0" lvl="0" indent="0">
              <a:buNone/>
              <a:defRPr/>
            </a:pPr>
            <a:r>
              <a:rPr lang="es-ES" sz="1200" b="0" i="0" strike="noStrike" cap="none" baseline="0">
                <a:solidFill>
                  <a:srgbClr val="000000"/>
                </a:solidFill>
                <a:effectLst/>
                <a:latin typeface="Aptos"/>
                <a:ea typeface="Aptos"/>
                <a:cs typeface="Aptos"/>
              </a:rPr>
              <a:t>Este módulo se centra en las decisiones prácticas que los desarrolladores toman al ajustar Cosmos DB para cargas de trabajo de IA de producción.</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Los alumnos ya deben comprender los contenedores, los elementos, las claves de partición y el vector de búsqueda básico de Cosmos DB de los módulos anteriores.</a:t>
            </a:r>
            <a:endParaRPr sz="1200"/>
          </a:p>
          <a:p>
            <a:pPr marL="0" lvl="0" indent="0">
              <a:buNone/>
              <a:defRPr/>
            </a:pPr>
            <a:endParaRPr sz="1200"/>
          </a:p>
          <a:p>
            <a:pPr>
              <a:defRPr/>
            </a:pPr>
            <a:r>
              <a:rPr lang="es-ES" sz="1200" b="0" i="0" strike="noStrike" cap="none" baseline="0">
                <a:solidFill>
                  <a:srgbClr val="000000"/>
                </a:solidFill>
                <a:effectLst/>
                <a:latin typeface="Aptos"/>
                <a:ea typeface="Aptos"/>
                <a:cs typeface="Aptos"/>
              </a:rPr>
              <a:t>La aptitud clave es diseñar directivas de indexación y seleccionar niveles de coherencia que coincidan con patrones de carga de trabajo específicos.</a:t>
            </a:r>
            <a:endParaRPr/>
          </a:p>
        </p:txBody>
      </p:sp>
      <p:sp>
        <p:nvSpPr>
          <p:cNvPr id="1423854028" name="Slide Number Placeholder 3"/>
          <p:cNvSpPr>
            <a:spLocks noGrp="1"/>
          </p:cNvSpPr>
          <p:nvPr>
            <p:ph type="sldNum" sz="quarter" idx="10"/>
          </p:nvPr>
        </p:nvSpPr>
        <p:spPr bwMode="auto"/>
        <p:txBody>
          <a:bodyPr/>
          <a:lstStyle/>
          <a:p>
            <a:pPr>
              <a:defRPr/>
            </a:pPr>
            <a:fld id="{65F34202-29D9-1698-EE84-DF0EFAE0008E}" type="slidenum">
              <a:rPr/>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888743" name="Slide Image Placeholder 1"/>
          <p:cNvSpPr>
            <a:spLocks noGrp="1" noRot="1" noChangeAspect="1"/>
          </p:cNvSpPr>
          <p:nvPr>
            <p:ph type="sldImg"/>
          </p:nvPr>
        </p:nvSpPr>
        <p:spPr bwMode="auto"/>
      </p:sp>
      <p:sp>
        <p:nvSpPr>
          <p:cNvPr id="857214621" name="Notes Placeholder 2"/>
          <p:cNvSpPr>
            <a:spLocks noGrp="1"/>
          </p:cNvSpPr>
          <p:nvPr>
            <p:ph type="body" idx="1"/>
          </p:nvPr>
        </p:nvSpPr>
        <p:spPr bwMode="auto"/>
        <p:txBody>
          <a:bodyPr/>
          <a:lstStyle/>
          <a:p>
            <a:pPr marL="0" lvl="0" indent="0">
              <a:buNone/>
              <a:defRPr/>
            </a:pPr>
            <a:r>
              <a:rPr lang="es-ES" sz="1200" b="0" i="0" strike="noStrike" cap="none" baseline="0">
                <a:solidFill>
                  <a:srgbClr val="000000"/>
                </a:solidFill>
                <a:effectLst/>
                <a:latin typeface="Aptos"/>
                <a:ea typeface="Aptos"/>
                <a:cs typeface="Aptos"/>
              </a:rPr>
              <a:t>La indexación predeterminada indexa todas las propiedades, incluidas matrices de inserción grandes. Esto infla los costes de almacenamiento y escritura sin la ventaja de consulta.</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El proceso de optimización: analizar patrones de consulta, configurar índices de destino, excluir propiedades innecesarias y seleccionar la coherencia adecuada.</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Normalmente, las aplicaciones de IA de producción filtran documentos por tipo o categoría, ordenan por fecha o relevancia y realizan búsquedas de similitud vectorial.</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Los alumnos aprenderán a medir los costes de consulta con el uso de métricas y a tomar decisiones de indexación controladas por datos.</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Error común: usar una coherencia fuerte en todas partes. La coherencia de la sesión proporciona lectura y escritura a la mitad del coste de RU.</a:t>
            </a:r>
            <a:endParaRPr sz="1200"/>
          </a:p>
          <a:p>
            <a:pPr>
              <a:defRPr/>
            </a:pPr>
            <a:endParaRPr/>
          </a:p>
        </p:txBody>
      </p:sp>
      <p:sp>
        <p:nvSpPr>
          <p:cNvPr id="1994330346" name="Slide Number Placeholder 3"/>
          <p:cNvSpPr>
            <a:spLocks noGrp="1"/>
          </p:cNvSpPr>
          <p:nvPr>
            <p:ph type="sldNum" sz="quarter" idx="10"/>
          </p:nvPr>
        </p:nvSpPr>
        <p:spPr bwMode="auto"/>
        <p:txBody>
          <a:bodyPr/>
          <a:lstStyle/>
          <a:p>
            <a:pPr>
              <a:defRPr/>
            </a:pPr>
            <a:fld id="{46EF9690-F434-6C3D-1486-B2EDE16BD272}" type="slidenum">
              <a:rPr/>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9397442" name="Slide Image Placeholder 1"/>
          <p:cNvSpPr>
            <a:spLocks noGrp="1" noRot="1" noChangeAspect="1"/>
          </p:cNvSpPr>
          <p:nvPr>
            <p:ph type="sldImg"/>
          </p:nvPr>
        </p:nvSpPr>
        <p:spPr bwMode="auto"/>
      </p:sp>
      <p:sp>
        <p:nvSpPr>
          <p:cNvPr id="598582985" name="Notes Placeholder 2"/>
          <p:cNvSpPr>
            <a:spLocks noGrp="1"/>
          </p:cNvSpPr>
          <p:nvPr>
            <p:ph type="body" idx="1"/>
          </p:nvPr>
        </p:nvSpPr>
        <p:spPr bwMode="auto"/>
        <p:txBody>
          <a:bodyPr/>
          <a:lstStyle/>
          <a:p>
            <a:pPr marL="0" lvl="0" indent="0">
              <a:buNone/>
              <a:defRPr/>
            </a:pPr>
            <a:r>
              <a:rPr lang="es-ES" sz="1200" b="0" i="0" strike="noStrike" cap="none" baseline="0">
                <a:solidFill>
                  <a:srgbClr val="000000"/>
                </a:solidFill>
                <a:effectLst/>
                <a:latin typeface="Aptos"/>
                <a:ea typeface="Aptos"/>
                <a:cs typeface="Aptos"/>
              </a:rPr>
              <a:t>Directiva predeterminada: includedPaths tiene /* y excludedPaths solo tiene /_etag. Esto lo indexa todo.</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Cada propiedad indexada agrega sobrecarga de almacenamiento y aumenta el coste de RU de escritura. Compensa entre la velocidad de lectura y el coste de escritura.</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El modo coherente actualiza índices de forma sincrónica durante las escrituras. Las consultas siempre ven índices actualizados. Esta es la opción predeterminada y correcta para la mayoría de las aplicaciones de IA.</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Ninguna deshabilita completamente la indexación. El contenedor se convierte en almacén de pares clave-valor. Solo las lecturas puntuales por Id. funcionan de forma eficaz. Útil para el almacenamiento provisional de la ingesta en bloque.</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Propiedades del sistema: id y _ts siempre se indexan en modo coherente. No las deshabilite.</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La clave de partición NO se indexa automáticamente. Debes incluirla explícitamente en tu directiva de indexación para consultas de filtro.</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Rutas de acceso de comodín: /* incluye todo de forma recursiva. La directiva más específicas excludedPaths tienen prioridad sobre la directiva general includedPaths.</a:t>
            </a:r>
            <a:endParaRPr sz="1200"/>
          </a:p>
          <a:p>
            <a:pPr>
              <a:defRPr/>
            </a:pPr>
            <a:endParaRPr/>
          </a:p>
        </p:txBody>
      </p:sp>
      <p:sp>
        <p:nvSpPr>
          <p:cNvPr id="539769013" name="Slide Number Placeholder 3"/>
          <p:cNvSpPr>
            <a:spLocks noGrp="1"/>
          </p:cNvSpPr>
          <p:nvPr>
            <p:ph type="sldNum" sz="quarter" idx="5"/>
          </p:nvPr>
        </p:nvSpPr>
        <p:spPr bwMode="auto"/>
        <p:txBody>
          <a:bodyPr/>
          <a:lstStyle/>
          <a:p>
            <a:pPr>
              <a:defRPr/>
            </a:pPr>
            <a:fld id="{B7BC796B-60B1-EC1A-87B6-BA28E3526489}" type="slidenum">
              <a:rPr lang="en-US"/>
              <a:t>28</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48537" name="Slide Image Placeholder 1"/>
          <p:cNvSpPr>
            <a:spLocks noGrp="1" noRot="1" noChangeAspect="1"/>
          </p:cNvSpPr>
          <p:nvPr>
            <p:ph type="sldImg"/>
          </p:nvPr>
        </p:nvSpPr>
        <p:spPr bwMode="auto"/>
      </p:sp>
      <p:sp>
        <p:nvSpPr>
          <p:cNvPr id="1981181181" name="Notes Placeholder 2"/>
          <p:cNvSpPr>
            <a:spLocks noGrp="1"/>
          </p:cNvSpPr>
          <p:nvPr>
            <p:ph type="body" idx="1"/>
          </p:nvPr>
        </p:nvSpPr>
        <p:spPr bwMode="auto"/>
        <p:txBody>
          <a:bodyPr/>
          <a:lstStyle/>
          <a:p>
            <a:pPr marL="0" lvl="0" indent="0">
              <a:buNone/>
              <a:defRPr/>
            </a:pPr>
            <a:r>
              <a:rPr lang="es-ES" sz="1200" b="0" i="0" strike="noStrike" cap="none" baseline="0">
                <a:solidFill>
                  <a:srgbClr val="000000"/>
                </a:solidFill>
                <a:effectLst/>
                <a:latin typeface="Aptos"/>
                <a:ea typeface="Aptos"/>
                <a:cs typeface="Aptos"/>
              </a:rPr>
              <a:t>Los índices de intervalo son el caballo de batalla. Support =, &gt;, &lt;, &gt;=, &lt;=, !=, CONTAINS, STARTSWITH, ENDSWITH, IS_DEFINED</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Sin índices de intervalo en propiedades de filtro, las consultas deben examinar toda la partición. Coste de RU proporcional al tamaño de los datos en lugar de al tamaño del resultado.</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Los índices compuestos son necesarios para ORDER BY de varias propiedades. Sin ellos, la consulta produce un error, no solo un rendimiento lento.</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La técnica de optimización de filtro y ordenación: agrega la propiedad de filtro de igualdad a ORDER BY para que un único índice compuesto sirva tanto de filtro como de ordenación. Ahorro de RU considerable</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Índices de tupla para combinaciones de propiedades de matriz: /chunks/[]/{position, tokens}/? indexa pares de posición+tokens dentro de elementos de matriz. Útil para consultas de documentos fragmentadas.</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La transformación del índice es asincrónica. Los nuevos índices no ayudan a las consultas hasta que se completa la transformación. Los índices antiguos dejan de ayudar inmediatamente cuando se eliminan. Estrategia: agrega primero el nuevo, espera y, a continuación, elimina el antiguo.</a:t>
            </a:r>
            <a:endParaRPr sz="1200"/>
          </a:p>
          <a:p>
            <a:pPr>
              <a:defRPr/>
            </a:pPr>
            <a:endParaRPr/>
          </a:p>
        </p:txBody>
      </p:sp>
      <p:sp>
        <p:nvSpPr>
          <p:cNvPr id="1300531388" name="Slide Number Placeholder 3"/>
          <p:cNvSpPr>
            <a:spLocks noGrp="1"/>
          </p:cNvSpPr>
          <p:nvPr>
            <p:ph type="sldNum" sz="quarter" idx="5"/>
          </p:nvPr>
        </p:nvSpPr>
        <p:spPr bwMode="auto"/>
        <p:txBody>
          <a:bodyPr/>
          <a:lstStyle/>
          <a:p>
            <a:pPr>
              <a:defRPr/>
            </a:pPr>
            <a:fld id="{10B4D7BB-47DA-46D4-B152-A08B9EBCF1F1}" type="slidenum">
              <a:rPr lang="en-US"/>
              <a:t>29</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304998" name="Slide Image Placeholder 1"/>
          <p:cNvSpPr>
            <a:spLocks noGrp="1" noRot="1" noChangeAspect="1"/>
          </p:cNvSpPr>
          <p:nvPr>
            <p:ph type="sldImg"/>
          </p:nvPr>
        </p:nvSpPr>
        <p:spPr bwMode="auto"/>
      </p:sp>
      <p:sp>
        <p:nvSpPr>
          <p:cNvPr id="582192224" name="Notes Placeholder 2"/>
          <p:cNvSpPr>
            <a:spLocks noGrp="1"/>
          </p:cNvSpPr>
          <p:nvPr>
            <p:ph type="body" idx="1"/>
          </p:nvPr>
        </p:nvSpPr>
        <p:spPr bwMode="auto"/>
        <p:txBody>
          <a:bodyPr/>
          <a:lstStyle/>
          <a:p>
            <a:pPr marL="0" lvl="0" indent="0">
              <a:buNone/>
              <a:defRPr/>
            </a:pPr>
            <a:r>
              <a:rPr lang="es-ES" sz="1200" b="0" i="0" strike="noStrike" cap="none" baseline="0">
                <a:solidFill>
                  <a:srgbClr val="000000"/>
                </a:solidFill>
                <a:effectLst/>
                <a:latin typeface="Aptos"/>
                <a:ea typeface="Aptos"/>
                <a:cs typeface="Aptos"/>
              </a:rPr>
              <a:t>Índice flat: comparación de fuerza bruta con cada vector. Precisión del 100 %, pero limitada a 505 dimensiones y lenta a gran escala. Mejor cuando los filtros reducen los candidatos a un conjunto pequeño.</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QuantizedFlat: comprime vectores antes de buscar. Intercambia una ligera precisión para mejorar el rendimiento. Buena base intermedia para conjuntos de datos medianos.</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DiskANN: algoritmo de Microsoft Research para el vecino más cercano aproximado. Latencia más baja y coste de RU a gran escala. La elección de producción para la mayoría de las aplicaciones de IA.</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Parámetros de ajuste: quantizationByteSize controla el nivel de compresión (1-512 bytes). indexingSearchListSize (solo diskANN, 100 predeterminado e intervalo 10-500) controla la calidad de compilación del índice. Los valores predeterminados funcionan para la mayoría de las aplicaciones.</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Las directivas de vectores son inmutables después de la creación del contenedor. Planifica detenidamente las dimensiones, el tipo de datos y la función de distancia. El cambio de modelo o el cambio de dimensión requiere un nuevo contenedor y una migración de datos.</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Filtrado previo: los índices de intervalo/compuesto en los metadatos limitan el espacio de búsqueda antes de la comparación de vectores. Reduce drásticamente el consumo de RU para el vector de búsqueda filtrado.</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El tipo de datos float16 ahorra un 50 % de almacenamiento frente a float32 con una pérdida de precisión mínima para la mayoría de los modelos de inserción.</a:t>
            </a:r>
            <a:endParaRPr sz="1200"/>
          </a:p>
          <a:p>
            <a:pPr>
              <a:defRPr/>
            </a:pPr>
            <a:endParaRPr/>
          </a:p>
        </p:txBody>
      </p:sp>
      <p:sp>
        <p:nvSpPr>
          <p:cNvPr id="605560792" name="Slide Number Placeholder 3"/>
          <p:cNvSpPr>
            <a:spLocks noGrp="1"/>
          </p:cNvSpPr>
          <p:nvPr>
            <p:ph type="sldNum" sz="quarter" idx="5"/>
          </p:nvPr>
        </p:nvSpPr>
        <p:spPr bwMode="auto"/>
        <p:txBody>
          <a:bodyPr/>
          <a:lstStyle/>
          <a:p>
            <a:pPr>
              <a:defRPr/>
            </a:pPr>
            <a:fld id="{1759E423-A47E-586E-FBF1-2B304E084B05}" type="slidenum">
              <a:rPr lang="en-US"/>
              <a:t>30</a:t>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690182" name="Slide Image Placeholder 1"/>
          <p:cNvSpPr>
            <a:spLocks noGrp="1" noRot="1" noChangeAspect="1"/>
          </p:cNvSpPr>
          <p:nvPr>
            <p:ph type="sldImg"/>
          </p:nvPr>
        </p:nvSpPr>
        <p:spPr bwMode="auto"/>
      </p:sp>
      <p:sp>
        <p:nvSpPr>
          <p:cNvPr id="1152550029" name="Notes Placeholder 2"/>
          <p:cNvSpPr>
            <a:spLocks noGrp="1"/>
          </p:cNvSpPr>
          <p:nvPr>
            <p:ph type="body" idx="1"/>
          </p:nvPr>
        </p:nvSpPr>
        <p:spPr bwMode="auto"/>
        <p:txBody>
          <a:bodyPr/>
          <a:lstStyle/>
          <a:p>
            <a:pPr marL="0" lvl="0" indent="0">
              <a:buNone/>
              <a:defRPr/>
            </a:pPr>
            <a:r>
              <a:rPr lang="es-ES" sz="1200" b="0" i="0" strike="noStrike" cap="none" baseline="0">
                <a:solidFill>
                  <a:srgbClr val="000000"/>
                </a:solidFill>
                <a:effectLst/>
                <a:latin typeface="Aptos"/>
                <a:ea typeface="Aptos"/>
                <a:cs typeface="Aptos"/>
              </a:rPr>
              <a:t>El mayor ahorro de costes proviene del cambio a la indexación selectiva. El valor predeterminado /* indexa todo lo que incluye campos de texto grandes e inserción de matrices.</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Las métricas de consulta muestran índices que faltan. Una relación alta de documentos recuperados frente a documentos de salida significa examinar más documentos de los necesarios. Habilita populate_query_metrics en el SDK.</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Normalmente, se pierde la indexación de claves de partición. Con la estrategia exclude-by-default, debes incluir explícitamente la ruta de la clave de partición. Sin ella, los filtros de la clave de partición provocan exámenes.</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Prueba con distribuciones de datos realistas. Los datos uniformes sintéticos no revelan características de rendimiento de producción. Las distribuciones sesgadas afectan al rendimiento por partición.</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Seguimiento de la transformación de índices: usa Azure Portal para el porcentaje de progreso. Agrega primero los índices nuevos, espera a que finalice y, a continuación, elimina los antiguos. No dejes nunca consultas sin compatibilidad con índices.</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La mayoría de las aplicaciones de IA es de lectura intensiva. Muchos usuarios buscan y recuperan, mientras la ingesta se produce en lotes. Diseña índices para lecturas eficaces, a menos que el perfil de carga de trabajo indique lo contrario.</a:t>
            </a:r>
            <a:endParaRPr sz="1200"/>
          </a:p>
          <a:p>
            <a:pPr>
              <a:defRPr/>
            </a:pPr>
            <a:endParaRPr/>
          </a:p>
        </p:txBody>
      </p:sp>
      <p:sp>
        <p:nvSpPr>
          <p:cNvPr id="326110176" name="Slide Number Placeholder 3"/>
          <p:cNvSpPr>
            <a:spLocks noGrp="1"/>
          </p:cNvSpPr>
          <p:nvPr>
            <p:ph type="sldNum" sz="quarter" idx="5"/>
          </p:nvPr>
        </p:nvSpPr>
        <p:spPr bwMode="auto"/>
        <p:txBody>
          <a:bodyPr/>
          <a:lstStyle/>
          <a:p>
            <a:pPr>
              <a:defRPr/>
            </a:pPr>
            <a:fld id="{AE0C18E9-185C-BEA1-DF50-03654873D321}" type="slidenum">
              <a:rPr lang="en-US"/>
              <a:t>31</a:t>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5571008" name="Slide Image Placeholder 1"/>
          <p:cNvSpPr>
            <a:spLocks noGrp="1" noRot="1" noChangeAspect="1"/>
          </p:cNvSpPr>
          <p:nvPr>
            <p:ph type="sldImg"/>
          </p:nvPr>
        </p:nvSpPr>
        <p:spPr bwMode="auto"/>
      </p:sp>
      <p:sp>
        <p:nvSpPr>
          <p:cNvPr id="812250758" name="Notes Placeholder 2"/>
          <p:cNvSpPr>
            <a:spLocks noGrp="1"/>
          </p:cNvSpPr>
          <p:nvPr>
            <p:ph type="body" idx="1"/>
          </p:nvPr>
        </p:nvSpPr>
        <p:spPr bwMode="auto"/>
        <p:txBody>
          <a:bodyPr/>
          <a:lstStyle/>
          <a:p>
            <a:pPr marL="0" lvl="0" indent="0">
              <a:buNone/>
              <a:defRPr/>
            </a:pPr>
            <a:r>
              <a:rPr lang="es-ES" sz="1200" b="0" i="0" strike="noStrike" cap="none" baseline="0">
                <a:solidFill>
                  <a:srgbClr val="000000"/>
                </a:solidFill>
                <a:effectLst/>
                <a:latin typeface="Aptos"/>
                <a:ea typeface="Aptos"/>
                <a:cs typeface="Aptos"/>
              </a:rPr>
              <a:t>La coherencia de la sesión es la opción más popular y el valor predeterminado adecuado para aplicaciones de IA. Los usuarios que cargan un documento lo ven en búsquedas posteriores.</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Los tokens de sesión están ligados a particiones. El SDK los administra automáticamente dentro de una sola instancia de cliente. En el caso de los servicios distribuidos, pasa tokens explícitamente entre operaciones de escritura y lectura.</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Coherencia fuerte: linealizable, pero 2 veces el coste de RU de lectura. Requiere consenso global para escrituras en varias regiones. No se admite con varias regiones de escritura. Reserva para escenarios financieros o normativos.</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Obsolescencia limitada: casi fuerte con retraso configurable (versiones K o T segundos). Mejor para cuentas de escritura de una sola región que necesitan coherencia entre regiones.</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Eventual: garantía más débil, pero máximo rendimiento y coste mínimo. Adecuado para los paneles de análisis, el procesamiento por lotes en segundo plano y las consultas de informes.</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Invalidación por solicitud: el SDK de Python establece la coherencia en el nivel de CosmosClient. Crea instancias de cliente independientes para diferentes necesidades de coherencia. Cliente fuerte para lecturas críticas, cliente eventual para análisis.</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El vector de búsqueda tolera normalmente la coherencia eventual. Los resultados de similitud semántica no requieren una actualización absoluta. Usa la coherencia de la sesión cuando los usuarios esperan encontrar contenido cargado recientemente.</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Las métricas de PBS (obsolescencia limitada probabilísticamente) muestran la frecuencia con la que la coherencia eventual devuelve realmente datos actuales. A menudo por encima del 99 %.</a:t>
            </a:r>
            <a:endParaRPr sz="1200"/>
          </a:p>
          <a:p>
            <a:pPr>
              <a:defRPr/>
            </a:pPr>
            <a:endParaRPr/>
          </a:p>
        </p:txBody>
      </p:sp>
      <p:sp>
        <p:nvSpPr>
          <p:cNvPr id="1993273382" name="Slide Number Placeholder 3"/>
          <p:cNvSpPr>
            <a:spLocks noGrp="1"/>
          </p:cNvSpPr>
          <p:nvPr>
            <p:ph type="sldNum" sz="quarter" idx="5"/>
          </p:nvPr>
        </p:nvSpPr>
        <p:spPr bwMode="auto"/>
        <p:txBody>
          <a:bodyPr/>
          <a:lstStyle/>
          <a:p>
            <a:pPr>
              <a:defRPr/>
            </a:pPr>
            <a:fld id="{E5EECAD7-9CB4-5246-4D80-18F24A4C8CF4}" type="slidenum">
              <a:rPr lang="en-US"/>
              <a:t>32</a:t>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0891689" name="Slide Image Placeholder 1"/>
          <p:cNvSpPr>
            <a:spLocks noGrp="1" noRot="1" noChangeAspect="1"/>
          </p:cNvSpPr>
          <p:nvPr>
            <p:ph type="sldImg"/>
          </p:nvPr>
        </p:nvSpPr>
        <p:spPr bwMode="auto"/>
      </p:sp>
      <p:sp>
        <p:nvSpPr>
          <p:cNvPr id="1423847717" name="Notes Placeholder 2"/>
          <p:cNvSpPr>
            <a:spLocks noGrp="1"/>
          </p:cNvSpPr>
          <p:nvPr>
            <p:ph type="body" idx="1"/>
          </p:nvPr>
        </p:nvSpPr>
        <p:spPr bwMode="auto"/>
        <p:txBody>
          <a:bodyPr/>
          <a:lstStyle/>
          <a:p>
            <a:pPr>
              <a:lnSpc>
                <a:spcPct val="90000"/>
              </a:lnSpc>
              <a:spcAft>
                <a:spcPts val="332"/>
              </a:spcAft>
              <a:defRPr/>
            </a:pPr>
            <a:r>
              <a:rPr lang="es-ES" sz="1200" b="0" i="0" strike="noStrike" cap="none" baseline="0">
                <a:solidFill>
                  <a:srgbClr val="000000"/>
                </a:solidFill>
                <a:effectLst/>
                <a:latin typeface="Aptos"/>
                <a:ea typeface="Aptos"/>
                <a:cs typeface="Aptos"/>
              </a:rPr>
              <a:t>Este ejercicio requiere una suscripción a Azure, que debe proporcionar el proveedor de servicios de hosting del laboratorio que le presta servicio para impartir este curso.</a:t>
            </a:r>
            <a:endParaRPr lang="en-US">
              <a:solidFill>
                <a:srgbClr val="444444"/>
              </a:solidFill>
            </a:endParaRPr>
          </a:p>
          <a:p>
            <a:pPr>
              <a:lnSpc>
                <a:spcPct val="90000"/>
              </a:lnSpc>
              <a:spcAft>
                <a:spcPts val="332"/>
              </a:spcAft>
              <a:defRPr/>
            </a:pPr>
            <a:r>
              <a:rPr lang="es-ES" sz="1200" b="0" i="0" strike="noStrike" cap="none" baseline="0">
                <a:solidFill>
                  <a:srgbClr val="000000"/>
                </a:solidFill>
                <a:effectLst/>
                <a:latin typeface="Aptos"/>
                <a:ea typeface="Aptos"/>
                <a:cs typeface="Aptos"/>
              </a:rPr>
              <a:t>Si no puedes proporcionar a los alumnos suscripciones de Azure, puedes demostrar el laboratorio con tu propia suscripción (si tienes una disponible).</a:t>
            </a:r>
            <a:endParaRPr/>
          </a:p>
        </p:txBody>
      </p:sp>
      <p:sp>
        <p:nvSpPr>
          <p:cNvPr id="219412687" name="Header Placeholder 3"/>
          <p:cNvSpPr>
            <a:spLocks noGrp="1"/>
          </p:cNvSpPr>
          <p:nvPr>
            <p:ph type="hdr" sz="quarter" idx="6"/>
          </p:nvPr>
        </p:nvSpPr>
        <p:spPr bwMode="auto"/>
        <p:txBody>
          <a:bodyPr/>
          <a:lstStyle/>
          <a:p>
            <a:pPr>
              <a:defRPr/>
            </a:pPr>
            <a:endParaRPr lang="en-US"/>
          </a:p>
        </p:txBody>
      </p:sp>
      <p:sp>
        <p:nvSpPr>
          <p:cNvPr id="1952894856" name="Footer Placeholder 4"/>
          <p:cNvSpPr>
            <a:spLocks noGrp="1"/>
          </p:cNvSpPr>
          <p:nvPr>
            <p:ph type="ftr" sz="quarter" idx="4"/>
          </p:nvPr>
        </p:nvSpPr>
        <p:spPr bwMode="auto"/>
        <p:txBody>
          <a:bodyPr/>
          <a:lstStyle/>
          <a:p>
            <a:pPr defTabSz="914098">
              <a:defRPr/>
            </a:pPr>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 Todos los derechos reservados. MICROSOFT NO OFRECE NINGUNA GARANTÍA, EXPRESA, IMPLÍCITA O REGLAMENTARIA, RESPECTO A LA INFORMACIÓN DE ESTA PRESENTACIÓN.</a:t>
            </a:r>
            <a:endParaRPr/>
          </a:p>
        </p:txBody>
      </p:sp>
      <p:sp>
        <p:nvSpPr>
          <p:cNvPr id="1567706210" name="Date Placeholder 5"/>
          <p:cNvSpPr>
            <a:spLocks noGrp="1"/>
          </p:cNvSpPr>
          <p:nvPr>
            <p:ph type="dt" idx="10"/>
          </p:nvPr>
        </p:nvSpPr>
        <p:spPr bwMode="auto"/>
        <p:txBody>
          <a:bodyPr/>
          <a:lstStyle/>
          <a:p>
            <a:pPr>
              <a:defRPr/>
            </a:pPr>
            <a:fld id="{22FD8069-D363-B1FD-C85A-30544EF19ECA}" type="datetime8">
              <a:rPr lang="en-US"/>
              <a:t>10/14/2026 9:36 AM</a:t>
            </a:fld>
            <a:endParaRPr lang="en-US"/>
          </a:p>
        </p:txBody>
      </p:sp>
      <p:sp>
        <p:nvSpPr>
          <p:cNvPr id="2006697253" name="Slide Number Placeholder 6"/>
          <p:cNvSpPr>
            <a:spLocks noGrp="1"/>
          </p:cNvSpPr>
          <p:nvPr>
            <p:ph type="sldNum" sz="quarter" idx="5"/>
          </p:nvPr>
        </p:nvSpPr>
        <p:spPr bwMode="auto"/>
        <p:txBody>
          <a:bodyPr/>
          <a:lstStyle/>
          <a:p>
            <a:pPr>
              <a:defRPr/>
            </a:pPr>
            <a:fld id="{1832D111-37E3-EE75-0870-1F0A4C533A8B}" type="slidenum">
              <a:rPr lang="en-US"/>
              <a:t>33</a:t>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5564441" name="Slide Image Placeholder 1"/>
          <p:cNvSpPr>
            <a:spLocks noGrp="1" noRot="1" noChangeAspect="1"/>
          </p:cNvSpPr>
          <p:nvPr>
            <p:ph type="sldImg"/>
          </p:nvPr>
        </p:nvSpPr>
        <p:spPr bwMode="auto"/>
      </p:sp>
      <p:sp>
        <p:nvSpPr>
          <p:cNvPr id="1625505279" name="Notes Placeholder 2"/>
          <p:cNvSpPr>
            <a:spLocks noGrp="1"/>
          </p:cNvSpPr>
          <p:nvPr>
            <p:ph type="body" idx="1"/>
          </p:nvPr>
        </p:nvSpPr>
        <p:spPr bwMode="auto"/>
        <p:txBody>
          <a:bodyPr/>
          <a:lstStyle/>
          <a:p>
            <a:pPr marL="0" lvl="0" indent="0">
              <a:buNone/>
              <a:defRPr/>
            </a:pPr>
            <a:r>
              <a:rPr lang="es-ES" sz="1200" b="0" i="0" strike="noStrike" cap="none" baseline="0">
                <a:solidFill>
                  <a:srgbClr val="000000"/>
                </a:solidFill>
                <a:effectLst/>
                <a:latin typeface="Aptos"/>
                <a:ea typeface="Aptos"/>
                <a:cs typeface="Aptos"/>
              </a:rPr>
              <a:t>Pregunta 1: la respuesta correcta es A. Para consultas filter-then-sort, la propiedad de filtro (documentType) debe aparecer primero en la definición de índice compuesto. La inclusión de documentType en ORDER BY permite que un índice compuesto sirva tanto de filtro como de ordenación. Los índices de intervalo independientes no pueden optimizar el patrón combinado. El orden de propiedad invertido no coincide con la consulta.</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Pregunta 2: la respuesta correcta es A. Un uso bajo del índice significa que la consulta no utiliza índices disponibles, lo que provoca exámenes de partición. Una relación alta de documentos recuperados frente a documentos de salida significa que la base de datos captura muchos documentos que no coinciden con los criterios. La corrección consiste en agregar índices que coincidan con los patrones de filtro y de ordenación de la consulta. La eliminación de índices empeoraría el rendimiento. TOP limita la salida, pero no corrige el problema del examen.</a:t>
            </a:r>
            <a:endParaRPr sz="1200"/>
          </a:p>
          <a:p>
            <a:pPr>
              <a:defRPr/>
            </a:pPr>
            <a:endParaRPr/>
          </a:p>
        </p:txBody>
      </p:sp>
      <p:sp>
        <p:nvSpPr>
          <p:cNvPr id="1266713553" name="Slide Number Placeholder 3"/>
          <p:cNvSpPr>
            <a:spLocks noGrp="1"/>
          </p:cNvSpPr>
          <p:nvPr>
            <p:ph type="sldNum" sz="quarter" idx="5"/>
          </p:nvPr>
        </p:nvSpPr>
        <p:spPr bwMode="auto"/>
        <p:txBody>
          <a:bodyPr/>
          <a:lstStyle/>
          <a:p>
            <a:pPr>
              <a:defRPr/>
            </a:pPr>
            <a:fld id="{09C70FE0-6A25-4C3D-BAA1-7E809F005FCC}" type="slidenum">
              <a:rPr lang="en-US"/>
              <a:t>34</a:t>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2550708" name="Slide Image Placeholder 1"/>
          <p:cNvSpPr>
            <a:spLocks noGrp="1" noRot="1" noChangeAspect="1"/>
          </p:cNvSpPr>
          <p:nvPr>
            <p:ph type="sldImg"/>
          </p:nvPr>
        </p:nvSpPr>
        <p:spPr bwMode="auto"/>
      </p:sp>
      <p:sp>
        <p:nvSpPr>
          <p:cNvPr id="273612350" name="Notes Placeholder 2"/>
          <p:cNvSpPr>
            <a:spLocks noGrp="1"/>
          </p:cNvSpPr>
          <p:nvPr>
            <p:ph type="body" idx="1"/>
          </p:nvPr>
        </p:nvSpPr>
        <p:spPr bwMode="auto"/>
        <p:txBody>
          <a:bodyPr/>
          <a:lstStyle/>
          <a:p>
            <a:pPr>
              <a:defRPr/>
            </a:pPr>
            <a:r>
              <a:rPr lang="en-US"/>
              <a:t> Prompt Microsoft Copilot Chat: </a:t>
            </a:r>
            <a:endParaRPr/>
          </a:p>
          <a:p>
            <a:pPr>
              <a:defRPr/>
            </a:pPr>
            <a:endParaRPr/>
          </a:p>
          <a:p>
            <a:pPr marL="0" marR="0" lvl="0" indent="0" algn="l" defTabSz="914400" rtl="0">
              <a:lnSpc>
                <a:spcPct val="100000"/>
              </a:lnSpc>
              <a:spcBef>
                <a:spcPct val="0"/>
              </a:spcBef>
              <a:spcAft>
                <a:spcPct val="0"/>
              </a:spcAft>
              <a:buClrTx/>
              <a:buSzTx/>
              <a:buFontTx/>
              <a:buNone/>
              <a:defRPr/>
            </a:pPr>
            <a:r>
              <a:rPr lang="en-US"/>
              <a:t>As a Microsoft Copilot Chat expert, please create three multiple-choice questions that assess knowledge of key features, including how to access Copilot Chat, its different modes, how to initiate it, and the concept of EDP. Present one question at a time and wait for my response before continuing. After each answer, provide a brief explanation of the correct choice before moving on to the next question.</a:t>
            </a:r>
            <a:endParaRPr/>
          </a:p>
          <a:p>
            <a:pPr>
              <a:defRPr/>
            </a:pPr>
            <a:endParaRPr/>
          </a:p>
        </p:txBody>
      </p:sp>
      <p:sp>
        <p:nvSpPr>
          <p:cNvPr id="713881587" name="Header Placeholder 3"/>
          <p:cNvSpPr>
            <a:spLocks noGrp="1"/>
          </p:cNvSpPr>
          <p:nvPr>
            <p:ph type="hdr" sz="quarter" idx="10"/>
          </p:nvPr>
        </p:nvSpPr>
        <p:spPr bwMode="auto"/>
        <p:txBody>
          <a:bodyPr/>
          <a:lstStyle/>
          <a:p>
            <a:pPr marL="0" marR="0" lvl="0" indent="0" algn="l" defTabSz="914366" rtl="0">
              <a:lnSpc>
                <a:spcPct val="100000"/>
              </a:lnSpc>
              <a:spcBef>
                <a:spcPct val="0"/>
              </a:spcBef>
              <a:spcAft>
                <a:spcPct val="0"/>
              </a:spcAft>
              <a:buClrTx/>
              <a:buSzTx/>
              <a:buFontTx/>
              <a:buNone/>
              <a:defRPr/>
            </a:pPr>
            <a:endParaRPr lang="en-US" sz="1200" b="0" i="0" u="none" strike="noStrike" cap="none" spc="0">
              <a:ln>
                <a:noFill/>
              </a:ln>
              <a:solidFill>
                <a:prstClr val="black"/>
              </a:solidFill>
              <a:latin typeface="Segoe UI"/>
              <a:ea typeface="+mn-ea"/>
              <a:cs typeface="+mn-cs"/>
            </a:endParaRPr>
          </a:p>
        </p:txBody>
      </p:sp>
      <p:sp>
        <p:nvSpPr>
          <p:cNvPr id="2083657045" name="Footer Placeholder 4"/>
          <p:cNvSpPr>
            <a:spLocks noGrp="1"/>
          </p:cNvSpPr>
          <p:nvPr>
            <p:ph type="ftr" sz="quarter" idx="11"/>
          </p:nvPr>
        </p:nvSpPr>
        <p:spPr bwMode="auto"/>
        <p:txBody>
          <a:bodyPr/>
          <a:lstStyle/>
          <a:p>
            <a:pPr marL="571500" marR="0" lvl="0" indent="0" algn="l" defTabSz="914098" rtl="0">
              <a:lnSpc>
                <a:spcPct val="100000"/>
              </a:lnSpc>
              <a:spcBef>
                <a:spcPct val="0"/>
              </a:spcBef>
              <a:spcAft>
                <a:spcPct val="0"/>
              </a:spcAft>
              <a:buClrTx/>
              <a:buSzTx/>
              <a:buFontTx/>
              <a:buNone/>
              <a:defRPr/>
            </a:pPr>
            <a:r>
              <a:rPr lang="en-US" sz="400" b="0" i="0" u="none" strike="noStrike" cap="none" spc="0">
                <a:ln>
                  <a:noFill/>
                </a:ln>
                <a:gradFill>
                  <a:gsLst>
                    <a:gs pos="0">
                      <a:prstClr val="black"/>
                    </a:gs>
                    <a:gs pos="100000">
                      <a:prstClr val="black"/>
                    </a:gs>
                  </a:gsLst>
                  <a:lin ang="5400000" scaled="0"/>
                </a:gradFill>
                <a:latin typeface="Segoe UI"/>
                <a:ea typeface="Segoe UI"/>
                <a:cs typeface="Segoe UI"/>
              </a:rPr>
              <a:t>© Microsoft Corporation. All rights reserved. MICROSOFT MAKES NO WARRANTIES, EXPRESS, IMPLIED OR STATUTORY, AS TO THE INFORMATION IN THIS PRESENTATION.</a:t>
            </a:r>
            <a:endParaRPr/>
          </a:p>
        </p:txBody>
      </p:sp>
      <p:sp>
        <p:nvSpPr>
          <p:cNvPr id="466637144" name="Date Placeholder 5"/>
          <p:cNvSpPr>
            <a:spLocks noGrp="1"/>
          </p:cNvSpPr>
          <p:nvPr>
            <p:ph type="dt" idx="12"/>
          </p:nvPr>
        </p:nvSpPr>
        <p:spPr bwMode="auto"/>
        <p:txBody>
          <a:bodyPr/>
          <a:lstStyle/>
          <a:p>
            <a:pPr marL="0" marR="0" lvl="0" indent="0" algn="r" defTabSz="914366" rtl="0">
              <a:lnSpc>
                <a:spcPct val="100000"/>
              </a:lnSpc>
              <a:spcBef>
                <a:spcPct val="0"/>
              </a:spcBef>
              <a:spcAft>
                <a:spcPct val="0"/>
              </a:spcAft>
              <a:buClrTx/>
              <a:buSzTx/>
              <a:buFontTx/>
              <a:buNone/>
              <a:defRPr/>
            </a:pPr>
            <a:fld id="{FB0AD94D-F257-7AC5-A551-9E77DA5F4511}" type="datetime8">
              <a:rPr lang="en-US" sz="1200" b="0" i="0" u="none" strike="noStrike" cap="none" spc="0">
                <a:ln>
                  <a:noFill/>
                </a:ln>
                <a:solidFill>
                  <a:prstClr val="black"/>
                </a:solidFill>
                <a:latin typeface="Segoe UI"/>
                <a:ea typeface="Arial"/>
                <a:cs typeface="Arial"/>
              </a:rPr>
              <a:t>10/14/2026 9:36 AM</a:t>
            </a:fld>
            <a:endParaRPr lang="en-US" sz="1200" b="0" i="0" u="none" strike="noStrike" cap="none" spc="0">
              <a:ln>
                <a:noFill/>
              </a:ln>
              <a:solidFill>
                <a:prstClr val="black"/>
              </a:solidFill>
              <a:latin typeface="Segoe UI"/>
              <a:ea typeface="+mn-ea"/>
              <a:cs typeface="+mn-cs"/>
            </a:endParaRPr>
          </a:p>
        </p:txBody>
      </p:sp>
      <p:sp>
        <p:nvSpPr>
          <p:cNvPr id="1570665263" name="Slide Number Placeholder 6"/>
          <p:cNvSpPr>
            <a:spLocks noGrp="1"/>
          </p:cNvSpPr>
          <p:nvPr>
            <p:ph type="sldNum" sz="quarter" idx="13"/>
          </p:nvPr>
        </p:nvSpPr>
        <p:spPr bwMode="auto"/>
        <p:txBody>
          <a:bodyPr/>
          <a:lstStyle/>
          <a:p>
            <a:pPr marL="0" marR="0" lvl="0" indent="0" algn="r" defTabSz="914366" rtl="0">
              <a:lnSpc>
                <a:spcPct val="100000"/>
              </a:lnSpc>
              <a:spcBef>
                <a:spcPct val="0"/>
              </a:spcBef>
              <a:spcAft>
                <a:spcPct val="0"/>
              </a:spcAft>
              <a:buClrTx/>
              <a:buSzTx/>
              <a:buFontTx/>
              <a:buNone/>
              <a:defRPr/>
            </a:pPr>
            <a:fld id="{1AEBF732-0A4B-E7E0-E845-8DB50BF09617}" type="slidenum">
              <a:rPr lang="en-US" sz="1200" b="0" i="0" u="none" strike="noStrike" cap="none" spc="0">
                <a:ln>
                  <a:noFill/>
                </a:ln>
                <a:solidFill>
                  <a:prstClr val="black"/>
                </a:solidFill>
                <a:latin typeface="Segoe UI"/>
                <a:ea typeface="Arial"/>
                <a:cs typeface="Arial"/>
              </a:rPr>
              <a:t>35</a:t>
            </a:fld>
            <a:endParaRPr lang="en-US" sz="1200" b="0" i="0" u="none" strike="noStrike" cap="none" spc="0">
              <a:ln>
                <a:noFill/>
              </a:ln>
              <a:solidFill>
                <a:prstClr val="black"/>
              </a:solidFill>
              <a:latin typeface="Segoe UI"/>
              <a:ea typeface="+mn-ea"/>
              <a:cs typeface="+mn-cs"/>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2267788" name="Slide Image Placeholder 1"/>
          <p:cNvSpPr>
            <a:spLocks noGrp="1" noRot="1" noChangeAspect="1"/>
          </p:cNvSpPr>
          <p:nvPr>
            <p:ph type="sldImg"/>
          </p:nvPr>
        </p:nvSpPr>
        <p:spPr bwMode="auto"/>
      </p:sp>
      <p:sp>
        <p:nvSpPr>
          <p:cNvPr id="848255265" name="Notes Placeholder 2"/>
          <p:cNvSpPr>
            <a:spLocks noGrp="1"/>
          </p:cNvSpPr>
          <p:nvPr>
            <p:ph type="body" idx="1"/>
          </p:nvPr>
        </p:nvSpPr>
        <p:spPr bwMode="auto"/>
        <p:txBody>
          <a:bodyPr/>
          <a:lstStyle/>
          <a:p>
            <a:pPr marL="0" lvl="0" indent="0">
              <a:buNone/>
              <a:defRPr/>
            </a:pPr>
            <a:r>
              <a:rPr lang="es-ES" sz="1200" b="0" i="0" strike="noStrike" cap="none" baseline="0">
                <a:solidFill>
                  <a:srgbClr val="000000"/>
                </a:solidFill>
                <a:effectLst/>
                <a:latin typeface="Aptos"/>
                <a:ea typeface="Aptos"/>
                <a:cs typeface="Aptos"/>
              </a:rPr>
              <a:t>Conclusión clave: la directiva de indexación predeterminada funciona para el desarrollo, pero desperdicia almacenamiento y RU a escala de producción. La indexación selectiva con índices de intervalo, compuestos y vectores de destino ofrece el mejor equilibrio de rendimiento de costes.</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Optimizaciones más impactantes: excluye inserciones de índices de intervalo, crea índices compuestos para consultas frecuentes de filtro+ordenación y usa la coherencia de sesión en lugar de fuerte.</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Pasos siguientes: aplica estas técnicas a sus propias cargas de trabajo de Cosmos DB y mide el ahorro de RU con comparaciones anteriores/posteriores.</a:t>
            </a:r>
            <a:endParaRPr sz="1200"/>
          </a:p>
          <a:p>
            <a:pPr>
              <a:defRPr/>
            </a:pPr>
            <a:endParaRPr/>
          </a:p>
        </p:txBody>
      </p:sp>
      <p:sp>
        <p:nvSpPr>
          <p:cNvPr id="743984063" name="Slide Number Placeholder 3"/>
          <p:cNvSpPr>
            <a:spLocks noGrp="1"/>
          </p:cNvSpPr>
          <p:nvPr>
            <p:ph type="sldNum" sz="quarter" idx="10"/>
          </p:nvPr>
        </p:nvSpPr>
        <p:spPr bwMode="auto"/>
        <p:txBody>
          <a:bodyPr/>
          <a:lstStyle/>
          <a:p>
            <a:pPr>
              <a:defRPr/>
            </a:pPr>
            <a:fld id="{74A9FDBF-85F5-18F9-2838-12EE9F51AD40}" type="slidenum">
              <a:rPr/>
              <a:t>36</a:t>
            </a:fld>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preserve="1" userDrawn="1">
  <p:cSld name="Title Slide">
    <p:bg>
      <p:bgPr>
        <a:blipFill rotWithShape="1">
          <a:blip r:embed="rId2">
            <a:lum/>
          </a:blip>
          <a:stretch>
            <a:fillRect/>
          </a:stretch>
        </a:blipFill>
        <a:effectLst/>
      </p:bgPr>
    </p:bg>
    <p:spTree>
      <p:nvGrpSpPr>
        <p:cNvPr id="1" name=""/>
        <p:cNvGrpSpPr/>
        <p:nvPr/>
      </p:nvGrpSpPr>
      <p:grpSpPr>
        <a:xfrm>
          <a:off x="0" y="0"/>
          <a:ext cx="0" cy="0"/>
          <a:chOff x="0" y="0"/>
          <a:chExt cx="0" cy="0"/>
        </a:xfrm>
      </p:grpSpPr>
      <p:pic>
        <p:nvPicPr>
          <p:cNvPr id="1516174795" name="MS logo gray - EMF" descr="Microsoft logo, gray text version"/>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bwMode="black">
          <a:xfrm>
            <a:off x="584200" y="585789"/>
            <a:ext cx="1366440" cy="292608"/>
          </a:xfrm>
          <a:prstGeom prst="rect">
            <a:avLst/>
          </a:prstGeom>
        </p:spPr>
      </p:pic>
      <p:sp>
        <p:nvSpPr>
          <p:cNvPr id="1400119098" name="Title 1"/>
          <p:cNvSpPr>
            <a:spLocks noGrp="1"/>
          </p:cNvSpPr>
          <p:nvPr>
            <p:ph type="title" hasCustomPrompt="1"/>
          </p:nvPr>
        </p:nvSpPr>
        <p:spPr bwMode="auto">
          <a:xfrm>
            <a:off x="569913" y="3551986"/>
            <a:ext cx="5686955" cy="1108121"/>
          </a:xfrm>
          <a:prstGeom prst="rect">
            <a:avLst/>
          </a:prstGeom>
          <a:noFill/>
        </p:spPr>
        <p:txBody>
          <a:bodyPr wrap="square" lIns="0" tIns="0" rIns="0" bIns="0" anchor="b" anchorCtr="0">
            <a:spAutoFit/>
          </a:bodyPr>
          <a:lstStyle>
            <a:lvl1pPr>
              <a:defRPr sz="4000" b="0" i="0" spc="-50">
                <a:solidFill>
                  <a:schemeClr val="tx1"/>
                </a:solidFill>
                <a:latin typeface="+mn-lt"/>
                <a:cs typeface="Segoe UI"/>
              </a:defRPr>
            </a:lvl1pPr>
          </a:lstStyle>
          <a:p>
            <a:pPr>
              <a:defRPr/>
            </a:pPr>
            <a:r>
              <a:rPr lang="en-US"/>
              <a:t>Event name or </a:t>
            </a:r>
            <a:br>
              <a:rPr lang="en-US"/>
            </a:br>
            <a:r>
              <a:rPr lang="en-US"/>
              <a:t>presentation title </a:t>
            </a:r>
            <a:endParaRPr/>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preserve="1" userDrawn="1">
  <p:cSld name="Section Divider">
    <p:bg>
      <p:bgPr>
        <a:blipFill rotWithShape="1">
          <a:blip r:embed="rId2">
            <a:lum/>
          </a:blip>
          <a:stretch>
            <a:fillRect t="-5000" b="-5000"/>
          </a:stretch>
        </a:blipFill>
        <a:effectLst/>
      </p:bgPr>
    </p:bg>
    <p:spTree>
      <p:nvGrpSpPr>
        <p:cNvPr id="1" name=""/>
        <p:cNvGrpSpPr/>
        <p:nvPr/>
      </p:nvGrpSpPr>
      <p:grpSpPr>
        <a:xfrm>
          <a:off x="0" y="0"/>
          <a:ext cx="0" cy="0"/>
          <a:chOff x="0" y="0"/>
          <a:chExt cx="0" cy="0"/>
        </a:xfrm>
      </p:grpSpPr>
      <p:sp>
        <p:nvSpPr>
          <p:cNvPr id="27786843" name="Title 1"/>
          <p:cNvSpPr>
            <a:spLocks noGrp="1"/>
          </p:cNvSpPr>
          <p:nvPr>
            <p:ph type="title" hasCustomPrompt="1"/>
          </p:nvPr>
        </p:nvSpPr>
        <p:spPr bwMode="auto">
          <a:xfrm>
            <a:off x="581340" y="3514705"/>
            <a:ext cx="6472474" cy="565091"/>
          </a:xfrm>
          <a:prstGeom prst="rect">
            <a:avLst/>
          </a:prstGeom>
          <a:noFill/>
        </p:spPr>
        <p:txBody>
          <a:bodyPr wrap="square" lIns="0" tIns="0" rIns="0" bIns="0" anchor="b" anchorCtr="0">
            <a:spAutoFit/>
          </a:bodyPr>
          <a:lstStyle>
            <a:lvl1pPr>
              <a:defRPr sz="4100" b="0" i="0" spc="-51">
                <a:solidFill>
                  <a:schemeClr val="tx1"/>
                </a:solidFill>
                <a:latin typeface="+mn-lt"/>
                <a:cs typeface="Segoe UI"/>
              </a:defRPr>
            </a:lvl1pPr>
          </a:lstStyle>
          <a:p>
            <a:pPr>
              <a:defRPr/>
            </a:pPr>
            <a:r>
              <a:rPr lang="en-US"/>
              <a:t>Section divider title</a:t>
            </a:r>
            <a:endParaRPr/>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preserve="1" userDrawn="1">
  <p:cSld name="Agenda">
    <p:bg>
      <p:bgPr>
        <a:solidFill>
          <a:srgbClr val="E8E6DF"/>
        </a:solidFill>
        <a:effectLst/>
      </p:bgPr>
    </p:bg>
    <p:spTree>
      <p:nvGrpSpPr>
        <p:cNvPr id="1" name=""/>
        <p:cNvGrpSpPr/>
        <p:nvPr/>
      </p:nvGrpSpPr>
      <p:grpSpPr>
        <a:xfrm>
          <a:off x="0" y="0"/>
          <a:ext cx="0" cy="0"/>
          <a:chOff x="0" y="0"/>
          <a:chExt cx="0" cy="0"/>
        </a:xfrm>
      </p:grpSpPr>
      <p:sp>
        <p:nvSpPr>
          <p:cNvPr id="2027856592" name="Title 1"/>
          <p:cNvSpPr>
            <a:spLocks noGrp="1"/>
          </p:cNvSpPr>
          <p:nvPr>
            <p:ph type="title" hasCustomPrompt="1"/>
          </p:nvPr>
        </p:nvSpPr>
        <p:spPr bwMode="auto"/>
        <p:txBody>
          <a:bodyPr/>
          <a:lstStyle>
            <a:lvl1pPr>
              <a:defRPr/>
            </a:lvl1pPr>
          </a:lstStyle>
          <a:p>
            <a:pPr>
              <a:defRPr/>
            </a:pPr>
            <a:r>
              <a:rPr lang="en-US"/>
              <a:t>Click to add text</a:t>
            </a:r>
            <a:endParaRPr/>
          </a:p>
        </p:txBody>
      </p:sp>
      <p:sp>
        <p:nvSpPr>
          <p:cNvPr id="1050592695" name="Content Placeholder 3"/>
          <p:cNvSpPr>
            <a:spLocks noGrp="1"/>
          </p:cNvSpPr>
          <p:nvPr>
            <p:ph sz="quarter" idx="10"/>
          </p:nvPr>
        </p:nvSpPr>
        <p:spPr bwMode="auto">
          <a:xfrm>
            <a:off x="457200" y="1235075"/>
            <a:ext cx="11222038" cy="4816475"/>
          </a:xfrm>
        </p:spPr>
        <p:txBody>
          <a:bodyPr/>
          <a:lstStyle/>
          <a:p>
            <a:pPr lvl="0">
              <a:defRPr/>
            </a:pPr>
            <a:r>
              <a:rPr lang="en-US"/>
              <a:t>Click to edit Master text styles</a:t>
            </a:r>
            <a:endParaRPr/>
          </a:p>
        </p:txBody>
      </p:sp>
      <p:cxnSp>
        <p:nvCxnSpPr>
          <p:cNvPr id="845669862" name="Straight Connector 2"/>
          <p:cNvCxnSpPr/>
          <p:nvPr userDrawn="1"/>
        </p:nvCxnSpPr>
        <p:spPr bwMode="auto">
          <a:xfrm>
            <a:off x="457200" y="1050761"/>
            <a:ext cx="11222038" cy="0"/>
          </a:xfrm>
          <a:prstGeom prst="line">
            <a:avLst/>
          </a:prstGeom>
          <a:ln w="76200" cap="rnd">
            <a:gradFill>
              <a:gsLst>
                <a:gs pos="0">
                  <a:schemeClr val="accent3"/>
                </a:gs>
                <a:gs pos="22000">
                  <a:srgbClr val="F4364C"/>
                </a:gs>
                <a:gs pos="48000">
                  <a:schemeClr val="accent2"/>
                </a:gs>
                <a:gs pos="97531">
                  <a:srgbClr val="8DC8E8"/>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preserve="1" userDrawn="1">
  <p:cSld name="Learning objectives">
    <p:bg>
      <p:bgPr>
        <a:solidFill>
          <a:srgbClr val="F4F3F5"/>
        </a:solidFill>
        <a:effectLst/>
      </p:bgPr>
    </p:bg>
    <p:spTree>
      <p:nvGrpSpPr>
        <p:cNvPr id="1" name=""/>
        <p:cNvGrpSpPr/>
        <p:nvPr/>
      </p:nvGrpSpPr>
      <p:grpSpPr>
        <a:xfrm>
          <a:off x="0" y="0"/>
          <a:ext cx="0" cy="0"/>
          <a:chOff x="0" y="0"/>
          <a:chExt cx="0" cy="0"/>
        </a:xfrm>
      </p:grpSpPr>
      <p:sp>
        <p:nvSpPr>
          <p:cNvPr id="1338329348" name="Title 6"/>
          <p:cNvSpPr>
            <a:spLocks noGrp="1"/>
          </p:cNvSpPr>
          <p:nvPr>
            <p:ph type="title"/>
          </p:nvPr>
        </p:nvSpPr>
        <p:spPr bwMode="auto"/>
        <p:txBody>
          <a:bodyPr/>
          <a:lstStyle/>
          <a:p>
            <a:pPr>
              <a:defRPr/>
            </a:pPr>
            <a:r>
              <a:rPr lang="en-US"/>
              <a:t>Click to edit Master title style</a:t>
            </a:r>
            <a:endParaRPr/>
          </a:p>
        </p:txBody>
      </p:sp>
      <p:pic>
        <p:nvPicPr>
          <p:cNvPr id="2099750873" name="Graphic 2"/>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auto">
          <a:xfrm>
            <a:off x="-1" y="3207262"/>
            <a:ext cx="12192001" cy="3095623"/>
          </a:xfrm>
          <a:prstGeom prst="rect">
            <a:avLst/>
          </a:prstGeom>
        </p:spPr>
      </p:pic>
      <p:sp>
        <p:nvSpPr>
          <p:cNvPr id="1777362111" name="Content Placeholder 3"/>
          <p:cNvSpPr>
            <a:spLocks noGrp="1"/>
          </p:cNvSpPr>
          <p:nvPr>
            <p:ph sz="quarter" idx="10"/>
          </p:nvPr>
        </p:nvSpPr>
        <p:spPr bwMode="auto">
          <a:xfrm>
            <a:off x="457200" y="1235075"/>
            <a:ext cx="11222038" cy="4816475"/>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PhAnim="0" preserve="1" userDrawn="1">
  <p:cSld name="Title | Content">
    <p:spTree>
      <p:nvGrpSpPr>
        <p:cNvPr id="1" name=""/>
        <p:cNvGrpSpPr/>
        <p:nvPr/>
      </p:nvGrpSpPr>
      <p:grpSpPr>
        <a:xfrm>
          <a:off x="0" y="0"/>
          <a:ext cx="0" cy="0"/>
          <a:chOff x="0" y="0"/>
          <a:chExt cx="0" cy="0"/>
        </a:xfrm>
      </p:grpSpPr>
      <p:sp>
        <p:nvSpPr>
          <p:cNvPr id="421437104" name="Title 1"/>
          <p:cNvSpPr>
            <a:spLocks noGrp="1"/>
          </p:cNvSpPr>
          <p:nvPr>
            <p:ph type="title"/>
          </p:nvPr>
        </p:nvSpPr>
        <p:spPr bwMode="auto"/>
        <p:txBody>
          <a:bodyPr/>
          <a:lstStyle/>
          <a:p>
            <a:pPr>
              <a:defRPr/>
            </a:pPr>
            <a:r>
              <a:rPr lang="en-US"/>
              <a:t>Click to edit Master title style</a:t>
            </a:r>
            <a:endParaRPr/>
          </a:p>
        </p:txBody>
      </p:sp>
      <p:sp>
        <p:nvSpPr>
          <p:cNvPr id="868731397" name="Content Placeholder 3"/>
          <p:cNvSpPr>
            <a:spLocks noGrp="1"/>
          </p:cNvSpPr>
          <p:nvPr>
            <p:ph sz="quarter" idx="10"/>
          </p:nvPr>
        </p:nvSpPr>
        <p:spPr bwMode="auto">
          <a:xfrm>
            <a:off x="457200" y="1235075"/>
            <a:ext cx="11222038" cy="4816475"/>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preserve="1" userDrawn="1">
  <p:cSld name="Title | Subtitle">
    <p:spTree>
      <p:nvGrpSpPr>
        <p:cNvPr id="1" name=""/>
        <p:cNvGrpSpPr/>
        <p:nvPr/>
      </p:nvGrpSpPr>
      <p:grpSpPr>
        <a:xfrm>
          <a:off x="0" y="0"/>
          <a:ext cx="0" cy="0"/>
          <a:chOff x="0" y="0"/>
          <a:chExt cx="0" cy="0"/>
        </a:xfrm>
      </p:grpSpPr>
      <p:sp>
        <p:nvSpPr>
          <p:cNvPr id="1257017296" name="Title 1"/>
          <p:cNvSpPr>
            <a:spLocks noGrp="1"/>
          </p:cNvSpPr>
          <p:nvPr>
            <p:ph type="title"/>
          </p:nvPr>
        </p:nvSpPr>
        <p:spPr bwMode="auto"/>
        <p:txBody>
          <a:bodyPr/>
          <a:lstStyle/>
          <a:p>
            <a:pPr>
              <a:defRPr/>
            </a:pPr>
            <a:r>
              <a:rPr lang="en-US"/>
              <a:t>Click to edit Master title style</a:t>
            </a:r>
            <a:endParaRPr/>
          </a:p>
        </p:txBody>
      </p:sp>
      <p:sp>
        <p:nvSpPr>
          <p:cNvPr id="193766947" name="Content Placeholder 5"/>
          <p:cNvSpPr>
            <a:spLocks noGrp="1"/>
          </p:cNvSpPr>
          <p:nvPr>
            <p:ph sz="quarter" idx="10"/>
          </p:nvPr>
        </p:nvSpPr>
        <p:spPr bwMode="auto">
          <a:xfrm>
            <a:off x="457200" y="1506084"/>
            <a:ext cx="11222038" cy="4524375"/>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060028304" name="Text Placeholder 7"/>
          <p:cNvSpPr>
            <a:spLocks noGrp="1"/>
          </p:cNvSpPr>
          <p:nvPr>
            <p:ph type="body" sz="quarter" idx="11"/>
          </p:nvPr>
        </p:nvSpPr>
        <p:spPr bwMode="auto">
          <a:xfrm>
            <a:off x="457200" y="998538"/>
            <a:ext cx="11222038" cy="425450"/>
          </a:xfrm>
        </p:spPr>
        <p:txBody>
          <a:bodyPr/>
          <a:lstStyle>
            <a:lvl1pPr marL="0" indent="0">
              <a:buNone/>
              <a:defRPr lang="en-US" sz="2250" spc="0">
                <a:solidFill>
                  <a:srgbClr val="003C6A"/>
                </a:solidFill>
                <a:latin typeface="Segoe UI Semibold"/>
                <a:ea typeface="+mn-ea"/>
                <a:cs typeface="Segoe UI Semibold"/>
              </a:defRPr>
            </a:lvl1pPr>
          </a:lstStyle>
          <a:p>
            <a:pPr lvl="0">
              <a:defRPr/>
            </a:pPr>
            <a:r>
              <a:rPr lang="en-US"/>
              <a:t>Click to edit Master text styles</a:t>
            </a:r>
            <a:endParaRPr/>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PhAnim="0" preserve="1" userDrawn="1">
  <p:cSld name="Lab | Exercise">
    <p:spTree>
      <p:nvGrpSpPr>
        <p:cNvPr id="1" name=""/>
        <p:cNvGrpSpPr/>
        <p:nvPr/>
      </p:nvGrpSpPr>
      <p:grpSpPr>
        <a:xfrm>
          <a:off x="0" y="0"/>
          <a:ext cx="0" cy="0"/>
          <a:chOff x="0" y="0"/>
          <a:chExt cx="0" cy="0"/>
        </a:xfrm>
      </p:grpSpPr>
      <p:sp>
        <p:nvSpPr>
          <p:cNvPr id="117450423" name="Title 1"/>
          <p:cNvSpPr>
            <a:spLocks noGrp="1"/>
          </p:cNvSpPr>
          <p:nvPr>
            <p:ph type="title" hasCustomPrompt="1"/>
          </p:nvPr>
        </p:nvSpPr>
        <p:spPr bwMode="auto"/>
        <p:txBody>
          <a:bodyPr/>
          <a:lstStyle>
            <a:lvl1pPr>
              <a:defRPr/>
            </a:lvl1pPr>
          </a:lstStyle>
          <a:p>
            <a:pPr>
              <a:defRPr/>
            </a:pPr>
            <a:r>
              <a:rPr lang="en-US"/>
              <a:t>Click to lab/exercise title</a:t>
            </a:r>
            <a:endParaRPr/>
          </a:p>
        </p:txBody>
      </p:sp>
      <p:sp>
        <p:nvSpPr>
          <p:cNvPr id="1172596505" name="Rectangle: Rounded Corners 3"/>
          <p:cNvSpPr/>
          <p:nvPr userDrawn="1"/>
        </p:nvSpPr>
        <p:spPr bwMode="auto">
          <a:xfrm>
            <a:off x="395187" y="1555423"/>
            <a:ext cx="5816337" cy="4383464"/>
          </a:xfrm>
          <a:prstGeom prst="roundRect">
            <a:avLst>
              <a:gd name="adj" fmla="val 5914"/>
            </a:avLst>
          </a:prstGeom>
          <a:solidFill>
            <a:srgbClr val="F4F3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83701376" name="Content Placeholder 4"/>
          <p:cNvSpPr>
            <a:spLocks noGrp="1"/>
          </p:cNvSpPr>
          <p:nvPr>
            <p:ph sz="quarter" idx="12"/>
          </p:nvPr>
        </p:nvSpPr>
        <p:spPr bwMode="auto">
          <a:xfrm>
            <a:off x="702393" y="1763920"/>
            <a:ext cx="5019675" cy="3762375"/>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254755723" name="Content Placeholder 4"/>
          <p:cNvSpPr>
            <a:spLocks noGrp="1"/>
          </p:cNvSpPr>
          <p:nvPr>
            <p:ph sz="quarter" idx="13"/>
          </p:nvPr>
        </p:nvSpPr>
        <p:spPr bwMode="auto">
          <a:xfrm>
            <a:off x="6469932" y="1763920"/>
            <a:ext cx="5019675" cy="3762375"/>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PhAnim="0" preserve="1" userDrawn="1">
  <p:cSld name="Summary | KC">
    <p:spTree>
      <p:nvGrpSpPr>
        <p:cNvPr id="1" name=""/>
        <p:cNvGrpSpPr/>
        <p:nvPr/>
      </p:nvGrpSpPr>
      <p:grpSpPr>
        <a:xfrm>
          <a:off x="0" y="0"/>
          <a:ext cx="0" cy="0"/>
          <a:chOff x="0" y="0"/>
          <a:chExt cx="0" cy="0"/>
        </a:xfrm>
      </p:grpSpPr>
      <p:sp>
        <p:nvSpPr>
          <p:cNvPr id="580099928" name="Title 1"/>
          <p:cNvSpPr>
            <a:spLocks noGrp="1"/>
          </p:cNvSpPr>
          <p:nvPr>
            <p:ph type="title" hasCustomPrompt="1"/>
          </p:nvPr>
        </p:nvSpPr>
        <p:spPr bwMode="auto"/>
        <p:txBody>
          <a:bodyPr/>
          <a:lstStyle>
            <a:lvl1pPr>
              <a:defRPr/>
            </a:lvl1pPr>
          </a:lstStyle>
          <a:p>
            <a:pPr>
              <a:defRPr/>
            </a:pPr>
            <a:r>
              <a:rPr lang="en-US"/>
              <a:t>Click to add summary</a:t>
            </a:r>
            <a:endParaRPr/>
          </a:p>
        </p:txBody>
      </p:sp>
      <p:sp>
        <p:nvSpPr>
          <p:cNvPr id="165615222" name="Rectangle: Rounded Corners 3"/>
          <p:cNvSpPr/>
          <p:nvPr userDrawn="1"/>
        </p:nvSpPr>
        <p:spPr bwMode="auto">
          <a:xfrm>
            <a:off x="5863473" y="1555423"/>
            <a:ext cx="5816337" cy="4383464"/>
          </a:xfrm>
          <a:prstGeom prst="roundRect">
            <a:avLst>
              <a:gd name="adj" fmla="val 5914"/>
            </a:avLst>
          </a:prstGeom>
          <a:solidFill>
            <a:srgbClr val="F4F3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809918128" name="Content Placeholder 4"/>
          <p:cNvSpPr>
            <a:spLocks noGrp="1"/>
          </p:cNvSpPr>
          <p:nvPr>
            <p:ph sz="quarter" idx="12"/>
          </p:nvPr>
        </p:nvSpPr>
        <p:spPr bwMode="auto">
          <a:xfrm>
            <a:off x="426610" y="1763920"/>
            <a:ext cx="5019675" cy="3762375"/>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PhAnim="0" preserve="1" userDrawn="1">
  <p:cSld name="1_Summary | KC">
    <p:spTree>
      <p:nvGrpSpPr>
        <p:cNvPr id="1" name=""/>
        <p:cNvGrpSpPr/>
        <p:nvPr/>
      </p:nvGrpSpPr>
      <p:grpSpPr>
        <a:xfrm>
          <a:off x="0" y="0"/>
          <a:ext cx="0" cy="0"/>
          <a:chOff x="0" y="0"/>
          <a:chExt cx="0" cy="0"/>
        </a:xfrm>
      </p:grpSpPr>
      <p:sp>
        <p:nvSpPr>
          <p:cNvPr id="715225355" name="Title 1"/>
          <p:cNvSpPr>
            <a:spLocks noGrp="1"/>
          </p:cNvSpPr>
          <p:nvPr>
            <p:ph type="title" hasCustomPrompt="1"/>
          </p:nvPr>
        </p:nvSpPr>
        <p:spPr bwMode="auto"/>
        <p:txBody>
          <a:bodyPr/>
          <a:lstStyle>
            <a:lvl1pPr>
              <a:defRPr/>
            </a:lvl1pPr>
          </a:lstStyle>
          <a:p>
            <a:pPr>
              <a:defRPr/>
            </a:pPr>
            <a:r>
              <a:rPr lang="en-US"/>
              <a:t>Click to add summary</a:t>
            </a:r>
            <a:endParaRPr/>
          </a:p>
        </p:txBody>
      </p:sp>
      <p:sp>
        <p:nvSpPr>
          <p:cNvPr id="952435063" name="Rectangle: Rounded Corners 3"/>
          <p:cNvSpPr/>
          <p:nvPr userDrawn="1"/>
        </p:nvSpPr>
        <p:spPr bwMode="auto">
          <a:xfrm>
            <a:off x="457201" y="1555423"/>
            <a:ext cx="11222610" cy="4383464"/>
          </a:xfrm>
          <a:prstGeom prst="roundRect">
            <a:avLst>
              <a:gd name="adj" fmla="val 5914"/>
            </a:avLst>
          </a:prstGeom>
          <a:solidFill>
            <a:srgbClr val="F4F3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PhAnim="0" userDrawn="1">
  <p:cSld name="Summary">
    <p:spTree>
      <p:nvGrpSpPr>
        <p:cNvPr id="1" name=""/>
        <p:cNvGrpSpPr/>
        <p:nvPr/>
      </p:nvGrpSpPr>
      <p:grpSpPr>
        <a:xfrm>
          <a:off x="0" y="0"/>
          <a:ext cx="0" cy="0"/>
          <a:chOff x="0" y="0"/>
          <a:chExt cx="0" cy="0"/>
        </a:xfrm>
      </p:grpSpPr>
      <p:sp>
        <p:nvSpPr>
          <p:cNvPr id="26764264" name="Title 1"/>
          <p:cNvSpPr>
            <a:spLocks noGrp="1"/>
          </p:cNvSpPr>
          <p:nvPr>
            <p:ph type="title"/>
          </p:nvPr>
        </p:nvSpPr>
        <p:spPr bwMode="auto">
          <a:xfrm>
            <a:off x="588262" y="585216"/>
            <a:ext cx="8193024" cy="492443"/>
          </a:xfrm>
        </p:spPr>
        <p:txBody>
          <a:bodyPr/>
          <a:lstStyle>
            <a:lvl1pPr>
              <a:defRPr sz="3200" b="0" i="0">
                <a:solidFill>
                  <a:schemeClr val="tx1"/>
                </a:solidFill>
                <a:latin typeface="+mj-lt"/>
                <a:cs typeface="Segoe UI Semibold"/>
              </a:defRPr>
            </a:lvl1pPr>
          </a:lstStyle>
          <a:p>
            <a:pPr>
              <a:defRPr/>
            </a:pPr>
            <a:r>
              <a:rPr lang="en-US"/>
              <a:t>Click to edit Master title style</a:t>
            </a:r>
            <a:endParaRPr/>
          </a:p>
        </p:txBody>
      </p:sp>
      <p:sp>
        <p:nvSpPr>
          <p:cNvPr id="1083251605" name="Footer Placeholder 10"/>
          <p:cNvSpPr>
            <a:spLocks noGrp="1"/>
          </p:cNvSpPr>
          <p:nvPr>
            <p:ph type="ftr" sz="quarter" idx="3"/>
          </p:nvPr>
        </p:nvSpPr>
        <p:spPr bwMode="auto">
          <a:xfrm>
            <a:off x="4356100"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29378234" name="Text Placeholder 11"/>
          <p:cNvSpPr>
            <a:spLocks noGrp="1"/>
          </p:cNvSpPr>
          <p:nvPr>
            <p:ph type="body" sz="quarter" idx="17"/>
          </p:nvPr>
        </p:nvSpPr>
        <p:spPr bwMode="auto">
          <a:xfrm>
            <a:off x="4356039" y="1926472"/>
            <a:ext cx="5364224" cy="246221"/>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
        <p:nvSpPr>
          <p:cNvPr id="2032605462" name="Text Placeholder 3"/>
          <p:cNvSpPr>
            <a:spLocks noGrp="1"/>
          </p:cNvSpPr>
          <p:nvPr>
            <p:ph type="body" sz="quarter" idx="35"/>
          </p:nvPr>
        </p:nvSpPr>
        <p:spPr bwMode="auto">
          <a:xfrm>
            <a:off x="4358229" y="2578100"/>
            <a:ext cx="5361973"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479089919" name="Text Placeholder 11"/>
          <p:cNvSpPr>
            <a:spLocks noGrp="1"/>
          </p:cNvSpPr>
          <p:nvPr>
            <p:ph type="body" sz="quarter" idx="34"/>
          </p:nvPr>
        </p:nvSpPr>
        <p:spPr bwMode="auto">
          <a:xfrm>
            <a:off x="588263" y="2542117"/>
            <a:ext cx="2027938" cy="492443"/>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PhAnim="0" userDrawn="1">
  <p:cSld name="LearningPath1_WmGray">
    <p:bg>
      <p:bgPr>
        <a:solidFill>
          <a:srgbClr val="E8E6DF"/>
        </a:solidFill>
        <a:effectLst/>
      </p:bgPr>
    </p:bg>
    <p:spTree>
      <p:nvGrpSpPr>
        <p:cNvPr id="1" name=""/>
        <p:cNvGrpSpPr/>
        <p:nvPr/>
      </p:nvGrpSpPr>
      <p:grpSpPr>
        <a:xfrm>
          <a:off x="0" y="0"/>
          <a:ext cx="0" cy="0"/>
          <a:chOff x="0" y="0"/>
          <a:chExt cx="0" cy="0"/>
        </a:xfrm>
      </p:grpSpPr>
      <p:sp>
        <p:nvSpPr>
          <p:cNvPr id="1658344638" name="Title 1"/>
          <p:cNvSpPr>
            <a:spLocks noGrp="1"/>
          </p:cNvSpPr>
          <p:nvPr>
            <p:ph type="title"/>
          </p:nvPr>
        </p:nvSpPr>
        <p:spPr bwMode="auto">
          <a:xfrm>
            <a:off x="588262" y="585216"/>
            <a:ext cx="8193024" cy="492443"/>
          </a:xfrm>
        </p:spPr>
        <p:txBody>
          <a:bodyPr/>
          <a:lstStyle>
            <a:lvl1pPr>
              <a:defRPr sz="3200" b="0" i="0">
                <a:solidFill>
                  <a:schemeClr val="tx1"/>
                </a:solidFill>
                <a:latin typeface="+mj-lt"/>
                <a:cs typeface="Segoe UI Semibold"/>
              </a:defRPr>
            </a:lvl1pPr>
          </a:lstStyle>
          <a:p>
            <a:pPr>
              <a:defRPr/>
            </a:pPr>
            <a:r>
              <a:rPr lang="en-US"/>
              <a:t>Click to edit Master title style</a:t>
            </a:r>
            <a:endParaRPr/>
          </a:p>
        </p:txBody>
      </p:sp>
      <p:sp>
        <p:nvSpPr>
          <p:cNvPr id="1143906860"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pic>
        <p:nvPicPr>
          <p:cNvPr id="841306777" name="Graphic 5"/>
          <p:cNvPicPr>
            <a:picLocks noChangeAspect="1"/>
          </p:cNvPicPr>
          <p:nvPr userDrawn="1"/>
        </p:nvPicPr>
        <p:blipFill>
          <a:blip r:embed="rId2"/>
          <a:stretch>
            <a:fillRect/>
          </a:stretch>
        </p:blipFill>
        <p:spPr bwMode="auto">
          <a:xfrm>
            <a:off x="-1" y="2827846"/>
            <a:ext cx="12192001" cy="3035200"/>
          </a:xfrm>
          <a:prstGeom prst="rect">
            <a:avLst/>
          </a:prstGeom>
        </p:spPr>
      </p:pic>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PhAnim="0" preserve="1" userDrawn="1">
  <p:cSld name="Walk-in">
    <p:bg bwMode="gray">
      <p:bgPr>
        <a:solidFill>
          <a:schemeClr val="tx2"/>
        </a:solidFill>
        <a:effectLst/>
      </p:bgPr>
    </p:bg>
    <p:spTree>
      <p:nvGrpSpPr>
        <p:cNvPr id="1" name=""/>
        <p:cNvGrpSpPr/>
        <p:nvPr/>
      </p:nvGrpSpPr>
      <p:grpSpPr>
        <a:xfrm>
          <a:off x="0" y="0"/>
          <a:ext cx="0" cy="0"/>
          <a:chOff x="0" y="0"/>
          <a:chExt cx="0" cy="0"/>
        </a:xfrm>
      </p:grpSpPr>
      <p:pic>
        <p:nvPicPr>
          <p:cNvPr id="1064766286" name="MS logo white - EMF" descr="Microsoft logo white text version"/>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black">
          <a:xfrm>
            <a:off x="584200" y="585788"/>
            <a:ext cx="1366245" cy="292608"/>
          </a:xfrm>
          <a:prstGeom prst="rect">
            <a:avLst/>
          </a:prstGeom>
        </p:spPr>
      </p:pic>
      <p:pic>
        <p:nvPicPr>
          <p:cNvPr id="75558319" name="Picture 3" descr="Microsoft Learn&#10;Spark possibility"/>
          <p:cNvPicPr>
            <a:picLocks noGrp="1" noRot="1" noMove="1" noResize="1" noEditPoints="1" noAdjustHandles="1" noChangeArrowheads="1" noChangeShapeType="1" noCrop="1"/>
          </p:cNvPicPr>
          <p:nvPr userDrawn="1"/>
        </p:nvPicPr>
        <p:blipFill>
          <a:blip r:embed="rId3"/>
          <a:stretch>
            <a:fillRect/>
          </a:stretch>
        </p:blipFill>
        <p:spPr bwMode="auto">
          <a:xfrm>
            <a:off x="223228" y="2573202"/>
            <a:ext cx="5344642" cy="1681958"/>
          </a:xfrm>
          <a:prstGeom prst="rect">
            <a:avLst/>
          </a:prstGeom>
        </p:spPr>
      </p:pic>
      <p:sp>
        <p:nvSpPr>
          <p:cNvPr id="1684928807"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bg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PhAnim="0" preserve="1" userDrawn="1">
  <p:cSld name="Title Slide">
    <p:bg>
      <p:bgPr>
        <a:solidFill>
          <a:srgbClr val="E8E6DF"/>
        </a:solidFill>
        <a:effectLst/>
      </p:bgPr>
    </p:bg>
    <p:spTree>
      <p:nvGrpSpPr>
        <p:cNvPr id="1" name=""/>
        <p:cNvGrpSpPr/>
        <p:nvPr/>
      </p:nvGrpSpPr>
      <p:grpSpPr>
        <a:xfrm>
          <a:off x="0" y="0"/>
          <a:ext cx="0" cy="0"/>
          <a:chOff x="0" y="0"/>
          <a:chExt cx="0" cy="0"/>
        </a:xfrm>
      </p:grpSpPr>
      <p:pic>
        <p:nvPicPr>
          <p:cNvPr id="1054591873" name="Picture 9"/>
          <p:cNvPicPr>
            <a:picLocks noChangeAspect="1"/>
          </p:cNvPicPr>
          <p:nvPr userDrawn="1"/>
        </p:nvPicPr>
        <p:blipFill>
          <a:blip r:embed="rId2"/>
          <a:stretch>
            <a:fillRect/>
          </a:stretch>
        </p:blipFill>
        <p:spPr bwMode="auto">
          <a:xfrm>
            <a:off x="0" y="0"/>
            <a:ext cx="12192000" cy="6858000"/>
          </a:xfrm>
          <a:prstGeom prst="rect">
            <a:avLst/>
          </a:prstGeom>
        </p:spPr>
      </p:pic>
      <p:pic>
        <p:nvPicPr>
          <p:cNvPr id="855635261" name="MS logo gray - EMF" descr="Microsoft logo, gray text version"/>
          <p:cNvPicPr>
            <a:picLocks noChangeAspect="1"/>
          </p:cNvPicPr>
          <p:nvPr userDrawn="1"/>
        </p:nvPicPr>
        <p:blipFill>
          <a:blip r:embed="rId3"/>
          <a:stretch>
            <a:fillRect/>
          </a:stretch>
        </p:blipFill>
        <p:spPr bwMode="black">
          <a:xfrm>
            <a:off x="584200" y="585788"/>
            <a:ext cx="1366440" cy="292608"/>
          </a:xfrm>
          <a:prstGeom prst="rect">
            <a:avLst/>
          </a:prstGeom>
        </p:spPr>
      </p:pic>
      <p:sp>
        <p:nvSpPr>
          <p:cNvPr id="1425461925" name="Title 1"/>
          <p:cNvSpPr>
            <a:spLocks noGrp="1"/>
          </p:cNvSpPr>
          <p:nvPr>
            <p:ph type="title" hasCustomPrompt="1"/>
          </p:nvPr>
        </p:nvSpPr>
        <p:spPr bwMode="auto">
          <a:xfrm>
            <a:off x="569912" y="3429000"/>
            <a:ext cx="5686955" cy="1231106"/>
          </a:xfrm>
          <a:prstGeom prst="rect">
            <a:avLst/>
          </a:prstGeom>
          <a:noFill/>
        </p:spPr>
        <p:txBody>
          <a:bodyPr wrap="square" lIns="0" tIns="0" rIns="0" bIns="0" anchor="b" anchorCtr="0">
            <a:spAutoFit/>
          </a:bodyPr>
          <a:lstStyle>
            <a:lvl1pPr>
              <a:defRPr sz="4000" b="0" i="0" spc="-50">
                <a:solidFill>
                  <a:schemeClr val="tx1"/>
                </a:solidFill>
                <a:latin typeface="+mn-lt"/>
                <a:cs typeface="Segoe UI"/>
              </a:defRPr>
            </a:lvl1pPr>
          </a:lstStyle>
          <a:p>
            <a:pPr>
              <a:defRPr/>
            </a:pPr>
            <a:r>
              <a:rPr lang="en-US"/>
              <a:t>Event name or </a:t>
            </a:r>
            <a:br>
              <a:rPr lang="en-US"/>
            </a:br>
            <a:r>
              <a:rPr lang="en-US"/>
              <a:t>presentation title </a:t>
            </a:r>
            <a:endParaRPr/>
          </a:p>
        </p:txBody>
      </p:sp>
      <p:sp>
        <p:nvSpPr>
          <p:cNvPr id="501412457" name="Text Placeholder 4"/>
          <p:cNvSpPr>
            <a:spLocks noGrp="1"/>
          </p:cNvSpPr>
          <p:nvPr>
            <p:ph type="body" sz="quarter" idx="13" hasCustomPrompt="1"/>
          </p:nvPr>
        </p:nvSpPr>
        <p:spPr bwMode="auto">
          <a:xfrm>
            <a:off x="4756150" y="6446520"/>
            <a:ext cx="1645920" cy="153888"/>
          </a:xfrm>
          <a:prstGeom prst="rect">
            <a:avLst/>
          </a:prstGeom>
          <a:noFill/>
        </p:spPr>
        <p:txBody>
          <a:bodyPr wrap="square" lIns="0" tIns="0" rIns="0" bIns="0">
            <a:spAutoFit/>
          </a:bodyPr>
          <a:lstStyle>
            <a:lvl1pPr marL="0" indent="0">
              <a:spcBef>
                <a:spcPct val="0"/>
              </a:spcBef>
              <a:buNone/>
              <a:defRPr sz="1000" spc="0">
                <a:solidFill>
                  <a:schemeClr val="tx1"/>
                </a:solidFill>
                <a:latin typeface="+mn-lt"/>
                <a:cs typeface="Segoe UI"/>
              </a:defRPr>
            </a:lvl1pPr>
          </a:lstStyle>
          <a:p>
            <a:pPr lvl="0">
              <a:defRPr/>
            </a:pPr>
            <a:r>
              <a:rPr lang="en-US"/>
              <a:t>Date</a:t>
            </a:r>
            <a:endParaRPr/>
          </a:p>
        </p:txBody>
      </p:sp>
      <p:sp>
        <p:nvSpPr>
          <p:cNvPr id="571034329"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PhAnim="0" preserve="1" userDrawn="1">
  <p:cSld name="Section slide">
    <p:bg>
      <p:bgPr>
        <a:solidFill>
          <a:srgbClr val="E8E6DF"/>
        </a:solidFill>
        <a:effectLst/>
      </p:bgPr>
    </p:bg>
    <p:spTree>
      <p:nvGrpSpPr>
        <p:cNvPr id="1" name=""/>
        <p:cNvGrpSpPr/>
        <p:nvPr/>
      </p:nvGrpSpPr>
      <p:grpSpPr>
        <a:xfrm>
          <a:off x="0" y="0"/>
          <a:ext cx="0" cy="0"/>
          <a:chOff x="0" y="0"/>
          <a:chExt cx="0" cy="0"/>
        </a:xfrm>
      </p:grpSpPr>
      <p:pic>
        <p:nvPicPr>
          <p:cNvPr id="920498284" name="Picture 1"/>
          <p:cNvPicPr>
            <a:picLocks noChangeAspect="1"/>
          </p:cNvPicPr>
          <p:nvPr userDrawn="1"/>
        </p:nvPicPr>
        <p:blipFill>
          <a:blip r:embed="rId2"/>
          <a:srcRect r="19823"/>
          <a:stretch>
            <a:fillRect/>
          </a:stretch>
        </p:blipFill>
        <p:spPr bwMode="auto">
          <a:xfrm>
            <a:off x="2417010" y="0"/>
            <a:ext cx="9774990" cy="6858000"/>
          </a:xfrm>
          <a:prstGeom prst="rect">
            <a:avLst/>
          </a:prstGeom>
        </p:spPr>
      </p:pic>
      <p:sp>
        <p:nvSpPr>
          <p:cNvPr id="1903291452" name="Title 1"/>
          <p:cNvSpPr>
            <a:spLocks noGrp="1"/>
          </p:cNvSpPr>
          <p:nvPr>
            <p:ph type="title" hasCustomPrompt="1"/>
          </p:nvPr>
        </p:nvSpPr>
        <p:spPr bwMode="auto">
          <a:xfrm>
            <a:off x="569911" y="3384610"/>
            <a:ext cx="6345239" cy="615553"/>
          </a:xfrm>
          <a:prstGeom prst="rect">
            <a:avLst/>
          </a:prstGeom>
          <a:noFill/>
        </p:spPr>
        <p:txBody>
          <a:bodyPr wrap="square" lIns="0" tIns="0" rIns="0" bIns="0" anchor="b" anchorCtr="0">
            <a:spAutoFit/>
          </a:bodyPr>
          <a:lstStyle>
            <a:lvl1pPr>
              <a:defRPr sz="4000" b="0" i="0" spc="-50">
                <a:solidFill>
                  <a:schemeClr val="tx1"/>
                </a:solidFill>
                <a:latin typeface="+mn-lt"/>
                <a:cs typeface="Segoe UI"/>
              </a:defRPr>
            </a:lvl1pPr>
          </a:lstStyle>
          <a:p>
            <a:pPr>
              <a:defRPr/>
            </a:pPr>
            <a:r>
              <a:rPr lang="en-US"/>
              <a:t>Section divider title</a:t>
            </a:r>
            <a:endParaRPr/>
          </a:p>
        </p:txBody>
      </p:sp>
      <p:sp>
        <p:nvSpPr>
          <p:cNvPr id="760327529"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PhAnim="0" preserve="1" userDrawn="1">
  <p:cSld name="Agenda_1-column">
    <p:bg>
      <p:bgPr>
        <a:solidFill>
          <a:srgbClr val="E8E6DF"/>
        </a:solidFill>
        <a:effectLst/>
      </p:bgPr>
    </p:bg>
    <p:spTree>
      <p:nvGrpSpPr>
        <p:cNvPr id="1" name=""/>
        <p:cNvGrpSpPr/>
        <p:nvPr/>
      </p:nvGrpSpPr>
      <p:grpSpPr>
        <a:xfrm>
          <a:off x="0" y="0"/>
          <a:ext cx="0" cy="0"/>
          <a:chOff x="0" y="0"/>
          <a:chExt cx="0" cy="0"/>
        </a:xfrm>
      </p:grpSpPr>
      <p:sp>
        <p:nvSpPr>
          <p:cNvPr id="2123160009" name="Title 1"/>
          <p:cNvSpPr>
            <a:spLocks noGrp="1"/>
          </p:cNvSpPr>
          <p:nvPr>
            <p:ph type="title" hasCustomPrompt="1"/>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Agenda</a:t>
            </a:r>
            <a:endParaRPr/>
          </a:p>
        </p:txBody>
      </p:sp>
      <p:cxnSp>
        <p:nvCxnSpPr>
          <p:cNvPr id="367358143" name="Straight Connector 3"/>
          <p:cNvCxnSpPr/>
          <p:nvPr userDrawn="1"/>
        </p:nvCxnSpPr>
        <p:spPr bwMode="auto">
          <a:xfrm>
            <a:off x="585216" y="1289050"/>
            <a:ext cx="3182112" cy="0"/>
          </a:xfrm>
          <a:prstGeom prst="line">
            <a:avLst/>
          </a:prstGeom>
          <a:ln w="76200" cap="rnd">
            <a:gradFill>
              <a:gsLst>
                <a:gs pos="0">
                  <a:schemeClr val="accent3"/>
                </a:gs>
                <a:gs pos="22000">
                  <a:srgbClr val="F4364C"/>
                </a:gs>
                <a:gs pos="48000">
                  <a:schemeClr val="accent2"/>
                </a:gs>
                <a:gs pos="97531">
                  <a:srgbClr val="8DC8E8"/>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425350311"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024003902" name="Text Placeholder 3"/>
          <p:cNvSpPr>
            <a:spLocks noGrp="1"/>
          </p:cNvSpPr>
          <p:nvPr>
            <p:ph type="body" sz="quarter" idx="15"/>
          </p:nvPr>
        </p:nvSpPr>
        <p:spPr bwMode="auto">
          <a:xfrm>
            <a:off x="586388" y="1818177"/>
            <a:ext cx="5033361" cy="280782"/>
          </a:xfrm>
          <a:prstGeom prst="rect">
            <a:avLst/>
          </a:prstGeom>
        </p:spPr>
        <p:txBody>
          <a:bodyPr wrap="square">
            <a:spAutoFit/>
          </a:bodyPr>
          <a:lstStyle>
            <a:lvl1pPr marL="137160" indent="-137160">
              <a:lnSpc>
                <a:spcPct val="110000"/>
              </a:lnSpc>
              <a:spcBef>
                <a:spcPct val="0"/>
              </a:spcBef>
              <a:spcAft>
                <a:spcPts val="1200"/>
              </a:spcAft>
              <a:buFont typeface="Arial"/>
              <a:buChar char="•"/>
              <a:defRPr sz="1800">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PhAnim="0" preserve="1" userDrawn="1">
  <p:cSld name="3_Agenda_2-column">
    <p:bg>
      <p:bgPr>
        <a:solidFill>
          <a:srgbClr val="E8E6DF"/>
        </a:solidFill>
        <a:effectLst/>
      </p:bgPr>
    </p:bg>
    <p:spTree>
      <p:nvGrpSpPr>
        <p:cNvPr id="1" name=""/>
        <p:cNvGrpSpPr/>
        <p:nvPr/>
      </p:nvGrpSpPr>
      <p:grpSpPr>
        <a:xfrm>
          <a:off x="0" y="0"/>
          <a:ext cx="0" cy="0"/>
          <a:chOff x="0" y="0"/>
          <a:chExt cx="0" cy="0"/>
        </a:xfrm>
      </p:grpSpPr>
      <p:sp>
        <p:nvSpPr>
          <p:cNvPr id="1644375280" name="Title 1"/>
          <p:cNvSpPr>
            <a:spLocks noGrp="1"/>
          </p:cNvSpPr>
          <p:nvPr>
            <p:ph type="title" hasCustomPrompt="1"/>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Agenda</a:t>
            </a:r>
            <a:endParaRPr/>
          </a:p>
        </p:txBody>
      </p:sp>
      <p:cxnSp>
        <p:nvCxnSpPr>
          <p:cNvPr id="1378724655" name="Straight Connector 3"/>
          <p:cNvCxnSpPr/>
          <p:nvPr userDrawn="1"/>
        </p:nvCxnSpPr>
        <p:spPr bwMode="auto">
          <a:xfrm>
            <a:off x="585216" y="1289050"/>
            <a:ext cx="3182112" cy="0"/>
          </a:xfrm>
          <a:prstGeom prst="line">
            <a:avLst/>
          </a:prstGeom>
          <a:ln w="76200" cap="rnd">
            <a:gradFill>
              <a:gsLst>
                <a:gs pos="0">
                  <a:schemeClr val="accent3"/>
                </a:gs>
                <a:gs pos="22000">
                  <a:srgbClr val="F4364C"/>
                </a:gs>
                <a:gs pos="48000">
                  <a:schemeClr val="accent2"/>
                </a:gs>
                <a:gs pos="97531">
                  <a:srgbClr val="8DC8E8"/>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56032187"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650516608" name="Text Placeholder 3"/>
          <p:cNvSpPr>
            <a:spLocks noGrp="1"/>
          </p:cNvSpPr>
          <p:nvPr>
            <p:ph type="body" sz="quarter" idx="17"/>
          </p:nvPr>
        </p:nvSpPr>
        <p:spPr bwMode="auto">
          <a:xfrm>
            <a:off x="586388" y="1818177"/>
            <a:ext cx="4719695" cy="249620"/>
          </a:xfrm>
          <a:prstGeom prst="rect">
            <a:avLst/>
          </a:prstGeom>
        </p:spPr>
        <p:txBody>
          <a:bodyPr wrap="square">
            <a:spAutoFit/>
          </a:bodyPr>
          <a:lstStyle>
            <a:lvl1pPr marL="137160" indent="-137160">
              <a:lnSpc>
                <a:spcPct val="110000"/>
              </a:lnSpc>
              <a:spcBef>
                <a:spcPct val="0"/>
              </a:spcBef>
              <a:spcAft>
                <a:spcPts val="1200"/>
              </a:spcAft>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265063428" name="Text Placeholder 3"/>
          <p:cNvSpPr>
            <a:spLocks noGrp="1"/>
          </p:cNvSpPr>
          <p:nvPr>
            <p:ph type="body" sz="quarter" idx="18"/>
          </p:nvPr>
        </p:nvSpPr>
        <p:spPr bwMode="auto">
          <a:xfrm>
            <a:off x="6891338" y="1818177"/>
            <a:ext cx="4719695" cy="249620"/>
          </a:xfrm>
          <a:prstGeom prst="rect">
            <a:avLst/>
          </a:prstGeom>
        </p:spPr>
        <p:txBody>
          <a:bodyPr wrap="square">
            <a:spAutoFit/>
          </a:bodyPr>
          <a:lstStyle>
            <a:lvl1pPr marL="137160" indent="-137160">
              <a:lnSpc>
                <a:spcPct val="110000"/>
              </a:lnSpc>
              <a:spcBef>
                <a:spcPct val="0"/>
              </a:spcBef>
              <a:spcAft>
                <a:spcPts val="1200"/>
              </a:spcAft>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PhAnim="0" preserve="1" userDrawn="1">
  <p:cSld name="Presenter-BIo">
    <p:bg>
      <p:bgPr>
        <a:solidFill>
          <a:srgbClr val="E8E6DF"/>
        </a:solidFill>
        <a:effectLst/>
      </p:bgPr>
    </p:bg>
    <p:spTree>
      <p:nvGrpSpPr>
        <p:cNvPr id="1" name=""/>
        <p:cNvGrpSpPr/>
        <p:nvPr/>
      </p:nvGrpSpPr>
      <p:grpSpPr>
        <a:xfrm>
          <a:off x="0" y="0"/>
          <a:ext cx="0" cy="0"/>
          <a:chOff x="0" y="0"/>
          <a:chExt cx="0" cy="0"/>
        </a:xfrm>
      </p:grpSpPr>
      <p:sp>
        <p:nvSpPr>
          <p:cNvPr id="797500849" name="Rectangle 18"/>
          <p:cNvSpPr/>
          <p:nvPr userDrawn="1"/>
        </p:nvSpPr>
        <p:spPr bwMode="auto">
          <a:xfrm>
            <a:off x="1" y="0"/>
            <a:ext cx="7036066" cy="6858000"/>
          </a:xfrm>
          <a:prstGeom prst="rect">
            <a:avLst/>
          </a:prstGeom>
          <a:solidFill>
            <a:srgbClr val="F4F3F5"/>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a:lnSpc>
                <a:spcPct val="100000"/>
              </a:lnSpc>
              <a:spcBef>
                <a:spcPct val="0"/>
              </a:spcBef>
              <a:spcAft>
                <a:spcPct val="0"/>
              </a:spcAft>
              <a:buClrTx/>
              <a:buSzTx/>
              <a:buFontTx/>
              <a:buNone/>
              <a:defRPr/>
            </a:pPr>
            <a:endParaRPr lang="en-US" sz="2000" b="0" i="0" u="none" strike="noStrike" cap="none" spc="0">
              <a:ln>
                <a:noFill/>
              </a:ln>
              <a:solidFill>
                <a:srgbClr val="FFFFFF"/>
              </a:solidFill>
              <a:latin typeface="Segoe UI"/>
              <a:ea typeface="Segoe UI"/>
              <a:cs typeface="Segoe UI"/>
            </a:endParaRPr>
          </a:p>
        </p:txBody>
      </p:sp>
      <p:sp>
        <p:nvSpPr>
          <p:cNvPr id="214019855" name="Title 1"/>
          <p:cNvSpPr>
            <a:spLocks noGrp="1"/>
          </p:cNvSpPr>
          <p:nvPr>
            <p:ph type="title"/>
          </p:nvPr>
        </p:nvSpPr>
        <p:spPr bwMode="auto">
          <a:xfrm>
            <a:off x="588262" y="585216"/>
            <a:ext cx="5749038"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574509048" name="Picture Placeholder" descr="This photo is a 'placeholder' only. Drag or drop your photo here, or click and tap the center to insert a photo."/>
          <p:cNvSpPr>
            <a:spLocks noGrp="1"/>
          </p:cNvSpPr>
          <p:nvPr>
            <p:ph type="pic" sz="quarter" idx="19"/>
          </p:nvPr>
        </p:nvSpPr>
        <p:spPr bwMode="ltGray">
          <a:xfrm>
            <a:off x="7554590"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a:defRPr>
            </a:lvl1pPr>
          </a:lstStyle>
          <a:p>
            <a:pPr>
              <a:defRPr/>
            </a:pPr>
            <a:r>
              <a:rPr lang="en-US"/>
              <a:t>Click icon to add picture</a:t>
            </a:r>
            <a:endParaRPr/>
          </a:p>
        </p:txBody>
      </p:sp>
      <p:sp>
        <p:nvSpPr>
          <p:cNvPr id="2060332885" name="Picture Placeholder" descr="This photo is a 'placeholder' only. Drag or drop your photo here, or click and tap the center to insert a photo."/>
          <p:cNvSpPr>
            <a:spLocks noGrp="1"/>
          </p:cNvSpPr>
          <p:nvPr>
            <p:ph type="pic" sz="quarter" idx="30"/>
          </p:nvPr>
        </p:nvSpPr>
        <p:spPr bwMode="ltGray">
          <a:xfrm>
            <a:off x="10568728"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a:defRPr>
            </a:lvl1pPr>
          </a:lstStyle>
          <a:p>
            <a:pPr>
              <a:defRPr/>
            </a:pPr>
            <a:r>
              <a:rPr lang="en-US"/>
              <a:t>Click icon to add picture</a:t>
            </a:r>
            <a:endParaRPr/>
          </a:p>
        </p:txBody>
      </p:sp>
      <p:sp>
        <p:nvSpPr>
          <p:cNvPr id="75169819" name="Picture Placeholder" descr="This photo is a 'placeholder' only. Drag or drop your photo here, or click and tap the center to insert a photo."/>
          <p:cNvSpPr>
            <a:spLocks noGrp="1"/>
          </p:cNvSpPr>
          <p:nvPr>
            <p:ph type="pic" sz="quarter" idx="31"/>
          </p:nvPr>
        </p:nvSpPr>
        <p:spPr bwMode="ltGray">
          <a:xfrm>
            <a:off x="9061659"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a:defRPr>
            </a:lvl1pPr>
          </a:lstStyle>
          <a:p>
            <a:pPr>
              <a:defRPr/>
            </a:pPr>
            <a:r>
              <a:rPr lang="en-US"/>
              <a:t>Click icon to add picture</a:t>
            </a:r>
            <a:endParaRPr/>
          </a:p>
        </p:txBody>
      </p:sp>
      <p:sp>
        <p:nvSpPr>
          <p:cNvPr id="744717225" name="Picture Placeholder" descr="This photo is a 'placeholder' only. Drag or drop your photo here, or click and tap the center to insert a photo."/>
          <p:cNvSpPr>
            <a:spLocks noGrp="1"/>
          </p:cNvSpPr>
          <p:nvPr>
            <p:ph type="pic" sz="quarter" idx="32"/>
          </p:nvPr>
        </p:nvSpPr>
        <p:spPr bwMode="ltGray">
          <a:xfrm>
            <a:off x="7554590"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a:defRPr>
            </a:lvl1pPr>
          </a:lstStyle>
          <a:p>
            <a:pPr>
              <a:defRPr/>
            </a:pPr>
            <a:r>
              <a:rPr lang="en-US"/>
              <a:t>Click icon to add picture</a:t>
            </a:r>
            <a:endParaRPr/>
          </a:p>
        </p:txBody>
      </p:sp>
      <p:sp>
        <p:nvSpPr>
          <p:cNvPr id="92339850" name="Picture Placeholder" descr="This photo is a 'placeholder' only. Drag or drop your photo here, or click and tap the center to insert a photo."/>
          <p:cNvSpPr>
            <a:spLocks noGrp="1"/>
          </p:cNvSpPr>
          <p:nvPr>
            <p:ph type="pic" sz="quarter" idx="33"/>
          </p:nvPr>
        </p:nvSpPr>
        <p:spPr bwMode="ltGray">
          <a:xfrm>
            <a:off x="10568728"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a:defRPr>
            </a:lvl1pPr>
          </a:lstStyle>
          <a:p>
            <a:pPr>
              <a:defRPr/>
            </a:pPr>
            <a:r>
              <a:rPr lang="en-US"/>
              <a:t>Click icon to add picture</a:t>
            </a:r>
            <a:endParaRPr/>
          </a:p>
        </p:txBody>
      </p:sp>
      <p:sp>
        <p:nvSpPr>
          <p:cNvPr id="391866625" name="Picture Placeholder" descr="This photo is a 'placeholder' only. Drag or drop your photo here, or click and tap the center to insert a photo."/>
          <p:cNvSpPr>
            <a:spLocks noGrp="1"/>
          </p:cNvSpPr>
          <p:nvPr>
            <p:ph type="pic" sz="quarter" idx="34"/>
          </p:nvPr>
        </p:nvSpPr>
        <p:spPr bwMode="ltGray">
          <a:xfrm>
            <a:off x="9061659"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a:defRPr>
            </a:lvl1pPr>
          </a:lstStyle>
          <a:p>
            <a:pPr>
              <a:defRPr/>
            </a:pPr>
            <a:r>
              <a:rPr lang="en-US"/>
              <a:t>Click icon to add picture</a:t>
            </a:r>
            <a:endParaRPr/>
          </a:p>
        </p:txBody>
      </p:sp>
      <p:sp>
        <p:nvSpPr>
          <p:cNvPr id="801580217" name="Picture Placeholder" descr="This photo is a 'placeholder' only. Drag or drop your photo here, or click and tap the center to insert a photo."/>
          <p:cNvSpPr>
            <a:spLocks noGrp="1"/>
          </p:cNvSpPr>
          <p:nvPr>
            <p:ph type="pic" sz="quarter" idx="14" hasCustomPrompt="1"/>
          </p:nvPr>
        </p:nvSpPr>
        <p:spPr bwMode="ltGray">
          <a:xfrm>
            <a:off x="8165231" y="457200"/>
            <a:ext cx="2849035" cy="2874212"/>
          </a:xfrm>
          <a:prstGeom prst="roundRect">
            <a:avLst>
              <a:gd name="adj" fmla="val 21738"/>
            </a:avLst>
          </a:prstGeom>
          <a:blipFill rotWithShape="1">
            <a:blip r:embed="rId2"/>
            <a:stretch>
              <a:fillRect/>
            </a:stretch>
          </a:blipFill>
          <a:effectLst>
            <a:outerShdw blurRad="314198" dist="111760" dir="8040000" algn="ctr" rotWithShape="0">
              <a:schemeClr val="tx1">
                <a:alpha val="22000"/>
              </a:schemeClr>
            </a:outerShdw>
          </a:effectLst>
        </p:spPr>
        <p:txBody>
          <a:bodyPr lIns="0" tIns="0" rIns="0" bIns="1005840" anchor="ctr" anchorCtr="0">
            <a:noAutofit/>
          </a:bodyPr>
          <a:lstStyle>
            <a:lvl1pPr marL="0" indent="0" algn="ctr">
              <a:lnSpc>
                <a:spcPct val="100000"/>
              </a:lnSpc>
              <a:buNone/>
              <a:defRPr sz="650" b="1">
                <a:solidFill>
                  <a:srgbClr val="000000"/>
                </a:solidFill>
                <a:latin typeface="+mn-lt"/>
                <a:cs typeface="Segoe UI"/>
              </a:defRPr>
            </a:lvl1pPr>
          </a:lstStyle>
          <a:p>
            <a:pPr>
              <a:defRPr/>
            </a:pPr>
            <a:r>
              <a:rPr lang="en-US"/>
              <a:t>Click icon to </a:t>
            </a:r>
            <a:br>
              <a:rPr lang="en-US"/>
            </a:br>
            <a:r>
              <a:rPr lang="en-US"/>
              <a:t>add your picture here</a:t>
            </a:r>
            <a:endParaRPr/>
          </a:p>
        </p:txBody>
      </p:sp>
      <p:sp>
        <p:nvSpPr>
          <p:cNvPr id="610445109"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PhAnim="0" preserve="1" userDrawn="1">
  <p:cSld name="Summary page_Big headline_Learn">
    <p:bg>
      <p:bgPr>
        <a:solidFill>
          <a:srgbClr val="E8E6DF"/>
        </a:solidFill>
        <a:effectLst/>
      </p:bgPr>
    </p:bg>
    <p:spTree>
      <p:nvGrpSpPr>
        <p:cNvPr id="1" name=""/>
        <p:cNvGrpSpPr/>
        <p:nvPr/>
      </p:nvGrpSpPr>
      <p:grpSpPr>
        <a:xfrm>
          <a:off x="0" y="0"/>
          <a:ext cx="0" cy="0"/>
          <a:chOff x="0" y="0"/>
          <a:chExt cx="0" cy="0"/>
        </a:xfrm>
      </p:grpSpPr>
      <p:pic>
        <p:nvPicPr>
          <p:cNvPr id="162672429" name="Picture 2"/>
          <p:cNvPicPr>
            <a:picLocks noChangeAspect="1"/>
          </p:cNvPicPr>
          <p:nvPr userDrawn="1"/>
        </p:nvPicPr>
        <p:blipFill>
          <a:blip r:embed="rId2"/>
          <a:stretch>
            <a:fillRect/>
          </a:stretch>
        </p:blipFill>
        <p:spPr bwMode="auto">
          <a:xfrm>
            <a:off x="0" y="0"/>
            <a:ext cx="12192000" cy="6858000"/>
          </a:xfrm>
          <a:prstGeom prst="rect">
            <a:avLst/>
          </a:prstGeom>
        </p:spPr>
      </p:pic>
      <p:sp>
        <p:nvSpPr>
          <p:cNvPr id="687550810" name="Title 4"/>
          <p:cNvSpPr>
            <a:spLocks noGrp="1"/>
          </p:cNvSpPr>
          <p:nvPr>
            <p:ph type="title" hasCustomPrompt="1"/>
          </p:nvPr>
        </p:nvSpPr>
        <p:spPr bwMode="auto">
          <a:xfrm>
            <a:off x="525081" y="2448062"/>
            <a:ext cx="10430257" cy="1015663"/>
          </a:xfrm>
        </p:spPr>
        <p:txBody>
          <a:bodyPr anchor="b" anchorCtr="0"/>
          <a:lstStyle>
            <a:lvl1pPr>
              <a:defRPr sz="6600" spc="-100">
                <a:latin typeface="+mn-lt"/>
              </a:defRPr>
            </a:lvl1pPr>
          </a:lstStyle>
          <a:p>
            <a:pPr>
              <a:defRPr/>
            </a:pPr>
            <a:r>
              <a:rPr lang="en-US"/>
              <a:t>Big headline</a:t>
            </a:r>
            <a:endParaRPr/>
          </a:p>
        </p:txBody>
      </p:sp>
      <p:sp>
        <p:nvSpPr>
          <p:cNvPr id="1898349040" name="Text Placeholder 3"/>
          <p:cNvSpPr>
            <a:spLocks noGrp="1"/>
          </p:cNvSpPr>
          <p:nvPr>
            <p:ph type="body" sz="quarter" idx="15"/>
          </p:nvPr>
        </p:nvSpPr>
        <p:spPr bwMode="auto">
          <a:xfrm>
            <a:off x="586390" y="4278313"/>
            <a:ext cx="4712686" cy="726353"/>
          </a:xfrm>
          <a:prstGeom prst="rect">
            <a:avLst/>
          </a:prstGeom>
        </p:spPr>
        <p:txBody>
          <a:bodyPr wrap="square">
            <a:spAutoFit/>
          </a:bodyPr>
          <a:lstStyle>
            <a:lvl1pPr marL="137160" indent="-137160">
              <a:spcAft>
                <a:spcPct val="0"/>
              </a:spcAft>
              <a:buFont typeface="Arial"/>
              <a:buChar char="•"/>
              <a:defRPr>
                <a:solidFill>
                  <a:schemeClr val="tx1"/>
                </a:solidFill>
              </a:defRPr>
            </a:lvl1pPr>
            <a:lvl2pPr marL="265176" indent="-128016">
              <a:spcAft>
                <a:spcPct val="0"/>
              </a:spcAft>
              <a:buFont typeface="Arial"/>
              <a:buChar char="•"/>
              <a:defRPr>
                <a:solidFill>
                  <a:schemeClr val="tx1"/>
                </a:solidFill>
              </a:defRPr>
            </a:lvl2pPr>
            <a:lvl3pPr marL="384048" indent="-118872">
              <a:spcAft>
                <a:spcPct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941179188" name="Text Placeholder 3"/>
          <p:cNvSpPr>
            <a:spLocks noGrp="1"/>
          </p:cNvSpPr>
          <p:nvPr>
            <p:ph type="body" sz="quarter" idx="16"/>
          </p:nvPr>
        </p:nvSpPr>
        <p:spPr bwMode="auto">
          <a:xfrm>
            <a:off x="6246410" y="4278313"/>
            <a:ext cx="3765954" cy="726353"/>
          </a:xfrm>
          <a:prstGeom prst="rect">
            <a:avLst/>
          </a:prstGeom>
        </p:spPr>
        <p:txBody>
          <a:bodyPr wrap="square">
            <a:spAutoFit/>
          </a:bodyPr>
          <a:lstStyle>
            <a:lvl1pPr marL="137160" indent="-137160">
              <a:spcAft>
                <a:spcPct val="0"/>
              </a:spcAft>
              <a:buFont typeface="Arial"/>
              <a:buChar char="•"/>
              <a:defRPr>
                <a:solidFill>
                  <a:schemeClr val="tx1"/>
                </a:solidFill>
              </a:defRPr>
            </a:lvl1pPr>
            <a:lvl2pPr marL="265176" indent="-128016">
              <a:spcAft>
                <a:spcPct val="0"/>
              </a:spcAft>
              <a:buFont typeface="Arial"/>
              <a:buChar char="•"/>
              <a:defRPr>
                <a:solidFill>
                  <a:schemeClr val="tx1"/>
                </a:solidFill>
              </a:defRPr>
            </a:lvl2pPr>
            <a:lvl3pPr marL="384048" indent="-118872">
              <a:spcAft>
                <a:spcPct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401069340"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PhAnim="0" preserve="1" userDrawn="1">
  <p:cSld name="1-column_Text">
    <p:bg>
      <p:bgRef idx="1001">
        <a:schemeClr val="bg1"/>
      </p:bgRef>
    </p:bg>
    <p:spTree>
      <p:nvGrpSpPr>
        <p:cNvPr id="1" name=""/>
        <p:cNvGrpSpPr/>
        <p:nvPr/>
      </p:nvGrpSpPr>
      <p:grpSpPr>
        <a:xfrm>
          <a:off x="0" y="0"/>
          <a:ext cx="0" cy="0"/>
          <a:chOff x="0" y="0"/>
          <a:chExt cx="0" cy="0"/>
        </a:xfrm>
      </p:grpSpPr>
      <p:sp>
        <p:nvSpPr>
          <p:cNvPr id="410791849" name="Title 1"/>
          <p:cNvSpPr>
            <a:spLocks noGrp="1"/>
          </p:cNvSpPr>
          <p:nvPr>
            <p:ph type="title"/>
          </p:nvPr>
        </p:nvSpPr>
        <p:spPr bwMode="auto">
          <a:xfrm>
            <a:off x="588262" y="585216"/>
            <a:ext cx="11013473"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654726490" name="Text Placeholder 3"/>
          <p:cNvSpPr>
            <a:spLocks noGrp="1"/>
          </p:cNvSpPr>
          <p:nvPr>
            <p:ph type="body" sz="quarter" idx="15"/>
          </p:nvPr>
        </p:nvSpPr>
        <p:spPr bwMode="auto">
          <a:xfrm>
            <a:off x="586388" y="1591056"/>
            <a:ext cx="11013473"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772029917"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PhAnim="0" preserve="1" userDrawn="1">
  <p:cSld name="Title and subheading">
    <p:spTree>
      <p:nvGrpSpPr>
        <p:cNvPr id="1" name=""/>
        <p:cNvGrpSpPr/>
        <p:nvPr/>
      </p:nvGrpSpPr>
      <p:grpSpPr>
        <a:xfrm>
          <a:off x="0" y="0"/>
          <a:ext cx="0" cy="0"/>
          <a:chOff x="0" y="0"/>
          <a:chExt cx="0" cy="0"/>
        </a:xfrm>
      </p:grpSpPr>
      <p:sp>
        <p:nvSpPr>
          <p:cNvPr id="805465159" name="Title 1"/>
          <p:cNvSpPr>
            <a:spLocks noGrp="1"/>
          </p:cNvSpPr>
          <p:nvPr>
            <p:ph type="title"/>
          </p:nvPr>
        </p:nvSpPr>
        <p:spPr bwMode="auto">
          <a:xfrm>
            <a:off x="588261" y="585216"/>
            <a:ext cx="11011601" cy="707281"/>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007051401"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338222769" name="Text Placeholder 11"/>
          <p:cNvSpPr>
            <a:spLocks noGrp="1"/>
          </p:cNvSpPr>
          <p:nvPr>
            <p:ph type="body" sz="quarter" idx="17"/>
          </p:nvPr>
        </p:nvSpPr>
        <p:spPr bwMode="auto">
          <a:xfrm>
            <a:off x="584199" y="1386766"/>
            <a:ext cx="11011601" cy="246221"/>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PhAnim="0" preserve="1" userDrawn="1">
  <p:cSld name="1_1-column_Text">
    <p:bg>
      <p:bgRef idx="1001">
        <a:schemeClr val="bg1"/>
      </p:bgRef>
    </p:bg>
    <p:spTree>
      <p:nvGrpSpPr>
        <p:cNvPr id="1" name=""/>
        <p:cNvGrpSpPr/>
        <p:nvPr/>
      </p:nvGrpSpPr>
      <p:grpSpPr>
        <a:xfrm>
          <a:off x="0" y="0"/>
          <a:ext cx="0" cy="0"/>
          <a:chOff x="0" y="0"/>
          <a:chExt cx="0" cy="0"/>
        </a:xfrm>
      </p:grpSpPr>
      <p:sp>
        <p:nvSpPr>
          <p:cNvPr id="1407210116" name="Title 1"/>
          <p:cNvSpPr>
            <a:spLocks noGrp="1"/>
          </p:cNvSpPr>
          <p:nvPr>
            <p:ph type="title"/>
          </p:nvPr>
        </p:nvSpPr>
        <p:spPr bwMode="auto">
          <a:xfrm>
            <a:off x="588261" y="585216"/>
            <a:ext cx="8189027"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521329357" name="Text Placeholder 11"/>
          <p:cNvSpPr>
            <a:spLocks noGrp="1"/>
          </p:cNvSpPr>
          <p:nvPr>
            <p:ph type="body" sz="quarter" idx="17"/>
          </p:nvPr>
        </p:nvSpPr>
        <p:spPr bwMode="auto">
          <a:xfrm>
            <a:off x="584200" y="1594155"/>
            <a:ext cx="5364224" cy="246221"/>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
        <p:nvSpPr>
          <p:cNvPr id="1730639413" name="Text Placeholder 3"/>
          <p:cNvSpPr>
            <a:spLocks noGrp="1"/>
          </p:cNvSpPr>
          <p:nvPr>
            <p:ph type="body" sz="quarter" idx="15"/>
          </p:nvPr>
        </p:nvSpPr>
        <p:spPr bwMode="auto">
          <a:xfrm>
            <a:off x="586390" y="2085764"/>
            <a:ext cx="5361973"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952666005"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PhAnim="0" preserve="1" userDrawn="1">
  <p:cSld name="2-column_Text">
    <p:bg>
      <p:bgRef idx="1001">
        <a:schemeClr val="bg1"/>
      </p:bgRef>
    </p:bg>
    <p:spTree>
      <p:nvGrpSpPr>
        <p:cNvPr id="1" name=""/>
        <p:cNvGrpSpPr/>
        <p:nvPr/>
      </p:nvGrpSpPr>
      <p:grpSpPr>
        <a:xfrm>
          <a:off x="0" y="0"/>
          <a:ext cx="0" cy="0"/>
          <a:chOff x="0" y="0"/>
          <a:chExt cx="0" cy="0"/>
        </a:xfrm>
      </p:grpSpPr>
      <p:sp>
        <p:nvSpPr>
          <p:cNvPr id="1557702565"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375879708" name="Text Placeholder 3"/>
          <p:cNvSpPr>
            <a:spLocks noGrp="1"/>
          </p:cNvSpPr>
          <p:nvPr>
            <p:ph type="body" sz="quarter" idx="15"/>
          </p:nvPr>
        </p:nvSpPr>
        <p:spPr bwMode="auto">
          <a:xfrm>
            <a:off x="586390" y="1591056"/>
            <a:ext cx="5217510" cy="726353"/>
          </a:xfrm>
          <a:prstGeom prst="rect">
            <a:avLst/>
          </a:prstGeom>
        </p:spPr>
        <p:txBody>
          <a:bodyPr wrap="square">
            <a:spAutoFit/>
          </a:bodyPr>
          <a:lstStyle>
            <a:lvl1pPr marL="137160" indent="-137160">
              <a:spcAft>
                <a:spcPct val="0"/>
              </a:spcAft>
              <a:buFont typeface="Arial"/>
              <a:buChar char="•"/>
              <a:defRPr>
                <a:solidFill>
                  <a:schemeClr val="tx1"/>
                </a:solidFill>
              </a:defRPr>
            </a:lvl1pPr>
            <a:lvl2pPr marL="274320" indent="-137160">
              <a:spcAft>
                <a:spcPct val="0"/>
              </a:spcAft>
              <a:buFont typeface="Arial"/>
              <a:buChar char="•"/>
              <a:defRPr>
                <a:solidFill>
                  <a:schemeClr val="tx1"/>
                </a:solidFill>
              </a:defRPr>
            </a:lvl2pPr>
            <a:lvl3pPr marL="411480" indent="-137160">
              <a:spcAft>
                <a:spcPct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736337405" name="Text Placeholder 3"/>
          <p:cNvSpPr>
            <a:spLocks noGrp="1"/>
          </p:cNvSpPr>
          <p:nvPr>
            <p:ph type="body" sz="quarter" idx="20"/>
          </p:nvPr>
        </p:nvSpPr>
        <p:spPr bwMode="auto">
          <a:xfrm>
            <a:off x="6253664" y="1591056"/>
            <a:ext cx="5187106" cy="726353"/>
          </a:xfrm>
          <a:prstGeom prst="rect">
            <a:avLst/>
          </a:prstGeom>
        </p:spPr>
        <p:txBody>
          <a:bodyPr wrap="square">
            <a:spAutoFit/>
          </a:bodyPr>
          <a:lstStyle>
            <a:lvl1pPr marL="137160" indent="-137160">
              <a:spcAft>
                <a:spcPct val="0"/>
              </a:spcAft>
              <a:buFont typeface="Arial"/>
              <a:buChar char="•"/>
              <a:defRPr>
                <a:solidFill>
                  <a:schemeClr val="tx1"/>
                </a:solidFill>
              </a:defRPr>
            </a:lvl1pPr>
            <a:lvl2pPr marL="274320" indent="-137160">
              <a:spcAft>
                <a:spcPct val="0"/>
              </a:spcAft>
              <a:buFont typeface="Arial"/>
              <a:buChar char="•"/>
              <a:defRPr>
                <a:solidFill>
                  <a:schemeClr val="tx1"/>
                </a:solidFill>
              </a:defRPr>
            </a:lvl2pPr>
            <a:lvl3pPr marL="411480" indent="-137160">
              <a:spcAft>
                <a:spcPct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241032639"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PhAnim="0" preserve="1" userDrawn="1">
  <p:cSld name="2-column_Text_with Subheads">
    <p:bg>
      <p:bgRef idx="1001">
        <a:schemeClr val="bg1"/>
      </p:bgRef>
    </p:bg>
    <p:spTree>
      <p:nvGrpSpPr>
        <p:cNvPr id="1" name=""/>
        <p:cNvGrpSpPr/>
        <p:nvPr/>
      </p:nvGrpSpPr>
      <p:grpSpPr>
        <a:xfrm>
          <a:off x="0" y="0"/>
          <a:ext cx="0" cy="0"/>
          <a:chOff x="0" y="0"/>
          <a:chExt cx="0" cy="0"/>
        </a:xfrm>
      </p:grpSpPr>
      <p:sp>
        <p:nvSpPr>
          <p:cNvPr id="221134770"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589163950" name="Text Placeholder 11"/>
          <p:cNvSpPr>
            <a:spLocks noGrp="1"/>
          </p:cNvSpPr>
          <p:nvPr>
            <p:ph type="body" sz="quarter" idx="16"/>
          </p:nvPr>
        </p:nvSpPr>
        <p:spPr bwMode="auto">
          <a:xfrm>
            <a:off x="584200" y="1594155"/>
            <a:ext cx="5219700" cy="246221"/>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
        <p:nvSpPr>
          <p:cNvPr id="1047649193" name="Text Placeholder 3"/>
          <p:cNvSpPr>
            <a:spLocks noGrp="1"/>
          </p:cNvSpPr>
          <p:nvPr>
            <p:ph type="body" sz="quarter" idx="15"/>
          </p:nvPr>
        </p:nvSpPr>
        <p:spPr bwMode="auto">
          <a:xfrm>
            <a:off x="586390" y="2085764"/>
            <a:ext cx="5217510"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939302413" name="Text Placeholder 11"/>
          <p:cNvSpPr>
            <a:spLocks noGrp="1"/>
          </p:cNvSpPr>
          <p:nvPr>
            <p:ph type="body" sz="quarter" idx="19"/>
          </p:nvPr>
        </p:nvSpPr>
        <p:spPr bwMode="auto">
          <a:xfrm>
            <a:off x="6244220" y="1594155"/>
            <a:ext cx="5219700" cy="246221"/>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
        <p:nvSpPr>
          <p:cNvPr id="1404737793" name="Text Placeholder 3"/>
          <p:cNvSpPr>
            <a:spLocks noGrp="1"/>
          </p:cNvSpPr>
          <p:nvPr>
            <p:ph type="body" sz="quarter" idx="20"/>
          </p:nvPr>
        </p:nvSpPr>
        <p:spPr bwMode="auto">
          <a:xfrm>
            <a:off x="6253664" y="2085764"/>
            <a:ext cx="5187106"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096306335"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PhAnim="0" preserve="1" userDrawn="1">
  <p:cSld name="3-column_Text">
    <p:bg>
      <p:bgRef idx="1001">
        <a:schemeClr val="bg1"/>
      </p:bgRef>
    </p:bg>
    <p:spTree>
      <p:nvGrpSpPr>
        <p:cNvPr id="1" name=""/>
        <p:cNvGrpSpPr/>
        <p:nvPr/>
      </p:nvGrpSpPr>
      <p:grpSpPr>
        <a:xfrm>
          <a:off x="0" y="0"/>
          <a:ext cx="0" cy="0"/>
          <a:chOff x="0" y="0"/>
          <a:chExt cx="0" cy="0"/>
        </a:xfrm>
      </p:grpSpPr>
      <p:sp>
        <p:nvSpPr>
          <p:cNvPr id="585742103"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607589951" name="Text Placeholder 3"/>
          <p:cNvSpPr>
            <a:spLocks noGrp="1"/>
          </p:cNvSpPr>
          <p:nvPr>
            <p:ph type="body" sz="quarter" idx="15"/>
          </p:nvPr>
        </p:nvSpPr>
        <p:spPr bwMode="auto">
          <a:xfrm>
            <a:off x="586390" y="1591310"/>
            <a:ext cx="3479198"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217284948" name="Text Placeholder 3"/>
          <p:cNvSpPr>
            <a:spLocks noGrp="1"/>
          </p:cNvSpPr>
          <p:nvPr>
            <p:ph type="body" sz="quarter" idx="16"/>
          </p:nvPr>
        </p:nvSpPr>
        <p:spPr bwMode="auto">
          <a:xfrm>
            <a:off x="4362862" y="1591310"/>
            <a:ext cx="3479198"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224953861" name="Text Placeholder 3"/>
          <p:cNvSpPr>
            <a:spLocks noGrp="1"/>
          </p:cNvSpPr>
          <p:nvPr>
            <p:ph type="body" sz="quarter" idx="17"/>
          </p:nvPr>
        </p:nvSpPr>
        <p:spPr bwMode="auto">
          <a:xfrm>
            <a:off x="8130190" y="1591310"/>
            <a:ext cx="3479198"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529320571"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PhAnim="0" preserve="1" userDrawn="1">
  <p:cSld name="3-column_Text_with Subheads">
    <p:bg>
      <p:bgRef idx="1001">
        <a:schemeClr val="bg1"/>
      </p:bgRef>
    </p:bg>
    <p:spTree>
      <p:nvGrpSpPr>
        <p:cNvPr id="1" name=""/>
        <p:cNvGrpSpPr/>
        <p:nvPr/>
      </p:nvGrpSpPr>
      <p:grpSpPr>
        <a:xfrm>
          <a:off x="0" y="0"/>
          <a:ext cx="0" cy="0"/>
          <a:chOff x="0" y="0"/>
          <a:chExt cx="0" cy="0"/>
        </a:xfrm>
      </p:grpSpPr>
      <p:sp>
        <p:nvSpPr>
          <p:cNvPr id="406305626"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837357008" name="Text Placeholder 11"/>
          <p:cNvSpPr>
            <a:spLocks noGrp="1"/>
          </p:cNvSpPr>
          <p:nvPr>
            <p:ph type="body" sz="quarter" idx="16"/>
          </p:nvPr>
        </p:nvSpPr>
        <p:spPr bwMode="auto">
          <a:xfrm>
            <a:off x="584200" y="1594155"/>
            <a:ext cx="3479071" cy="246221"/>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
        <p:nvSpPr>
          <p:cNvPr id="1086467241" name="Text Placeholder 3"/>
          <p:cNvSpPr>
            <a:spLocks noGrp="1"/>
          </p:cNvSpPr>
          <p:nvPr>
            <p:ph type="body" sz="quarter" idx="15"/>
          </p:nvPr>
        </p:nvSpPr>
        <p:spPr bwMode="auto">
          <a:xfrm>
            <a:off x="586390" y="2286000"/>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292925667" name="Text Placeholder 11"/>
          <p:cNvSpPr>
            <a:spLocks noGrp="1"/>
          </p:cNvSpPr>
          <p:nvPr>
            <p:ph type="body" sz="quarter" idx="22"/>
          </p:nvPr>
        </p:nvSpPr>
        <p:spPr bwMode="auto">
          <a:xfrm>
            <a:off x="4357547" y="1594155"/>
            <a:ext cx="3479071" cy="246221"/>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
        <p:nvSpPr>
          <p:cNvPr id="1229317947" name="Text Placeholder 3"/>
          <p:cNvSpPr>
            <a:spLocks noGrp="1"/>
          </p:cNvSpPr>
          <p:nvPr>
            <p:ph type="body" sz="quarter" idx="23"/>
          </p:nvPr>
        </p:nvSpPr>
        <p:spPr bwMode="auto">
          <a:xfrm>
            <a:off x="4359737" y="2286000"/>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671076326" name="Text Placeholder 11"/>
          <p:cNvSpPr>
            <a:spLocks noGrp="1"/>
          </p:cNvSpPr>
          <p:nvPr>
            <p:ph type="body" sz="quarter" idx="24"/>
          </p:nvPr>
        </p:nvSpPr>
        <p:spPr bwMode="auto">
          <a:xfrm>
            <a:off x="8130894" y="1594155"/>
            <a:ext cx="3479071" cy="246221"/>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
        <p:nvSpPr>
          <p:cNvPr id="1547981180" name="Text Placeholder 3"/>
          <p:cNvSpPr>
            <a:spLocks noGrp="1"/>
          </p:cNvSpPr>
          <p:nvPr>
            <p:ph type="body" sz="quarter" idx="25"/>
          </p:nvPr>
        </p:nvSpPr>
        <p:spPr bwMode="auto">
          <a:xfrm>
            <a:off x="8133084" y="2286000"/>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628768204"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PhAnim="0" preserve="1" userDrawn="1">
  <p:cSld name="3-column_Text_with Subheads-Icons">
    <p:bg>
      <p:bgRef idx="1001">
        <a:schemeClr val="bg1"/>
      </p:bgRef>
    </p:bg>
    <p:spTree>
      <p:nvGrpSpPr>
        <p:cNvPr id="1" name=""/>
        <p:cNvGrpSpPr/>
        <p:nvPr/>
      </p:nvGrpSpPr>
      <p:grpSpPr>
        <a:xfrm>
          <a:off x="0" y="0"/>
          <a:ext cx="0" cy="0"/>
          <a:chOff x="0" y="0"/>
          <a:chExt cx="0" cy="0"/>
        </a:xfrm>
      </p:grpSpPr>
      <p:sp>
        <p:nvSpPr>
          <p:cNvPr id="778148363"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772947593" name="Text Placeholder 11"/>
          <p:cNvSpPr>
            <a:spLocks noGrp="1"/>
          </p:cNvSpPr>
          <p:nvPr>
            <p:ph type="body" sz="quarter" idx="16"/>
          </p:nvPr>
        </p:nvSpPr>
        <p:spPr bwMode="auto">
          <a:xfrm>
            <a:off x="584200" y="2407846"/>
            <a:ext cx="3479071" cy="246221"/>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
        <p:nvSpPr>
          <p:cNvPr id="420702785" name="Text Placeholder 3"/>
          <p:cNvSpPr>
            <a:spLocks noGrp="1"/>
          </p:cNvSpPr>
          <p:nvPr>
            <p:ph type="body" sz="quarter" idx="15"/>
          </p:nvPr>
        </p:nvSpPr>
        <p:spPr bwMode="auto">
          <a:xfrm>
            <a:off x="586390" y="3099691"/>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701064652" name="Text Placeholder 11"/>
          <p:cNvSpPr>
            <a:spLocks noGrp="1"/>
          </p:cNvSpPr>
          <p:nvPr>
            <p:ph type="body" sz="quarter" idx="22"/>
          </p:nvPr>
        </p:nvSpPr>
        <p:spPr bwMode="auto">
          <a:xfrm>
            <a:off x="4357547" y="2407846"/>
            <a:ext cx="3479071" cy="246221"/>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
        <p:nvSpPr>
          <p:cNvPr id="694374473" name="Text Placeholder 3"/>
          <p:cNvSpPr>
            <a:spLocks noGrp="1"/>
          </p:cNvSpPr>
          <p:nvPr>
            <p:ph type="body" sz="quarter" idx="23"/>
          </p:nvPr>
        </p:nvSpPr>
        <p:spPr bwMode="auto">
          <a:xfrm>
            <a:off x="4359737" y="3099691"/>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446846812" name="Text Placeholder 11"/>
          <p:cNvSpPr>
            <a:spLocks noGrp="1"/>
          </p:cNvSpPr>
          <p:nvPr>
            <p:ph type="body" sz="quarter" idx="24"/>
          </p:nvPr>
        </p:nvSpPr>
        <p:spPr bwMode="auto">
          <a:xfrm>
            <a:off x="8130894" y="2407846"/>
            <a:ext cx="3479071" cy="246221"/>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
        <p:nvSpPr>
          <p:cNvPr id="378484585" name="Text Placeholder 3"/>
          <p:cNvSpPr>
            <a:spLocks noGrp="1"/>
          </p:cNvSpPr>
          <p:nvPr>
            <p:ph type="body" sz="quarter" idx="25"/>
          </p:nvPr>
        </p:nvSpPr>
        <p:spPr bwMode="auto">
          <a:xfrm>
            <a:off x="8133084" y="3099691"/>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154269076"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PhAnim="0" preserve="1" userDrawn="1">
  <p:cSld name="2_3-column_Text_with Subheads-Icons">
    <p:bg>
      <p:bgRef idx="1001">
        <a:schemeClr val="bg1"/>
      </p:bgRef>
    </p:bg>
    <p:spTree>
      <p:nvGrpSpPr>
        <p:cNvPr id="1" name=""/>
        <p:cNvGrpSpPr/>
        <p:nvPr/>
      </p:nvGrpSpPr>
      <p:grpSpPr>
        <a:xfrm>
          <a:off x="0" y="0"/>
          <a:ext cx="0" cy="0"/>
          <a:chOff x="0" y="0"/>
          <a:chExt cx="0" cy="0"/>
        </a:xfrm>
      </p:grpSpPr>
      <p:cxnSp>
        <p:nvCxnSpPr>
          <p:cNvPr id="1178608881" name="Straight Connector 4" descr="Microsoft Certification renewal process flow"/>
          <p:cNvCxnSpPr/>
          <p:nvPr userDrawn="1"/>
        </p:nvCxnSpPr>
        <p:spPr bwMode="auto">
          <a:xfrm>
            <a:off x="1767" y="2042154"/>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1737611336"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561092107" name="Text Placeholder 11"/>
          <p:cNvSpPr>
            <a:spLocks noGrp="1"/>
          </p:cNvSpPr>
          <p:nvPr>
            <p:ph type="body" sz="quarter" idx="16"/>
          </p:nvPr>
        </p:nvSpPr>
        <p:spPr bwMode="auto">
          <a:xfrm>
            <a:off x="584200" y="2995283"/>
            <a:ext cx="3479071" cy="246221"/>
          </a:xfrm>
          <a:prstGeom prst="rect">
            <a:avLst/>
          </a:prstGeom>
        </p:spPr>
        <p:txBody>
          <a:bodyPr anchor="t"/>
          <a:lstStyle>
            <a:lvl1pPr marL="0" indent="0" algn="ctr">
              <a:spcBef>
                <a:spcPct val="0"/>
              </a:spcBef>
              <a:buNone/>
              <a:defRPr sz="1600">
                <a:solidFill>
                  <a:schemeClr val="tx1"/>
                </a:solidFill>
                <a:latin typeface="+mj-lt"/>
              </a:defRPr>
            </a:lvl1pPr>
          </a:lstStyle>
          <a:p>
            <a:pPr lvl="0">
              <a:defRPr/>
            </a:pPr>
            <a:r>
              <a:rPr lang="en-US"/>
              <a:t>Click to edit Master text styles</a:t>
            </a:r>
            <a:endParaRPr/>
          </a:p>
        </p:txBody>
      </p:sp>
      <p:sp>
        <p:nvSpPr>
          <p:cNvPr id="677718522" name="Text Placeholder 3"/>
          <p:cNvSpPr>
            <a:spLocks noGrp="1"/>
          </p:cNvSpPr>
          <p:nvPr>
            <p:ph type="body" sz="quarter" idx="15"/>
          </p:nvPr>
        </p:nvSpPr>
        <p:spPr bwMode="auto">
          <a:xfrm>
            <a:off x="586390"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242273525" name="Text Placeholder 11"/>
          <p:cNvSpPr>
            <a:spLocks noGrp="1"/>
          </p:cNvSpPr>
          <p:nvPr>
            <p:ph type="body" sz="quarter" idx="22"/>
          </p:nvPr>
        </p:nvSpPr>
        <p:spPr bwMode="auto">
          <a:xfrm>
            <a:off x="4357547" y="2995283"/>
            <a:ext cx="3479071" cy="246221"/>
          </a:xfrm>
          <a:prstGeom prst="rect">
            <a:avLst/>
          </a:prstGeom>
        </p:spPr>
        <p:txBody>
          <a:bodyPr anchor="t"/>
          <a:lstStyle>
            <a:lvl1pPr marL="0" indent="0" algn="ctr">
              <a:spcBef>
                <a:spcPct val="0"/>
              </a:spcBef>
              <a:buNone/>
              <a:defRPr sz="1600">
                <a:solidFill>
                  <a:schemeClr val="tx1"/>
                </a:solidFill>
                <a:latin typeface="+mj-lt"/>
              </a:defRPr>
            </a:lvl1pPr>
          </a:lstStyle>
          <a:p>
            <a:pPr lvl="0">
              <a:defRPr/>
            </a:pPr>
            <a:r>
              <a:rPr lang="en-US"/>
              <a:t>Click to edit Master text styles</a:t>
            </a:r>
            <a:endParaRPr/>
          </a:p>
        </p:txBody>
      </p:sp>
      <p:sp>
        <p:nvSpPr>
          <p:cNvPr id="2046121014" name="Text Placeholder 3"/>
          <p:cNvSpPr>
            <a:spLocks noGrp="1"/>
          </p:cNvSpPr>
          <p:nvPr>
            <p:ph type="body" sz="quarter" idx="23"/>
          </p:nvPr>
        </p:nvSpPr>
        <p:spPr bwMode="auto">
          <a:xfrm>
            <a:off x="4359737"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3268218" name="Text Placeholder 11"/>
          <p:cNvSpPr>
            <a:spLocks noGrp="1"/>
          </p:cNvSpPr>
          <p:nvPr>
            <p:ph type="body" sz="quarter" idx="24"/>
          </p:nvPr>
        </p:nvSpPr>
        <p:spPr bwMode="auto">
          <a:xfrm>
            <a:off x="8130894" y="2995283"/>
            <a:ext cx="3479071" cy="246221"/>
          </a:xfrm>
          <a:prstGeom prst="rect">
            <a:avLst/>
          </a:prstGeom>
        </p:spPr>
        <p:txBody>
          <a:bodyPr anchor="t"/>
          <a:lstStyle>
            <a:lvl1pPr marL="0" indent="0" algn="ctr">
              <a:spcBef>
                <a:spcPct val="0"/>
              </a:spcBef>
              <a:buNone/>
              <a:defRPr sz="1600">
                <a:solidFill>
                  <a:schemeClr val="tx1"/>
                </a:solidFill>
                <a:latin typeface="+mj-lt"/>
              </a:defRPr>
            </a:lvl1pPr>
          </a:lstStyle>
          <a:p>
            <a:pPr lvl="0">
              <a:defRPr/>
            </a:pPr>
            <a:r>
              <a:rPr lang="en-US"/>
              <a:t>Click to edit Master text styles</a:t>
            </a:r>
            <a:endParaRPr/>
          </a:p>
        </p:txBody>
      </p:sp>
      <p:sp>
        <p:nvSpPr>
          <p:cNvPr id="1599252659" name="Text Placeholder 3"/>
          <p:cNvSpPr>
            <a:spLocks noGrp="1"/>
          </p:cNvSpPr>
          <p:nvPr>
            <p:ph type="body" sz="quarter" idx="25"/>
          </p:nvPr>
        </p:nvSpPr>
        <p:spPr bwMode="auto">
          <a:xfrm>
            <a:off x="8133084"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646719058"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PhAnim="0" preserve="1" userDrawn="1">
  <p:cSld name="4_3-column_Text_with Subheads-Icons">
    <p:bg>
      <p:bgRef idx="1001">
        <a:schemeClr val="bg1"/>
      </p:bgRef>
    </p:bg>
    <p:spTree>
      <p:nvGrpSpPr>
        <p:cNvPr id="1" name=""/>
        <p:cNvGrpSpPr/>
        <p:nvPr/>
      </p:nvGrpSpPr>
      <p:grpSpPr>
        <a:xfrm>
          <a:off x="0" y="0"/>
          <a:ext cx="0" cy="0"/>
          <a:chOff x="0" y="0"/>
          <a:chExt cx="0" cy="0"/>
        </a:xfrm>
      </p:grpSpPr>
      <p:cxnSp>
        <p:nvCxnSpPr>
          <p:cNvPr id="413614626" name="Straight Connector 4" descr="Microsoft Certification renewal process flow"/>
          <p:cNvCxnSpPr/>
          <p:nvPr userDrawn="1"/>
        </p:nvCxnSpPr>
        <p:spPr bwMode="auto">
          <a:xfrm>
            <a:off x="1767" y="2042154"/>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1177388909"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611396790" name="Text Placeholder 11"/>
          <p:cNvSpPr>
            <a:spLocks noGrp="1"/>
          </p:cNvSpPr>
          <p:nvPr>
            <p:ph type="body" sz="quarter" idx="16"/>
          </p:nvPr>
        </p:nvSpPr>
        <p:spPr bwMode="auto">
          <a:xfrm>
            <a:off x="584200" y="2995283"/>
            <a:ext cx="3479071" cy="246221"/>
          </a:xfrm>
          <a:prstGeom prst="rect">
            <a:avLst/>
          </a:prstGeom>
        </p:spPr>
        <p:txBody>
          <a:bodyPr anchor="t"/>
          <a:lstStyle>
            <a:lvl1pPr marL="0" indent="0" algn="ctr">
              <a:spcBef>
                <a:spcPct val="0"/>
              </a:spcBef>
              <a:buNone/>
              <a:defRPr sz="1600">
                <a:solidFill>
                  <a:schemeClr val="tx1"/>
                </a:solidFill>
                <a:latin typeface="+mj-lt"/>
              </a:defRPr>
            </a:lvl1pPr>
          </a:lstStyle>
          <a:p>
            <a:pPr lvl="0">
              <a:defRPr/>
            </a:pPr>
            <a:r>
              <a:rPr lang="en-US"/>
              <a:t>Click to edit Master text styles</a:t>
            </a:r>
            <a:endParaRPr/>
          </a:p>
        </p:txBody>
      </p:sp>
      <p:sp>
        <p:nvSpPr>
          <p:cNvPr id="33446084" name="Text Placeholder 3"/>
          <p:cNvSpPr>
            <a:spLocks noGrp="1"/>
          </p:cNvSpPr>
          <p:nvPr>
            <p:ph type="body" sz="quarter" idx="15"/>
          </p:nvPr>
        </p:nvSpPr>
        <p:spPr bwMode="auto">
          <a:xfrm>
            <a:off x="586390"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215803394" name="Text Placeholder 11"/>
          <p:cNvSpPr>
            <a:spLocks noGrp="1"/>
          </p:cNvSpPr>
          <p:nvPr>
            <p:ph type="body" sz="quarter" idx="22"/>
          </p:nvPr>
        </p:nvSpPr>
        <p:spPr bwMode="auto">
          <a:xfrm>
            <a:off x="4357547" y="2995283"/>
            <a:ext cx="3479071" cy="246221"/>
          </a:xfrm>
          <a:prstGeom prst="rect">
            <a:avLst/>
          </a:prstGeom>
        </p:spPr>
        <p:txBody>
          <a:bodyPr anchor="t"/>
          <a:lstStyle>
            <a:lvl1pPr marL="0" indent="0" algn="ctr">
              <a:spcBef>
                <a:spcPct val="0"/>
              </a:spcBef>
              <a:buNone/>
              <a:defRPr sz="1600">
                <a:solidFill>
                  <a:schemeClr val="tx1"/>
                </a:solidFill>
                <a:latin typeface="+mj-lt"/>
              </a:defRPr>
            </a:lvl1pPr>
          </a:lstStyle>
          <a:p>
            <a:pPr lvl="0">
              <a:defRPr/>
            </a:pPr>
            <a:r>
              <a:rPr lang="en-US"/>
              <a:t>Click to edit Master text styles</a:t>
            </a:r>
            <a:endParaRPr/>
          </a:p>
        </p:txBody>
      </p:sp>
      <p:sp>
        <p:nvSpPr>
          <p:cNvPr id="522946063" name="Text Placeholder 3"/>
          <p:cNvSpPr>
            <a:spLocks noGrp="1"/>
          </p:cNvSpPr>
          <p:nvPr>
            <p:ph type="body" sz="quarter" idx="23"/>
          </p:nvPr>
        </p:nvSpPr>
        <p:spPr bwMode="auto">
          <a:xfrm>
            <a:off x="4359737"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27290918" name="Text Placeholder 11"/>
          <p:cNvSpPr>
            <a:spLocks noGrp="1"/>
          </p:cNvSpPr>
          <p:nvPr>
            <p:ph type="body" sz="quarter" idx="24"/>
          </p:nvPr>
        </p:nvSpPr>
        <p:spPr bwMode="auto">
          <a:xfrm>
            <a:off x="8130894" y="2995283"/>
            <a:ext cx="3479071" cy="246221"/>
          </a:xfrm>
          <a:prstGeom prst="rect">
            <a:avLst/>
          </a:prstGeom>
        </p:spPr>
        <p:txBody>
          <a:bodyPr anchor="t"/>
          <a:lstStyle>
            <a:lvl1pPr marL="0" indent="0" algn="ctr">
              <a:spcBef>
                <a:spcPct val="0"/>
              </a:spcBef>
              <a:buNone/>
              <a:defRPr sz="1600">
                <a:solidFill>
                  <a:schemeClr val="tx1"/>
                </a:solidFill>
                <a:latin typeface="+mj-lt"/>
              </a:defRPr>
            </a:lvl1pPr>
          </a:lstStyle>
          <a:p>
            <a:pPr lvl="0">
              <a:defRPr/>
            </a:pPr>
            <a:r>
              <a:rPr lang="en-US"/>
              <a:t>Click to edit Master text styles</a:t>
            </a:r>
            <a:endParaRPr/>
          </a:p>
        </p:txBody>
      </p:sp>
      <p:sp>
        <p:nvSpPr>
          <p:cNvPr id="272125262" name="Text Placeholder 3"/>
          <p:cNvSpPr>
            <a:spLocks noGrp="1"/>
          </p:cNvSpPr>
          <p:nvPr>
            <p:ph type="body" sz="quarter" idx="25"/>
          </p:nvPr>
        </p:nvSpPr>
        <p:spPr bwMode="auto">
          <a:xfrm>
            <a:off x="8133084"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690218324"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PhAnim="0" preserve="1" userDrawn="1">
  <p:cSld name="3_3-column_Text_with Subheads-Icons">
    <p:bg>
      <p:bgRef idx="1001">
        <a:schemeClr val="bg1"/>
      </p:bgRef>
    </p:bg>
    <p:spTree>
      <p:nvGrpSpPr>
        <p:cNvPr id="1" name=""/>
        <p:cNvGrpSpPr/>
        <p:nvPr/>
      </p:nvGrpSpPr>
      <p:grpSpPr>
        <a:xfrm>
          <a:off x="0" y="0"/>
          <a:ext cx="0" cy="0"/>
          <a:chOff x="0" y="0"/>
          <a:chExt cx="0" cy="0"/>
        </a:xfrm>
      </p:grpSpPr>
      <p:cxnSp>
        <p:nvCxnSpPr>
          <p:cNvPr id="2007071839" name="Straight Connector 4" descr="Microsoft Certification renewal process flow"/>
          <p:cNvCxnSpPr/>
          <p:nvPr userDrawn="1"/>
        </p:nvCxnSpPr>
        <p:spPr bwMode="auto">
          <a:xfrm>
            <a:off x="1767" y="2042154"/>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1600916660"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582173584" name="Text Placeholder 11"/>
          <p:cNvSpPr>
            <a:spLocks noGrp="1"/>
          </p:cNvSpPr>
          <p:nvPr>
            <p:ph type="body" sz="quarter" idx="16"/>
          </p:nvPr>
        </p:nvSpPr>
        <p:spPr bwMode="auto">
          <a:xfrm>
            <a:off x="584200" y="2995283"/>
            <a:ext cx="3479071" cy="246221"/>
          </a:xfrm>
          <a:prstGeom prst="rect">
            <a:avLst/>
          </a:prstGeom>
        </p:spPr>
        <p:txBody>
          <a:bodyPr anchor="t"/>
          <a:lstStyle>
            <a:lvl1pPr marL="0" indent="0" algn="ctr">
              <a:spcBef>
                <a:spcPct val="0"/>
              </a:spcBef>
              <a:buNone/>
              <a:defRPr sz="1600">
                <a:solidFill>
                  <a:schemeClr val="tx1"/>
                </a:solidFill>
                <a:latin typeface="+mj-lt"/>
              </a:defRPr>
            </a:lvl1pPr>
          </a:lstStyle>
          <a:p>
            <a:pPr lvl="0">
              <a:defRPr/>
            </a:pPr>
            <a:r>
              <a:rPr lang="en-US"/>
              <a:t>Click to edit Master text styles</a:t>
            </a:r>
            <a:endParaRPr/>
          </a:p>
        </p:txBody>
      </p:sp>
      <p:sp>
        <p:nvSpPr>
          <p:cNvPr id="987680564" name="Text Placeholder 11"/>
          <p:cNvSpPr>
            <a:spLocks noGrp="1"/>
          </p:cNvSpPr>
          <p:nvPr>
            <p:ph type="body" sz="quarter" idx="22"/>
          </p:nvPr>
        </p:nvSpPr>
        <p:spPr bwMode="auto">
          <a:xfrm>
            <a:off x="4357547" y="2995283"/>
            <a:ext cx="3479071" cy="246221"/>
          </a:xfrm>
          <a:prstGeom prst="rect">
            <a:avLst/>
          </a:prstGeom>
        </p:spPr>
        <p:txBody>
          <a:bodyPr anchor="t"/>
          <a:lstStyle>
            <a:lvl1pPr marL="0" indent="0" algn="ctr">
              <a:spcBef>
                <a:spcPct val="0"/>
              </a:spcBef>
              <a:buNone/>
              <a:defRPr sz="1600">
                <a:solidFill>
                  <a:schemeClr val="tx1"/>
                </a:solidFill>
                <a:latin typeface="+mj-lt"/>
              </a:defRPr>
            </a:lvl1pPr>
          </a:lstStyle>
          <a:p>
            <a:pPr lvl="0">
              <a:defRPr/>
            </a:pPr>
            <a:r>
              <a:rPr lang="en-US"/>
              <a:t>Click to edit Master text styles</a:t>
            </a:r>
            <a:endParaRPr/>
          </a:p>
        </p:txBody>
      </p:sp>
      <p:sp>
        <p:nvSpPr>
          <p:cNvPr id="1127361526" name="Text Placeholder 11"/>
          <p:cNvSpPr>
            <a:spLocks noGrp="1"/>
          </p:cNvSpPr>
          <p:nvPr>
            <p:ph type="body" sz="quarter" idx="24"/>
          </p:nvPr>
        </p:nvSpPr>
        <p:spPr bwMode="auto">
          <a:xfrm>
            <a:off x="8130894" y="2995283"/>
            <a:ext cx="3479071" cy="246221"/>
          </a:xfrm>
          <a:prstGeom prst="rect">
            <a:avLst/>
          </a:prstGeom>
        </p:spPr>
        <p:txBody>
          <a:bodyPr anchor="t"/>
          <a:lstStyle>
            <a:lvl1pPr marL="0" indent="0" algn="ctr">
              <a:spcBef>
                <a:spcPct val="0"/>
              </a:spcBef>
              <a:buNone/>
              <a:defRPr sz="1600">
                <a:solidFill>
                  <a:schemeClr val="tx1"/>
                </a:solidFill>
                <a:latin typeface="+mj-lt"/>
              </a:defRPr>
            </a:lvl1pPr>
          </a:lstStyle>
          <a:p>
            <a:pPr lvl="0">
              <a:defRPr/>
            </a:pPr>
            <a:r>
              <a:rPr lang="en-US"/>
              <a:t>Click to edit Master text styles</a:t>
            </a:r>
            <a:endParaRPr/>
          </a:p>
        </p:txBody>
      </p:sp>
      <p:sp>
        <p:nvSpPr>
          <p:cNvPr id="2143703229"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470993011" name="Text Placeholder 3"/>
          <p:cNvSpPr>
            <a:spLocks noGrp="1"/>
          </p:cNvSpPr>
          <p:nvPr>
            <p:ph type="body" sz="quarter" idx="15"/>
          </p:nvPr>
        </p:nvSpPr>
        <p:spPr bwMode="auto">
          <a:xfrm>
            <a:off x="586390"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332887694" name="Text Placeholder 3"/>
          <p:cNvSpPr>
            <a:spLocks noGrp="1"/>
          </p:cNvSpPr>
          <p:nvPr>
            <p:ph type="body" sz="quarter" idx="23"/>
          </p:nvPr>
        </p:nvSpPr>
        <p:spPr bwMode="auto">
          <a:xfrm>
            <a:off x="4359737"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953830784" name="Text Placeholder 3"/>
          <p:cNvSpPr>
            <a:spLocks noGrp="1"/>
          </p:cNvSpPr>
          <p:nvPr>
            <p:ph type="body" sz="quarter" idx="25"/>
          </p:nvPr>
        </p:nvSpPr>
        <p:spPr bwMode="auto">
          <a:xfrm>
            <a:off x="8133084"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PhAnim="0" preserve="1" userDrawn="1">
  <p:cSld name="Top horizontal photo and title">
    <p:spTree>
      <p:nvGrpSpPr>
        <p:cNvPr id="1" name=""/>
        <p:cNvGrpSpPr/>
        <p:nvPr/>
      </p:nvGrpSpPr>
      <p:grpSpPr>
        <a:xfrm>
          <a:off x="0" y="0"/>
          <a:ext cx="0" cy="0"/>
          <a:chOff x="0" y="0"/>
          <a:chExt cx="0" cy="0"/>
        </a:xfrm>
      </p:grpSpPr>
      <p:sp>
        <p:nvSpPr>
          <p:cNvPr id="1018116814" name="Text Placeholder 3"/>
          <p:cNvSpPr>
            <a:spLocks noGrp="1"/>
          </p:cNvSpPr>
          <p:nvPr>
            <p:ph type="body" sz="quarter" idx="15"/>
          </p:nvPr>
        </p:nvSpPr>
        <p:spPr bwMode="auto">
          <a:xfrm>
            <a:off x="586390" y="4978880"/>
            <a:ext cx="5217510" cy="726353"/>
          </a:xfrm>
          <a:prstGeom prst="rect">
            <a:avLst/>
          </a:prstGeom>
        </p:spPr>
        <p:txBody>
          <a:bodyPr wrap="square">
            <a:spAutoFit/>
          </a:bodyPr>
          <a:lstStyle>
            <a:lvl1pPr marL="137160" indent="-137160">
              <a:spcAft>
                <a:spcPct val="0"/>
              </a:spcAft>
              <a:buFont typeface="Arial"/>
              <a:buChar char="•"/>
              <a:defRPr>
                <a:solidFill>
                  <a:schemeClr val="tx1"/>
                </a:solidFill>
              </a:defRPr>
            </a:lvl1pPr>
            <a:lvl2pPr marL="274320" indent="-137160">
              <a:spcAft>
                <a:spcPct val="0"/>
              </a:spcAft>
              <a:buFont typeface="Arial"/>
              <a:buChar char="•"/>
              <a:defRPr>
                <a:solidFill>
                  <a:schemeClr val="tx1"/>
                </a:solidFill>
              </a:defRPr>
            </a:lvl2pPr>
            <a:lvl3pPr marL="411480" indent="-137160">
              <a:spcAft>
                <a:spcPct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374328852" name="Text Placeholder 3"/>
          <p:cNvSpPr>
            <a:spLocks noGrp="1"/>
          </p:cNvSpPr>
          <p:nvPr>
            <p:ph type="body" sz="quarter" idx="20"/>
          </p:nvPr>
        </p:nvSpPr>
        <p:spPr bwMode="auto">
          <a:xfrm>
            <a:off x="6253664" y="4978880"/>
            <a:ext cx="5187106" cy="726353"/>
          </a:xfrm>
          <a:prstGeom prst="rect">
            <a:avLst/>
          </a:prstGeom>
        </p:spPr>
        <p:txBody>
          <a:bodyPr wrap="square">
            <a:spAutoFit/>
          </a:bodyPr>
          <a:lstStyle>
            <a:lvl1pPr marL="137160" indent="-137160">
              <a:spcAft>
                <a:spcPct val="0"/>
              </a:spcAft>
              <a:buFont typeface="Arial"/>
              <a:buChar char="•"/>
              <a:defRPr>
                <a:solidFill>
                  <a:schemeClr val="tx1"/>
                </a:solidFill>
              </a:defRPr>
            </a:lvl1pPr>
            <a:lvl2pPr marL="274320" indent="-137160">
              <a:spcAft>
                <a:spcPct val="0"/>
              </a:spcAft>
              <a:buFont typeface="Arial"/>
              <a:buChar char="•"/>
              <a:defRPr>
                <a:solidFill>
                  <a:schemeClr val="tx1"/>
                </a:solidFill>
              </a:defRPr>
            </a:lvl2pPr>
            <a:lvl3pPr marL="411480" indent="-137160">
              <a:spcAft>
                <a:spcPct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044081115" name="Picture Placeholder" descr="This photo is a 'placeholder' only. Drag or drop your photo here, or click and tap the center to insert a photo."/>
          <p:cNvSpPr>
            <a:spLocks noGrp="1"/>
          </p:cNvSpPr>
          <p:nvPr>
            <p:ph type="pic" sz="quarter" idx="21" hasCustomPrompt="1"/>
          </p:nvPr>
        </p:nvSpPr>
        <p:spPr bwMode="ltGray">
          <a:xfrm>
            <a:off x="0" y="1152766"/>
            <a:ext cx="12192000" cy="344463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1107630483"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2064458677"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PhAnim="0" preserve="1" userDrawn="1">
  <p:cSld name="Top horizontal photo">
    <p:spTree>
      <p:nvGrpSpPr>
        <p:cNvPr id="1" name=""/>
        <p:cNvGrpSpPr/>
        <p:nvPr/>
      </p:nvGrpSpPr>
      <p:grpSpPr>
        <a:xfrm>
          <a:off x="0" y="0"/>
          <a:ext cx="0" cy="0"/>
          <a:chOff x="0" y="0"/>
          <a:chExt cx="0" cy="0"/>
        </a:xfrm>
      </p:grpSpPr>
      <p:sp>
        <p:nvSpPr>
          <p:cNvPr id="1240674219" name="Text Placeholder 3"/>
          <p:cNvSpPr>
            <a:spLocks noGrp="1"/>
          </p:cNvSpPr>
          <p:nvPr>
            <p:ph type="body" sz="quarter" idx="15"/>
          </p:nvPr>
        </p:nvSpPr>
        <p:spPr bwMode="auto">
          <a:xfrm>
            <a:off x="586390" y="4978880"/>
            <a:ext cx="5217510" cy="726353"/>
          </a:xfrm>
          <a:prstGeom prst="rect">
            <a:avLst/>
          </a:prstGeom>
        </p:spPr>
        <p:txBody>
          <a:bodyPr wrap="square">
            <a:spAutoFit/>
          </a:bodyPr>
          <a:lstStyle>
            <a:lvl1pPr marL="137160" indent="-137160">
              <a:spcAft>
                <a:spcPct val="0"/>
              </a:spcAft>
              <a:buFont typeface="Arial"/>
              <a:buChar char="•"/>
              <a:defRPr>
                <a:solidFill>
                  <a:schemeClr val="tx1"/>
                </a:solidFill>
              </a:defRPr>
            </a:lvl1pPr>
            <a:lvl2pPr marL="274320" indent="-137160">
              <a:spcAft>
                <a:spcPct val="0"/>
              </a:spcAft>
              <a:buFont typeface="Arial"/>
              <a:buChar char="•"/>
              <a:defRPr>
                <a:solidFill>
                  <a:schemeClr val="tx1"/>
                </a:solidFill>
              </a:defRPr>
            </a:lvl2pPr>
            <a:lvl3pPr marL="411480" indent="-137160">
              <a:spcAft>
                <a:spcPct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450191818" name="Text Placeholder 3"/>
          <p:cNvSpPr>
            <a:spLocks noGrp="1"/>
          </p:cNvSpPr>
          <p:nvPr>
            <p:ph type="body" sz="quarter" idx="20"/>
          </p:nvPr>
        </p:nvSpPr>
        <p:spPr bwMode="auto">
          <a:xfrm>
            <a:off x="6253664" y="4978880"/>
            <a:ext cx="5187106" cy="726353"/>
          </a:xfrm>
          <a:prstGeom prst="rect">
            <a:avLst/>
          </a:prstGeom>
        </p:spPr>
        <p:txBody>
          <a:bodyPr wrap="square">
            <a:spAutoFit/>
          </a:bodyPr>
          <a:lstStyle>
            <a:lvl1pPr marL="137160" indent="-137160">
              <a:spcAft>
                <a:spcPct val="0"/>
              </a:spcAft>
              <a:buFont typeface="Arial"/>
              <a:buChar char="•"/>
              <a:defRPr>
                <a:solidFill>
                  <a:schemeClr val="tx1"/>
                </a:solidFill>
              </a:defRPr>
            </a:lvl1pPr>
            <a:lvl2pPr marL="274320" indent="-137160">
              <a:spcAft>
                <a:spcPct val="0"/>
              </a:spcAft>
              <a:buFont typeface="Arial"/>
              <a:buChar char="•"/>
              <a:defRPr>
                <a:solidFill>
                  <a:schemeClr val="tx1"/>
                </a:solidFill>
              </a:defRPr>
            </a:lvl2pPr>
            <a:lvl3pPr marL="411480" indent="-137160">
              <a:spcAft>
                <a:spcPct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344328220" name="Picture Placeholder" descr="This photo is a 'placeholder' only. Drag or drop your photo here, or click and tap the center to insert a photo."/>
          <p:cNvSpPr>
            <a:spLocks noGrp="1"/>
          </p:cNvSpPr>
          <p:nvPr>
            <p:ph type="pic" sz="quarter" idx="21" hasCustomPrompt="1"/>
          </p:nvPr>
        </p:nvSpPr>
        <p:spPr bwMode="ltGray">
          <a:xfrm>
            <a:off x="0" y="0"/>
            <a:ext cx="12192000" cy="45974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579954417"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PhAnim="0" preserve="1" userDrawn="1">
  <p:cSld name="Top horizontal photo, subheads, and title">
    <p:spTree>
      <p:nvGrpSpPr>
        <p:cNvPr id="1" name=""/>
        <p:cNvGrpSpPr/>
        <p:nvPr/>
      </p:nvGrpSpPr>
      <p:grpSpPr>
        <a:xfrm>
          <a:off x="0" y="0"/>
          <a:ext cx="0" cy="0"/>
          <a:chOff x="0" y="0"/>
          <a:chExt cx="0" cy="0"/>
        </a:xfrm>
      </p:grpSpPr>
      <p:sp>
        <p:nvSpPr>
          <p:cNvPr id="207873128" name="Text Placeholder 11"/>
          <p:cNvSpPr>
            <a:spLocks noGrp="1"/>
          </p:cNvSpPr>
          <p:nvPr>
            <p:ph type="body" sz="quarter" idx="16"/>
          </p:nvPr>
        </p:nvSpPr>
        <p:spPr bwMode="auto">
          <a:xfrm>
            <a:off x="584199" y="4956104"/>
            <a:ext cx="5364429" cy="184666"/>
          </a:xfrm>
          <a:prstGeom prst="rect">
            <a:avLst/>
          </a:prstGeom>
        </p:spPr>
        <p:txBody>
          <a:bodyPr anchor="t"/>
          <a:lstStyle>
            <a:lvl1pPr marL="0" indent="0">
              <a:spcBef>
                <a:spcPct val="0"/>
              </a:spcBef>
              <a:buNone/>
              <a:defRPr sz="1200">
                <a:solidFill>
                  <a:schemeClr val="tx1"/>
                </a:solidFill>
                <a:latin typeface="+mj-lt"/>
              </a:defRPr>
            </a:lvl1pPr>
          </a:lstStyle>
          <a:p>
            <a:pPr lvl="0">
              <a:defRPr/>
            </a:pPr>
            <a:r>
              <a:rPr lang="en-US"/>
              <a:t>Click to edit Master text styles</a:t>
            </a:r>
            <a:endParaRPr/>
          </a:p>
        </p:txBody>
      </p:sp>
      <p:sp>
        <p:nvSpPr>
          <p:cNvPr id="1228260102" name="Text Placeholder 3"/>
          <p:cNvSpPr>
            <a:spLocks noGrp="1"/>
          </p:cNvSpPr>
          <p:nvPr>
            <p:ph type="body" sz="quarter" idx="15"/>
          </p:nvPr>
        </p:nvSpPr>
        <p:spPr bwMode="auto">
          <a:xfrm>
            <a:off x="586390" y="5357443"/>
            <a:ext cx="5362178"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2144823449" name="Text Placeholder 11"/>
          <p:cNvSpPr>
            <a:spLocks noGrp="1"/>
          </p:cNvSpPr>
          <p:nvPr>
            <p:ph type="body" sz="quarter" idx="22"/>
          </p:nvPr>
        </p:nvSpPr>
        <p:spPr bwMode="auto">
          <a:xfrm>
            <a:off x="6243372" y="4956104"/>
            <a:ext cx="5356490" cy="184666"/>
          </a:xfrm>
          <a:prstGeom prst="rect">
            <a:avLst/>
          </a:prstGeom>
        </p:spPr>
        <p:txBody>
          <a:bodyPr anchor="t"/>
          <a:lstStyle>
            <a:lvl1pPr marL="0" indent="0">
              <a:spcBef>
                <a:spcPct val="0"/>
              </a:spcBef>
              <a:buNone/>
              <a:defRPr sz="1200">
                <a:solidFill>
                  <a:schemeClr val="tx1"/>
                </a:solidFill>
                <a:latin typeface="+mj-lt"/>
              </a:defRPr>
            </a:lvl1pPr>
          </a:lstStyle>
          <a:p>
            <a:pPr lvl="0">
              <a:defRPr/>
            </a:pPr>
            <a:r>
              <a:rPr lang="en-US"/>
              <a:t>Click to edit Master text styles</a:t>
            </a:r>
            <a:endParaRPr/>
          </a:p>
        </p:txBody>
      </p:sp>
      <p:sp>
        <p:nvSpPr>
          <p:cNvPr id="675302234" name="Text Placeholder 3"/>
          <p:cNvSpPr>
            <a:spLocks noGrp="1"/>
          </p:cNvSpPr>
          <p:nvPr>
            <p:ph type="body" sz="quarter" idx="33"/>
          </p:nvPr>
        </p:nvSpPr>
        <p:spPr bwMode="auto">
          <a:xfrm>
            <a:off x="6252435" y="5357442"/>
            <a:ext cx="5357598"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97597921"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56477515" name="Picture Placeholder" descr="This photo is a 'placeholder' only. Drag or drop your photo here, or click and tap the center to insert a photo."/>
          <p:cNvSpPr>
            <a:spLocks noGrp="1"/>
          </p:cNvSpPr>
          <p:nvPr>
            <p:ph type="pic" sz="quarter" idx="21" hasCustomPrompt="1"/>
          </p:nvPr>
        </p:nvSpPr>
        <p:spPr bwMode="ltGray">
          <a:xfrm>
            <a:off x="0" y="1152766"/>
            <a:ext cx="12192000" cy="344463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1130118274"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PhAnim="0" preserve="1" userDrawn="1">
  <p:cSld name="Top horizontal photo and subheads">
    <p:spTree>
      <p:nvGrpSpPr>
        <p:cNvPr id="1" name=""/>
        <p:cNvGrpSpPr/>
        <p:nvPr/>
      </p:nvGrpSpPr>
      <p:grpSpPr>
        <a:xfrm>
          <a:off x="0" y="0"/>
          <a:ext cx="0" cy="0"/>
          <a:chOff x="0" y="0"/>
          <a:chExt cx="0" cy="0"/>
        </a:xfrm>
      </p:grpSpPr>
      <p:sp>
        <p:nvSpPr>
          <p:cNvPr id="1038971909" name="Rectangle 10"/>
          <p:cNvSpPr/>
          <p:nvPr userDrawn="1"/>
        </p:nvSpPr>
        <p:spPr bwMode="auto">
          <a:xfrm>
            <a:off x="0" y="0"/>
            <a:ext cx="12192000" cy="4572000"/>
          </a:xfrm>
          <a:prstGeom prst="rect">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a:spcBef>
                <a:spcPct val="0"/>
              </a:spcBef>
              <a:spcAft>
                <a:spcPct val="0"/>
              </a:spcAft>
              <a:defRPr/>
            </a:pPr>
            <a:endParaRPr lang="en-US" sz="2400">
              <a:gradFill>
                <a:gsLst>
                  <a:gs pos="0">
                    <a:srgbClr val="FFFFFF"/>
                  </a:gs>
                  <a:gs pos="100000">
                    <a:srgbClr val="FFFFFF"/>
                  </a:gs>
                </a:gsLst>
                <a:lin ang="5400000" scaled="0"/>
              </a:gradFill>
              <a:ea typeface="Segoe UI"/>
              <a:cs typeface="Segoe UI"/>
            </a:endParaRPr>
          </a:p>
        </p:txBody>
      </p:sp>
      <p:sp>
        <p:nvSpPr>
          <p:cNvPr id="453078543" name="Text Placeholder 11"/>
          <p:cNvSpPr>
            <a:spLocks noGrp="1"/>
          </p:cNvSpPr>
          <p:nvPr>
            <p:ph type="body" sz="quarter" idx="16"/>
          </p:nvPr>
        </p:nvSpPr>
        <p:spPr bwMode="auto">
          <a:xfrm>
            <a:off x="584199" y="4956104"/>
            <a:ext cx="5364429" cy="184666"/>
          </a:xfrm>
          <a:prstGeom prst="rect">
            <a:avLst/>
          </a:prstGeom>
        </p:spPr>
        <p:txBody>
          <a:bodyPr anchor="t"/>
          <a:lstStyle>
            <a:lvl1pPr marL="0" indent="0">
              <a:spcBef>
                <a:spcPct val="0"/>
              </a:spcBef>
              <a:buNone/>
              <a:defRPr sz="1200">
                <a:solidFill>
                  <a:schemeClr val="tx1"/>
                </a:solidFill>
                <a:latin typeface="+mj-lt"/>
              </a:defRPr>
            </a:lvl1pPr>
          </a:lstStyle>
          <a:p>
            <a:pPr lvl="0">
              <a:defRPr/>
            </a:pPr>
            <a:r>
              <a:rPr lang="en-US"/>
              <a:t>Click to edit Master text styles</a:t>
            </a:r>
            <a:endParaRPr/>
          </a:p>
        </p:txBody>
      </p:sp>
      <p:sp>
        <p:nvSpPr>
          <p:cNvPr id="1672136704" name="Text Placeholder 3"/>
          <p:cNvSpPr>
            <a:spLocks noGrp="1"/>
          </p:cNvSpPr>
          <p:nvPr>
            <p:ph type="body" sz="quarter" idx="15"/>
          </p:nvPr>
        </p:nvSpPr>
        <p:spPr bwMode="auto">
          <a:xfrm>
            <a:off x="586390" y="5357443"/>
            <a:ext cx="5362178"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956045723" name="Text Placeholder 11"/>
          <p:cNvSpPr>
            <a:spLocks noGrp="1"/>
          </p:cNvSpPr>
          <p:nvPr>
            <p:ph type="body" sz="quarter" idx="22"/>
          </p:nvPr>
        </p:nvSpPr>
        <p:spPr bwMode="auto">
          <a:xfrm>
            <a:off x="6243372" y="4956104"/>
            <a:ext cx="5356490" cy="184666"/>
          </a:xfrm>
          <a:prstGeom prst="rect">
            <a:avLst/>
          </a:prstGeom>
        </p:spPr>
        <p:txBody>
          <a:bodyPr anchor="t"/>
          <a:lstStyle>
            <a:lvl1pPr marL="0" indent="0">
              <a:spcBef>
                <a:spcPct val="0"/>
              </a:spcBef>
              <a:buNone/>
              <a:defRPr sz="1200">
                <a:solidFill>
                  <a:schemeClr val="tx1"/>
                </a:solidFill>
                <a:latin typeface="+mj-lt"/>
              </a:defRPr>
            </a:lvl1pPr>
          </a:lstStyle>
          <a:p>
            <a:pPr lvl="0">
              <a:defRPr/>
            </a:pPr>
            <a:r>
              <a:rPr lang="en-US"/>
              <a:t>Click to edit Master text styles</a:t>
            </a:r>
            <a:endParaRPr/>
          </a:p>
        </p:txBody>
      </p:sp>
      <p:sp>
        <p:nvSpPr>
          <p:cNvPr id="183818257" name="Text Placeholder 3"/>
          <p:cNvSpPr>
            <a:spLocks noGrp="1"/>
          </p:cNvSpPr>
          <p:nvPr>
            <p:ph type="body" sz="quarter" idx="33"/>
          </p:nvPr>
        </p:nvSpPr>
        <p:spPr bwMode="auto">
          <a:xfrm>
            <a:off x="6252435" y="5357442"/>
            <a:ext cx="5357598"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256600007" name="Picture Placeholder" descr="This photo is a 'placeholder' only. Drag or drop your photo here, or click and tap the center to insert a photo."/>
          <p:cNvSpPr>
            <a:spLocks noGrp="1"/>
          </p:cNvSpPr>
          <p:nvPr>
            <p:ph type="pic" sz="quarter" idx="21" hasCustomPrompt="1"/>
          </p:nvPr>
        </p:nvSpPr>
        <p:spPr bwMode="ltGray">
          <a:xfrm>
            <a:off x="0" y="0"/>
            <a:ext cx="12192000" cy="45720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1506072953"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PhAnim="0" userDrawn="1">
  <p:cSld name="1-column_Callout_with Image">
    <p:bg>
      <p:bgRef idx="1001">
        <a:schemeClr val="bg1"/>
      </p:bgRef>
    </p:bg>
    <p:spTree>
      <p:nvGrpSpPr>
        <p:cNvPr id="1" name=""/>
        <p:cNvGrpSpPr/>
        <p:nvPr/>
      </p:nvGrpSpPr>
      <p:grpSpPr>
        <a:xfrm>
          <a:off x="0" y="0"/>
          <a:ext cx="0" cy="0"/>
          <a:chOff x="0" y="0"/>
          <a:chExt cx="0" cy="0"/>
        </a:xfrm>
      </p:grpSpPr>
      <p:sp>
        <p:nvSpPr>
          <p:cNvPr id="1988393751" name="Footer Placeholder 10"/>
          <p:cNvSpPr>
            <a:spLocks noGrp="1"/>
          </p:cNvSpPr>
          <p:nvPr>
            <p:ph type="ftr" sz="quarter" idx="3"/>
          </p:nvPr>
        </p:nvSpPr>
        <p:spPr bwMode="auto">
          <a:xfrm>
            <a:off x="4064000"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504580545"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234053917" name="Picture Placeholder" descr="This photo is a 'placeholder' only. Drag or drop your photo here, or click and tap the center to insert a photo."/>
          <p:cNvSpPr>
            <a:spLocks noGrp="1"/>
          </p:cNvSpPr>
          <p:nvPr>
            <p:ph type="pic" sz="quarter" idx="20" hasCustomPrompt="1"/>
          </p:nvPr>
        </p:nvSpPr>
        <p:spPr bwMode="ltGray">
          <a:xfrm>
            <a:off x="4064000" y="1581150"/>
            <a:ext cx="7535862" cy="443072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1522543282" name="Text Placeholder 11"/>
          <p:cNvSpPr>
            <a:spLocks noGrp="1"/>
          </p:cNvSpPr>
          <p:nvPr>
            <p:ph type="body" sz="quarter" idx="16"/>
          </p:nvPr>
        </p:nvSpPr>
        <p:spPr bwMode="auto">
          <a:xfrm>
            <a:off x="584200" y="1594155"/>
            <a:ext cx="3174143" cy="246221"/>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
        <p:nvSpPr>
          <p:cNvPr id="409072962" name="Text Placeholder 3"/>
          <p:cNvSpPr>
            <a:spLocks noGrp="1"/>
          </p:cNvSpPr>
          <p:nvPr>
            <p:ph type="body" sz="quarter" idx="15"/>
          </p:nvPr>
        </p:nvSpPr>
        <p:spPr bwMode="auto">
          <a:xfrm>
            <a:off x="586388" y="2085764"/>
            <a:ext cx="3172810" cy="726353"/>
          </a:xfrm>
          <a:prstGeom prst="rect">
            <a:avLst/>
          </a:prstGeom>
        </p:spPr>
        <p:txBody>
          <a:bodyPr wrap="square">
            <a:spAutoFit/>
          </a:bodyPr>
          <a:lstStyle>
            <a:lvl1pPr marL="137160" indent="-137160">
              <a:spcAft>
                <a:spcPct val="0"/>
              </a:spcAft>
              <a:buFont typeface="Arial"/>
              <a:buChar char="•"/>
              <a:defRPr>
                <a:solidFill>
                  <a:schemeClr val="tx1"/>
                </a:solidFill>
              </a:defRPr>
            </a:lvl1pPr>
            <a:lvl2pPr marL="265176" indent="-128016">
              <a:spcAft>
                <a:spcPct val="0"/>
              </a:spcAft>
              <a:buFont typeface="Arial"/>
              <a:buChar char="•"/>
              <a:defRPr>
                <a:solidFill>
                  <a:schemeClr val="tx1"/>
                </a:solidFill>
              </a:defRPr>
            </a:lvl2pPr>
            <a:lvl3pPr marL="384048" indent="-118872">
              <a:spcAft>
                <a:spcPct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PhAnim="0" preserve="1" userDrawn="1">
  <p:cSld name="1-column_Text_with Image">
    <p:bg>
      <p:bgRef idx="1001">
        <a:schemeClr val="bg1"/>
      </p:bgRef>
    </p:bg>
    <p:spTree>
      <p:nvGrpSpPr>
        <p:cNvPr id="1" name=""/>
        <p:cNvGrpSpPr/>
        <p:nvPr/>
      </p:nvGrpSpPr>
      <p:grpSpPr>
        <a:xfrm>
          <a:off x="0" y="0"/>
          <a:ext cx="0" cy="0"/>
          <a:chOff x="0" y="0"/>
          <a:chExt cx="0" cy="0"/>
        </a:xfrm>
      </p:grpSpPr>
      <p:sp>
        <p:nvSpPr>
          <p:cNvPr id="1673802678" name="Title 1"/>
          <p:cNvSpPr>
            <a:spLocks noGrp="1"/>
          </p:cNvSpPr>
          <p:nvPr>
            <p:ph type="title"/>
          </p:nvPr>
        </p:nvSpPr>
        <p:spPr bwMode="auto">
          <a:xfrm>
            <a:off x="588261" y="585216"/>
            <a:ext cx="4710689"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888198130" name="Text Placeholder 11"/>
          <p:cNvSpPr>
            <a:spLocks noGrp="1"/>
          </p:cNvSpPr>
          <p:nvPr>
            <p:ph type="body" sz="quarter" idx="16"/>
          </p:nvPr>
        </p:nvSpPr>
        <p:spPr bwMode="auto">
          <a:xfrm>
            <a:off x="584200" y="1594155"/>
            <a:ext cx="4714663" cy="246221"/>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
        <p:nvSpPr>
          <p:cNvPr id="1500763668" name="Text Placeholder 3"/>
          <p:cNvSpPr>
            <a:spLocks noGrp="1"/>
          </p:cNvSpPr>
          <p:nvPr>
            <p:ph type="body" sz="quarter" idx="15"/>
          </p:nvPr>
        </p:nvSpPr>
        <p:spPr bwMode="auto">
          <a:xfrm>
            <a:off x="586388" y="2085764"/>
            <a:ext cx="4712685" cy="726353"/>
          </a:xfrm>
          <a:prstGeom prst="rect">
            <a:avLst/>
          </a:prstGeom>
        </p:spPr>
        <p:txBody>
          <a:bodyPr wrap="square">
            <a:spAutoFit/>
          </a:bodyPr>
          <a:lstStyle>
            <a:lvl1pPr marL="137160" indent="-137160">
              <a:spcAft>
                <a:spcPct val="0"/>
              </a:spcAft>
              <a:buFont typeface="Arial"/>
              <a:buChar char="•"/>
              <a:defRPr>
                <a:solidFill>
                  <a:schemeClr val="tx1"/>
                </a:solidFill>
              </a:defRPr>
            </a:lvl1pPr>
            <a:lvl2pPr marL="265176" indent="-128016">
              <a:spcAft>
                <a:spcPct val="0"/>
              </a:spcAft>
              <a:buFont typeface="Arial"/>
              <a:buChar char="•"/>
              <a:defRPr>
                <a:solidFill>
                  <a:schemeClr val="tx1"/>
                </a:solidFill>
              </a:defRPr>
            </a:lvl2pPr>
            <a:lvl3pPr marL="384048" indent="-118872">
              <a:spcAft>
                <a:spcPct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593549605" name="Picture Placeholder" descr="This photo is a 'placeholder' only. Drag or drop your photo here, or click and tap the center to insert a photo."/>
          <p:cNvSpPr>
            <a:spLocks noGrp="1"/>
          </p:cNvSpPr>
          <p:nvPr>
            <p:ph type="pic" sz="quarter" idx="19" hasCustomPrompt="1"/>
          </p:nvPr>
        </p:nvSpPr>
        <p:spPr bwMode="ltGray">
          <a:xfrm>
            <a:off x="6096000" y="0"/>
            <a:ext cx="6096000" cy="6858000"/>
          </a:xfrm>
          <a:prstGeom prst="rect">
            <a:avLst/>
          </a:prstGeom>
          <a:solidFill>
            <a:srgbClr val="F4F4F7"/>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a:defRPr>
            </a:lvl1pPr>
          </a:lstStyle>
          <a:p>
            <a:pPr>
              <a:defRPr/>
            </a:pPr>
            <a:r>
              <a:rPr lang="en-US"/>
              <a:t>Drag &amp; drop your photo here </a:t>
            </a:r>
            <a:br>
              <a:rPr lang="en-US"/>
            </a:br>
            <a:r>
              <a:rPr lang="en-US"/>
              <a:t>or click or tap icon below </a:t>
            </a:r>
            <a:br>
              <a:rPr lang="en-US"/>
            </a:br>
            <a:r>
              <a:rPr lang="en-US"/>
              <a:t>to insert</a:t>
            </a:r>
            <a:endParaRPr/>
          </a:p>
          <a:p>
            <a:pPr>
              <a:defRPr/>
            </a:pPr>
            <a:endParaRPr lang="en-US"/>
          </a:p>
          <a:p>
            <a:pPr>
              <a:defRPr/>
            </a:pPr>
            <a:endParaRPr lang="en-US"/>
          </a:p>
        </p:txBody>
      </p:sp>
      <p:sp>
        <p:nvSpPr>
          <p:cNvPr id="164910063"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PhAnim="0" preserve="1" userDrawn="1">
  <p:cSld name="2-column_Text_with Image">
    <p:bg>
      <p:bgRef idx="1001">
        <a:schemeClr val="bg1"/>
      </p:bgRef>
    </p:bg>
    <p:spTree>
      <p:nvGrpSpPr>
        <p:cNvPr id="1" name=""/>
        <p:cNvGrpSpPr/>
        <p:nvPr/>
      </p:nvGrpSpPr>
      <p:grpSpPr>
        <a:xfrm>
          <a:off x="0" y="0"/>
          <a:ext cx="0" cy="0"/>
          <a:chOff x="0" y="0"/>
          <a:chExt cx="0" cy="0"/>
        </a:xfrm>
      </p:grpSpPr>
      <p:sp>
        <p:nvSpPr>
          <p:cNvPr id="761232367" name="Title 1"/>
          <p:cNvSpPr>
            <a:spLocks noGrp="1"/>
          </p:cNvSpPr>
          <p:nvPr>
            <p:ph type="title"/>
          </p:nvPr>
        </p:nvSpPr>
        <p:spPr bwMode="auto">
          <a:xfrm>
            <a:off x="588262" y="585216"/>
            <a:ext cx="7248356" cy="307777"/>
          </a:xfrm>
        </p:spPr>
        <p:txBody>
          <a:bodyPr/>
          <a:lstStyle>
            <a:lvl1pPr>
              <a:defRPr sz="2000" b="0" i="0">
                <a:solidFill>
                  <a:srgbClr val="001F2D"/>
                </a:solidFill>
                <a:latin typeface="+mj-lt"/>
                <a:cs typeface="Segoe UI Semibold"/>
              </a:defRPr>
            </a:lvl1pPr>
          </a:lstStyle>
          <a:p>
            <a:pPr>
              <a:defRPr/>
            </a:pPr>
            <a:r>
              <a:rPr lang="en-US"/>
              <a:t>Click to edit Master title style</a:t>
            </a:r>
            <a:endParaRPr/>
          </a:p>
        </p:txBody>
      </p:sp>
      <p:sp>
        <p:nvSpPr>
          <p:cNvPr id="1319079280" name="Text Placeholder 11"/>
          <p:cNvSpPr>
            <a:spLocks noGrp="1"/>
          </p:cNvSpPr>
          <p:nvPr>
            <p:ph type="body" sz="quarter" idx="16"/>
          </p:nvPr>
        </p:nvSpPr>
        <p:spPr bwMode="auto">
          <a:xfrm>
            <a:off x="584200" y="1594155"/>
            <a:ext cx="3479071" cy="246221"/>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
        <p:nvSpPr>
          <p:cNvPr id="1277110663" name="Text Placeholder 3"/>
          <p:cNvSpPr>
            <a:spLocks noGrp="1"/>
          </p:cNvSpPr>
          <p:nvPr>
            <p:ph type="body" sz="quarter" idx="15"/>
          </p:nvPr>
        </p:nvSpPr>
        <p:spPr bwMode="auto">
          <a:xfrm>
            <a:off x="586390" y="2085764"/>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242151614" name="Text Placeholder 11"/>
          <p:cNvSpPr>
            <a:spLocks noGrp="1"/>
          </p:cNvSpPr>
          <p:nvPr>
            <p:ph type="body" sz="quarter" idx="22"/>
          </p:nvPr>
        </p:nvSpPr>
        <p:spPr bwMode="auto">
          <a:xfrm>
            <a:off x="4357547" y="1594155"/>
            <a:ext cx="3479071" cy="246221"/>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
        <p:nvSpPr>
          <p:cNvPr id="1490810638" name="Text Placeholder 3"/>
          <p:cNvSpPr>
            <a:spLocks noGrp="1"/>
          </p:cNvSpPr>
          <p:nvPr>
            <p:ph type="body" sz="quarter" idx="23"/>
          </p:nvPr>
        </p:nvSpPr>
        <p:spPr bwMode="auto">
          <a:xfrm>
            <a:off x="4359737" y="2085764"/>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739836139" name="Picture Placeholder" descr="This photo is a 'placeholder' only. Drag or drop your photo here, or click and tap the center to insert a photo."/>
          <p:cNvSpPr>
            <a:spLocks noGrp="1"/>
          </p:cNvSpPr>
          <p:nvPr>
            <p:ph type="pic" sz="quarter" idx="19" hasCustomPrompt="1"/>
          </p:nvPr>
        </p:nvSpPr>
        <p:spPr bwMode="ltGray">
          <a:xfrm>
            <a:off x="8128000" y="0"/>
            <a:ext cx="4064000" cy="6858000"/>
          </a:xfrm>
          <a:prstGeom prst="rect">
            <a:avLst/>
          </a:prstGeom>
          <a:solidFill>
            <a:srgbClr val="F4F4F7"/>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a:defRPr>
            </a:lvl1pPr>
          </a:lstStyle>
          <a:p>
            <a:pPr>
              <a:defRPr/>
            </a:pPr>
            <a:r>
              <a:rPr lang="en-US"/>
              <a:t>Drag &amp; drop your photo here </a:t>
            </a:r>
            <a:br>
              <a:rPr lang="en-US"/>
            </a:br>
            <a:r>
              <a:rPr lang="en-US"/>
              <a:t>or click or tap icon below </a:t>
            </a:r>
            <a:br>
              <a:rPr lang="en-US"/>
            </a:br>
            <a:r>
              <a:rPr lang="en-US"/>
              <a:t>to insert</a:t>
            </a:r>
            <a:endParaRPr/>
          </a:p>
          <a:p>
            <a:pPr>
              <a:defRPr/>
            </a:pPr>
            <a:endParaRPr lang="en-US"/>
          </a:p>
          <a:p>
            <a:pPr>
              <a:defRPr/>
            </a:pPr>
            <a:endParaRPr lang="en-US"/>
          </a:p>
        </p:txBody>
      </p:sp>
      <p:sp>
        <p:nvSpPr>
          <p:cNvPr id="2064396705"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PhAnim="0" userDrawn="1">
  <p:cSld name="1_Two photos_with Captions">
    <p:bg>
      <p:bgRef idx="1001">
        <a:schemeClr val="bg1"/>
      </p:bgRef>
    </p:bg>
    <p:spTree>
      <p:nvGrpSpPr>
        <p:cNvPr id="1" name=""/>
        <p:cNvGrpSpPr/>
        <p:nvPr/>
      </p:nvGrpSpPr>
      <p:grpSpPr>
        <a:xfrm>
          <a:off x="0" y="0"/>
          <a:ext cx="0" cy="0"/>
          <a:chOff x="0" y="0"/>
          <a:chExt cx="0" cy="0"/>
        </a:xfrm>
      </p:grpSpPr>
      <p:sp>
        <p:nvSpPr>
          <p:cNvPr id="199904576"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170659871" name="Picture Placeholder" descr="This photo is a 'placeholder' only. Drag or drop your photo here, or click and tap the center to insert a photo."/>
          <p:cNvSpPr>
            <a:spLocks noGrp="1"/>
          </p:cNvSpPr>
          <p:nvPr>
            <p:ph type="pic" sz="quarter" idx="19" hasCustomPrompt="1"/>
          </p:nvPr>
        </p:nvSpPr>
        <p:spPr bwMode="ltGray">
          <a:xfrm>
            <a:off x="584200" y="1591310"/>
            <a:ext cx="5365752"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696458437" name="Text Placeholder 11"/>
          <p:cNvSpPr>
            <a:spLocks noGrp="1"/>
          </p:cNvSpPr>
          <p:nvPr>
            <p:ph type="body" sz="quarter" idx="16"/>
          </p:nvPr>
        </p:nvSpPr>
        <p:spPr bwMode="auto">
          <a:xfrm>
            <a:off x="584199" y="4575104"/>
            <a:ext cx="5364429" cy="184666"/>
          </a:xfrm>
          <a:prstGeom prst="rect">
            <a:avLst/>
          </a:prstGeom>
        </p:spPr>
        <p:txBody>
          <a:bodyPr anchor="t"/>
          <a:lstStyle>
            <a:lvl1pPr marL="0" indent="0">
              <a:spcBef>
                <a:spcPct val="0"/>
              </a:spcBef>
              <a:buNone/>
              <a:defRPr sz="1200">
                <a:solidFill>
                  <a:schemeClr val="tx1"/>
                </a:solidFill>
                <a:latin typeface="+mj-lt"/>
              </a:defRPr>
            </a:lvl1pPr>
          </a:lstStyle>
          <a:p>
            <a:pPr lvl="0">
              <a:defRPr/>
            </a:pPr>
            <a:r>
              <a:rPr lang="en-US"/>
              <a:t>Click to edit Master text styles</a:t>
            </a:r>
            <a:endParaRPr/>
          </a:p>
        </p:txBody>
      </p:sp>
      <p:sp>
        <p:nvSpPr>
          <p:cNvPr id="1502813975" name="Text Placeholder 3"/>
          <p:cNvSpPr>
            <a:spLocks noGrp="1"/>
          </p:cNvSpPr>
          <p:nvPr>
            <p:ph type="body" sz="quarter" idx="15"/>
          </p:nvPr>
        </p:nvSpPr>
        <p:spPr bwMode="auto">
          <a:xfrm>
            <a:off x="586390" y="4976443"/>
            <a:ext cx="5362178"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583075151" name="Picture Placeholder" descr="This photo is a 'placeholder' only. Drag or drop your photo here, or click and tap the center to insert a photo."/>
          <p:cNvSpPr>
            <a:spLocks noGrp="1"/>
          </p:cNvSpPr>
          <p:nvPr>
            <p:ph type="pic" sz="quarter" idx="20" hasCustomPrompt="1"/>
          </p:nvPr>
        </p:nvSpPr>
        <p:spPr bwMode="ltGray">
          <a:xfrm>
            <a:off x="6242049" y="1591310"/>
            <a:ext cx="5357813"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589324949" name="Text Placeholder 11"/>
          <p:cNvSpPr>
            <a:spLocks noGrp="1"/>
          </p:cNvSpPr>
          <p:nvPr>
            <p:ph type="body" sz="quarter" idx="22"/>
          </p:nvPr>
        </p:nvSpPr>
        <p:spPr bwMode="auto">
          <a:xfrm>
            <a:off x="6243372" y="4575104"/>
            <a:ext cx="5356490" cy="184666"/>
          </a:xfrm>
          <a:prstGeom prst="rect">
            <a:avLst/>
          </a:prstGeom>
        </p:spPr>
        <p:txBody>
          <a:bodyPr anchor="t"/>
          <a:lstStyle>
            <a:lvl1pPr marL="0" indent="0">
              <a:spcBef>
                <a:spcPct val="0"/>
              </a:spcBef>
              <a:buNone/>
              <a:defRPr sz="1200">
                <a:solidFill>
                  <a:schemeClr val="tx1"/>
                </a:solidFill>
                <a:latin typeface="+mj-lt"/>
              </a:defRPr>
            </a:lvl1pPr>
          </a:lstStyle>
          <a:p>
            <a:pPr lvl="0">
              <a:defRPr/>
            </a:pPr>
            <a:r>
              <a:rPr lang="en-US"/>
              <a:t>Click to edit Master text styles</a:t>
            </a:r>
            <a:endParaRPr/>
          </a:p>
        </p:txBody>
      </p:sp>
      <p:sp>
        <p:nvSpPr>
          <p:cNvPr id="655237" name="Text Placeholder 3"/>
          <p:cNvSpPr>
            <a:spLocks noGrp="1"/>
          </p:cNvSpPr>
          <p:nvPr>
            <p:ph type="body" sz="quarter" idx="33"/>
          </p:nvPr>
        </p:nvSpPr>
        <p:spPr bwMode="auto">
          <a:xfrm>
            <a:off x="6252435" y="4976442"/>
            <a:ext cx="5357598"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474513313"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PhAnim="0" userDrawn="1">
  <p:cSld name="1_Three photos_with Captions">
    <p:bg>
      <p:bgRef idx="1001">
        <a:schemeClr val="bg1"/>
      </p:bgRef>
    </p:bg>
    <p:spTree>
      <p:nvGrpSpPr>
        <p:cNvPr id="1" name=""/>
        <p:cNvGrpSpPr/>
        <p:nvPr/>
      </p:nvGrpSpPr>
      <p:grpSpPr>
        <a:xfrm>
          <a:off x="0" y="0"/>
          <a:ext cx="0" cy="0"/>
          <a:chOff x="0" y="0"/>
          <a:chExt cx="0" cy="0"/>
        </a:xfrm>
      </p:grpSpPr>
      <p:sp>
        <p:nvSpPr>
          <p:cNvPr id="1203547083"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819165964" name="Picture Placeholder" descr="This photo is a 'placeholder' only. Drag or drop your photo here, or click and tap the center to insert a photo."/>
          <p:cNvSpPr>
            <a:spLocks noGrp="1"/>
          </p:cNvSpPr>
          <p:nvPr>
            <p:ph type="pic" sz="quarter" idx="19" hasCustomPrompt="1"/>
          </p:nvPr>
        </p:nvSpPr>
        <p:spPr bwMode="ltGray">
          <a:xfrm>
            <a:off x="584200" y="1591310"/>
            <a:ext cx="3481388"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112689737" name="Text Placeholder 11"/>
          <p:cNvSpPr>
            <a:spLocks noGrp="1"/>
          </p:cNvSpPr>
          <p:nvPr>
            <p:ph type="body" sz="quarter" idx="16"/>
          </p:nvPr>
        </p:nvSpPr>
        <p:spPr bwMode="auto">
          <a:xfrm>
            <a:off x="584200" y="4575104"/>
            <a:ext cx="3479070" cy="184666"/>
          </a:xfrm>
          <a:prstGeom prst="rect">
            <a:avLst/>
          </a:prstGeom>
        </p:spPr>
        <p:txBody>
          <a:bodyPr anchor="t"/>
          <a:lstStyle>
            <a:lvl1pPr marL="0" indent="0">
              <a:spcBef>
                <a:spcPct val="0"/>
              </a:spcBef>
              <a:buNone/>
              <a:defRPr sz="1200">
                <a:solidFill>
                  <a:schemeClr val="tx1"/>
                </a:solidFill>
                <a:latin typeface="+mj-lt"/>
              </a:defRPr>
            </a:lvl1pPr>
          </a:lstStyle>
          <a:p>
            <a:pPr lvl="0">
              <a:defRPr/>
            </a:pPr>
            <a:r>
              <a:rPr lang="en-US"/>
              <a:t>Click to edit Master text styles</a:t>
            </a:r>
            <a:endParaRPr/>
          </a:p>
        </p:txBody>
      </p:sp>
      <p:sp>
        <p:nvSpPr>
          <p:cNvPr id="1932981542" name="Text Placeholder 3"/>
          <p:cNvSpPr>
            <a:spLocks noGrp="1"/>
          </p:cNvSpPr>
          <p:nvPr>
            <p:ph type="body" sz="quarter" idx="15"/>
          </p:nvPr>
        </p:nvSpPr>
        <p:spPr bwMode="auto">
          <a:xfrm>
            <a:off x="586390" y="4976443"/>
            <a:ext cx="3477610"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103124822" name="Picture Placeholder" descr="This photo is a 'placeholder' only. Drag or drop your photo here, or click and tap the center to insert a photo."/>
          <p:cNvSpPr>
            <a:spLocks noGrp="1"/>
          </p:cNvSpPr>
          <p:nvPr>
            <p:ph type="pic" sz="quarter" idx="20" hasCustomPrompt="1"/>
          </p:nvPr>
        </p:nvSpPr>
        <p:spPr bwMode="ltGray">
          <a:xfrm>
            <a:off x="4353560" y="1591310"/>
            <a:ext cx="3481388"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1877320779" name="Text Placeholder 11"/>
          <p:cNvSpPr>
            <a:spLocks noGrp="1"/>
          </p:cNvSpPr>
          <p:nvPr>
            <p:ph type="body" sz="quarter" idx="22"/>
          </p:nvPr>
        </p:nvSpPr>
        <p:spPr bwMode="auto">
          <a:xfrm>
            <a:off x="4374792" y="4575104"/>
            <a:ext cx="3476891" cy="184666"/>
          </a:xfrm>
          <a:prstGeom prst="rect">
            <a:avLst/>
          </a:prstGeom>
        </p:spPr>
        <p:txBody>
          <a:bodyPr anchor="t"/>
          <a:lstStyle>
            <a:lvl1pPr marL="0" indent="0">
              <a:spcBef>
                <a:spcPct val="0"/>
              </a:spcBef>
              <a:buNone/>
              <a:defRPr sz="1200">
                <a:solidFill>
                  <a:schemeClr val="tx1"/>
                </a:solidFill>
                <a:latin typeface="+mj-lt"/>
              </a:defRPr>
            </a:lvl1pPr>
          </a:lstStyle>
          <a:p>
            <a:pPr lvl="0">
              <a:defRPr/>
            </a:pPr>
            <a:r>
              <a:rPr lang="en-US"/>
              <a:t>Click to edit Master text styles</a:t>
            </a:r>
            <a:endParaRPr/>
          </a:p>
        </p:txBody>
      </p:sp>
      <p:sp>
        <p:nvSpPr>
          <p:cNvPr id="2101416345" name="Text Placeholder 3"/>
          <p:cNvSpPr>
            <a:spLocks noGrp="1"/>
          </p:cNvSpPr>
          <p:nvPr>
            <p:ph type="body" sz="quarter" idx="33"/>
          </p:nvPr>
        </p:nvSpPr>
        <p:spPr bwMode="auto">
          <a:xfrm>
            <a:off x="4383855" y="4976442"/>
            <a:ext cx="3477610"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612901250" name="Picture Placeholder" descr="This photo is a 'placeholder' only. Drag or drop your photo here, or click and tap the center to insert a photo."/>
          <p:cNvSpPr>
            <a:spLocks noGrp="1"/>
          </p:cNvSpPr>
          <p:nvPr>
            <p:ph type="pic" sz="quarter" idx="21" hasCustomPrompt="1"/>
          </p:nvPr>
        </p:nvSpPr>
        <p:spPr bwMode="ltGray">
          <a:xfrm>
            <a:off x="8128000" y="1591309"/>
            <a:ext cx="3486092" cy="2684159"/>
          </a:xfrm>
          <a:prstGeom prst="rect">
            <a:avLst/>
          </a:prstGeom>
          <a:solidFill>
            <a:srgbClr val="F4F4F7"/>
          </a:solidFill>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552971097" name="Text Placeholder 11"/>
          <p:cNvSpPr>
            <a:spLocks noGrp="1"/>
          </p:cNvSpPr>
          <p:nvPr>
            <p:ph type="body" sz="quarter" idx="24"/>
          </p:nvPr>
        </p:nvSpPr>
        <p:spPr bwMode="auto">
          <a:xfrm>
            <a:off x="8133626" y="4571913"/>
            <a:ext cx="3485370" cy="187857"/>
          </a:xfrm>
          <a:prstGeom prst="rect">
            <a:avLst/>
          </a:prstGeom>
        </p:spPr>
        <p:txBody>
          <a:bodyPr anchor="t"/>
          <a:lstStyle>
            <a:lvl1pPr marL="0" indent="0">
              <a:spcBef>
                <a:spcPct val="0"/>
              </a:spcBef>
              <a:buNone/>
              <a:defRPr sz="1200">
                <a:solidFill>
                  <a:schemeClr val="tx1"/>
                </a:solidFill>
                <a:latin typeface="+mj-lt"/>
              </a:defRPr>
            </a:lvl1pPr>
          </a:lstStyle>
          <a:p>
            <a:pPr lvl="0">
              <a:defRPr/>
            </a:pPr>
            <a:r>
              <a:rPr lang="en-US"/>
              <a:t>Click to edit Master text styles</a:t>
            </a:r>
            <a:endParaRPr/>
          </a:p>
        </p:txBody>
      </p:sp>
      <p:sp>
        <p:nvSpPr>
          <p:cNvPr id="573498912" name="Text Placeholder 3"/>
          <p:cNvSpPr>
            <a:spLocks noGrp="1"/>
          </p:cNvSpPr>
          <p:nvPr>
            <p:ph type="body" sz="quarter" idx="34"/>
          </p:nvPr>
        </p:nvSpPr>
        <p:spPr bwMode="auto">
          <a:xfrm>
            <a:off x="8128000" y="4973784"/>
            <a:ext cx="3486092" cy="156547"/>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867516301"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PhAnim="0" userDrawn="1">
  <p:cSld name="1_Four photos_with Captions">
    <p:bg>
      <p:bgRef idx="1001">
        <a:schemeClr val="bg1"/>
      </p:bgRef>
    </p:bg>
    <p:spTree>
      <p:nvGrpSpPr>
        <p:cNvPr id="1" name=""/>
        <p:cNvGrpSpPr/>
        <p:nvPr/>
      </p:nvGrpSpPr>
      <p:grpSpPr>
        <a:xfrm>
          <a:off x="0" y="0"/>
          <a:ext cx="0" cy="0"/>
          <a:chOff x="0" y="0"/>
          <a:chExt cx="0" cy="0"/>
        </a:xfrm>
      </p:grpSpPr>
      <p:sp>
        <p:nvSpPr>
          <p:cNvPr id="1824752837"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76849200" name="Picture Placeholder" descr="This photo is a 'placeholder' only. Drag or drop your photo here, or click and tap the center to insert a photo."/>
          <p:cNvSpPr>
            <a:spLocks noGrp="1"/>
          </p:cNvSpPr>
          <p:nvPr>
            <p:ph type="pic" sz="quarter" idx="19"/>
          </p:nvPr>
        </p:nvSpPr>
        <p:spPr bwMode="ltGray">
          <a:xfrm>
            <a:off x="5842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a:defRPr>
            </a:lvl1pPr>
          </a:lstStyle>
          <a:p>
            <a:pPr>
              <a:defRPr/>
            </a:pPr>
            <a:r>
              <a:rPr lang="en-US"/>
              <a:t>Click icon to add picture</a:t>
            </a:r>
            <a:endParaRPr/>
          </a:p>
        </p:txBody>
      </p:sp>
      <p:sp>
        <p:nvSpPr>
          <p:cNvPr id="1182939584" name="Text Placeholder 11"/>
          <p:cNvSpPr>
            <a:spLocks noGrp="1"/>
          </p:cNvSpPr>
          <p:nvPr>
            <p:ph type="body" sz="quarter" idx="16"/>
          </p:nvPr>
        </p:nvSpPr>
        <p:spPr bwMode="auto">
          <a:xfrm>
            <a:off x="584200" y="4575104"/>
            <a:ext cx="2535699" cy="184666"/>
          </a:xfrm>
          <a:prstGeom prst="rect">
            <a:avLst/>
          </a:prstGeom>
        </p:spPr>
        <p:txBody>
          <a:bodyPr anchor="t"/>
          <a:lstStyle>
            <a:lvl1pPr marL="0" indent="0">
              <a:spcBef>
                <a:spcPct val="0"/>
              </a:spcBef>
              <a:buNone/>
              <a:defRPr sz="1200">
                <a:solidFill>
                  <a:schemeClr val="tx1"/>
                </a:solidFill>
                <a:latin typeface="+mj-lt"/>
              </a:defRPr>
            </a:lvl1pPr>
          </a:lstStyle>
          <a:p>
            <a:pPr lvl="0">
              <a:defRPr/>
            </a:pPr>
            <a:r>
              <a:rPr lang="en-US"/>
              <a:t>Click to edit Master text styles</a:t>
            </a:r>
            <a:endParaRPr/>
          </a:p>
        </p:txBody>
      </p:sp>
      <p:sp>
        <p:nvSpPr>
          <p:cNvPr id="47598515" name="Text Placeholder 3"/>
          <p:cNvSpPr>
            <a:spLocks noGrp="1"/>
          </p:cNvSpPr>
          <p:nvPr>
            <p:ph type="body" sz="quarter" idx="15"/>
          </p:nvPr>
        </p:nvSpPr>
        <p:spPr bwMode="auto">
          <a:xfrm>
            <a:off x="586390" y="4976443"/>
            <a:ext cx="2534635"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529176678" name="Picture Placeholder" descr="This photo is a 'placeholder' only. Drag or drop your photo here, or click and tap the center to insert a photo."/>
          <p:cNvSpPr>
            <a:spLocks noGrp="1"/>
          </p:cNvSpPr>
          <p:nvPr>
            <p:ph type="pic" sz="quarter" idx="29"/>
          </p:nvPr>
        </p:nvSpPr>
        <p:spPr bwMode="ltGray">
          <a:xfrm>
            <a:off x="34290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a:defRPr>
            </a:lvl1pPr>
          </a:lstStyle>
          <a:p>
            <a:pPr>
              <a:defRPr/>
            </a:pPr>
            <a:r>
              <a:rPr lang="en-US"/>
              <a:t>Click icon to add picture</a:t>
            </a:r>
            <a:endParaRPr/>
          </a:p>
        </p:txBody>
      </p:sp>
      <p:sp>
        <p:nvSpPr>
          <p:cNvPr id="1205048578" name="Text Placeholder 11"/>
          <p:cNvSpPr>
            <a:spLocks noGrp="1"/>
          </p:cNvSpPr>
          <p:nvPr>
            <p:ph type="body" sz="quarter" idx="22"/>
          </p:nvPr>
        </p:nvSpPr>
        <p:spPr bwMode="auto">
          <a:xfrm>
            <a:off x="3413125" y="4575104"/>
            <a:ext cx="2534111" cy="184666"/>
          </a:xfrm>
          <a:prstGeom prst="rect">
            <a:avLst/>
          </a:prstGeom>
        </p:spPr>
        <p:txBody>
          <a:bodyPr anchor="t"/>
          <a:lstStyle>
            <a:lvl1pPr marL="0" indent="0">
              <a:spcBef>
                <a:spcPct val="0"/>
              </a:spcBef>
              <a:buNone/>
              <a:defRPr sz="1200">
                <a:solidFill>
                  <a:schemeClr val="tx1"/>
                </a:solidFill>
                <a:latin typeface="+mj-lt"/>
              </a:defRPr>
            </a:lvl1pPr>
          </a:lstStyle>
          <a:p>
            <a:pPr lvl="0">
              <a:defRPr/>
            </a:pPr>
            <a:r>
              <a:rPr lang="en-US"/>
              <a:t>Click to edit Master text styles</a:t>
            </a:r>
            <a:endParaRPr/>
          </a:p>
        </p:txBody>
      </p:sp>
      <p:sp>
        <p:nvSpPr>
          <p:cNvPr id="1798910528" name="Text Placeholder 3"/>
          <p:cNvSpPr>
            <a:spLocks noGrp="1"/>
          </p:cNvSpPr>
          <p:nvPr>
            <p:ph type="body" sz="quarter" idx="33"/>
          </p:nvPr>
        </p:nvSpPr>
        <p:spPr bwMode="auto">
          <a:xfrm>
            <a:off x="3422188" y="4976443"/>
            <a:ext cx="2534635"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663288155" name="Picture Placeholder" descr="This photo is a 'placeholder' only. Drag or drop your photo here, or click and tap the center to insert a photo."/>
          <p:cNvSpPr>
            <a:spLocks noGrp="1"/>
          </p:cNvSpPr>
          <p:nvPr>
            <p:ph type="pic" sz="quarter" idx="30"/>
          </p:nvPr>
        </p:nvSpPr>
        <p:spPr bwMode="ltGray">
          <a:xfrm>
            <a:off x="62484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a:defRPr>
            </a:lvl1pPr>
          </a:lstStyle>
          <a:p>
            <a:pPr>
              <a:defRPr/>
            </a:pPr>
            <a:r>
              <a:rPr lang="en-US"/>
              <a:t>Click icon to add picture</a:t>
            </a:r>
            <a:endParaRPr/>
          </a:p>
        </p:txBody>
      </p:sp>
      <p:sp>
        <p:nvSpPr>
          <p:cNvPr id="441860561" name="Text Placeholder 11"/>
          <p:cNvSpPr>
            <a:spLocks noGrp="1"/>
          </p:cNvSpPr>
          <p:nvPr>
            <p:ph type="body" sz="quarter" idx="24"/>
          </p:nvPr>
        </p:nvSpPr>
        <p:spPr bwMode="auto">
          <a:xfrm>
            <a:off x="6240462" y="4575104"/>
            <a:ext cx="2534111" cy="184666"/>
          </a:xfrm>
          <a:prstGeom prst="rect">
            <a:avLst/>
          </a:prstGeom>
        </p:spPr>
        <p:txBody>
          <a:bodyPr anchor="t"/>
          <a:lstStyle>
            <a:lvl1pPr marL="0" indent="0">
              <a:spcBef>
                <a:spcPct val="0"/>
              </a:spcBef>
              <a:buNone/>
              <a:defRPr sz="1200">
                <a:solidFill>
                  <a:schemeClr val="tx1"/>
                </a:solidFill>
                <a:latin typeface="+mj-lt"/>
              </a:defRPr>
            </a:lvl1pPr>
          </a:lstStyle>
          <a:p>
            <a:pPr lvl="0">
              <a:defRPr/>
            </a:pPr>
            <a:r>
              <a:rPr lang="en-US"/>
              <a:t>Click to edit Master text styles</a:t>
            </a:r>
            <a:endParaRPr/>
          </a:p>
        </p:txBody>
      </p:sp>
      <p:sp>
        <p:nvSpPr>
          <p:cNvPr id="1352363565" name="Text Placeholder 3"/>
          <p:cNvSpPr>
            <a:spLocks noGrp="1"/>
          </p:cNvSpPr>
          <p:nvPr>
            <p:ph type="body" sz="quarter" idx="34"/>
          </p:nvPr>
        </p:nvSpPr>
        <p:spPr bwMode="auto">
          <a:xfrm>
            <a:off x="6234836" y="4976443"/>
            <a:ext cx="2534635"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38031211" name="Picture Placeholder" descr="This photo is a 'placeholder' only. Drag or drop your photo here, or click and tap the center to insert a photo."/>
          <p:cNvSpPr>
            <a:spLocks noGrp="1"/>
          </p:cNvSpPr>
          <p:nvPr>
            <p:ph type="pic" sz="quarter" idx="31"/>
          </p:nvPr>
        </p:nvSpPr>
        <p:spPr bwMode="ltGray">
          <a:xfrm>
            <a:off x="90678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a:defRPr>
            </a:lvl1pPr>
          </a:lstStyle>
          <a:p>
            <a:pPr>
              <a:defRPr/>
            </a:pPr>
            <a:r>
              <a:rPr lang="en-US"/>
              <a:t>Click icon to add picture</a:t>
            </a:r>
            <a:endParaRPr/>
          </a:p>
        </p:txBody>
      </p:sp>
      <p:sp>
        <p:nvSpPr>
          <p:cNvPr id="1342330546" name="Text Placeholder 11"/>
          <p:cNvSpPr>
            <a:spLocks noGrp="1"/>
          </p:cNvSpPr>
          <p:nvPr>
            <p:ph type="body" sz="quarter" idx="26"/>
          </p:nvPr>
        </p:nvSpPr>
        <p:spPr bwMode="auto">
          <a:xfrm>
            <a:off x="9076259" y="4575104"/>
            <a:ext cx="2534111" cy="184666"/>
          </a:xfrm>
          <a:prstGeom prst="rect">
            <a:avLst/>
          </a:prstGeom>
        </p:spPr>
        <p:txBody>
          <a:bodyPr anchor="t"/>
          <a:lstStyle>
            <a:lvl1pPr marL="0" indent="0">
              <a:spcBef>
                <a:spcPct val="0"/>
              </a:spcBef>
              <a:buNone/>
              <a:defRPr sz="1200">
                <a:solidFill>
                  <a:schemeClr val="tx1"/>
                </a:solidFill>
                <a:latin typeface="+mj-lt"/>
              </a:defRPr>
            </a:lvl1pPr>
          </a:lstStyle>
          <a:p>
            <a:pPr lvl="0">
              <a:defRPr/>
            </a:pPr>
            <a:r>
              <a:rPr lang="en-US"/>
              <a:t>Click to edit Master text styles</a:t>
            </a:r>
            <a:endParaRPr/>
          </a:p>
        </p:txBody>
      </p:sp>
      <p:sp>
        <p:nvSpPr>
          <p:cNvPr id="2119724700" name="Text Placeholder 3"/>
          <p:cNvSpPr>
            <a:spLocks noGrp="1"/>
          </p:cNvSpPr>
          <p:nvPr>
            <p:ph type="body" sz="quarter" idx="35"/>
          </p:nvPr>
        </p:nvSpPr>
        <p:spPr bwMode="auto">
          <a:xfrm>
            <a:off x="9082208" y="4976443"/>
            <a:ext cx="2534635"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4429583"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PhAnim="0" preserve="1" userDrawn="1">
  <p:cSld name="Summary">
    <p:spTree>
      <p:nvGrpSpPr>
        <p:cNvPr id="1" name=""/>
        <p:cNvGrpSpPr/>
        <p:nvPr/>
      </p:nvGrpSpPr>
      <p:grpSpPr>
        <a:xfrm>
          <a:off x="0" y="0"/>
          <a:ext cx="0" cy="0"/>
          <a:chOff x="0" y="0"/>
          <a:chExt cx="0" cy="0"/>
        </a:xfrm>
      </p:grpSpPr>
      <p:sp>
        <p:nvSpPr>
          <p:cNvPr id="1692626791"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085698269" name="Footer Placeholder 10"/>
          <p:cNvSpPr>
            <a:spLocks noGrp="1"/>
          </p:cNvSpPr>
          <p:nvPr>
            <p:ph type="ftr" sz="quarter" idx="3"/>
          </p:nvPr>
        </p:nvSpPr>
        <p:spPr bwMode="auto">
          <a:xfrm>
            <a:off x="4356100"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308347486" name="Rectangle: Single Corner Rounded 5"/>
          <p:cNvSpPr/>
          <p:nvPr userDrawn="1"/>
        </p:nvSpPr>
        <p:spPr bwMode="auto">
          <a:xfrm>
            <a:off x="-1" y="1913466"/>
            <a:ext cx="3121026" cy="4944533"/>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a:spcBef>
                <a:spcPct val="0"/>
              </a:spcBef>
              <a:spcAft>
                <a:spcPct val="0"/>
              </a:spcAft>
              <a:defRPr/>
            </a:pPr>
            <a:endParaRPr lang="en-US" sz="2400">
              <a:gradFill>
                <a:gsLst>
                  <a:gs pos="0">
                    <a:srgbClr val="FFFFFF"/>
                  </a:gs>
                  <a:gs pos="100000">
                    <a:srgbClr val="FFFFFF"/>
                  </a:gs>
                </a:gsLst>
                <a:lin ang="5400000" scaled="0"/>
              </a:gradFill>
              <a:ea typeface="Segoe UI"/>
              <a:cs typeface="Segoe UI"/>
            </a:endParaRPr>
          </a:p>
        </p:txBody>
      </p:sp>
      <p:sp>
        <p:nvSpPr>
          <p:cNvPr id="1146266501" name="Text Placeholder 11"/>
          <p:cNvSpPr>
            <a:spLocks noGrp="1"/>
          </p:cNvSpPr>
          <p:nvPr>
            <p:ph type="body" sz="quarter" idx="17"/>
          </p:nvPr>
        </p:nvSpPr>
        <p:spPr bwMode="auto">
          <a:xfrm>
            <a:off x="4356039" y="1926472"/>
            <a:ext cx="5364224" cy="246221"/>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
        <p:nvSpPr>
          <p:cNvPr id="283170942" name="Text Placeholder 3"/>
          <p:cNvSpPr>
            <a:spLocks noGrp="1"/>
          </p:cNvSpPr>
          <p:nvPr>
            <p:ph type="body" sz="quarter" idx="35"/>
          </p:nvPr>
        </p:nvSpPr>
        <p:spPr bwMode="auto">
          <a:xfrm>
            <a:off x="4358229" y="2578100"/>
            <a:ext cx="5361973"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81526356" name="Text Placeholder 11"/>
          <p:cNvSpPr>
            <a:spLocks noGrp="1"/>
          </p:cNvSpPr>
          <p:nvPr>
            <p:ph type="body" sz="quarter" idx="34"/>
          </p:nvPr>
        </p:nvSpPr>
        <p:spPr bwMode="auto">
          <a:xfrm>
            <a:off x="588263" y="2542117"/>
            <a:ext cx="2027938" cy="492443"/>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Tree>
  </p:cSld>
  <p:clrMapOvr>
    <a:masterClrMapping/>
  </p:clrMapOv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PhAnim="0" preserve="1" userDrawn="1">
  <p:cSld name="2-column_Callout_with Image">
    <p:bg>
      <p:bgRef idx="1001">
        <a:schemeClr val="bg1"/>
      </p:bgRef>
    </p:bg>
    <p:spTree>
      <p:nvGrpSpPr>
        <p:cNvPr id="1" name=""/>
        <p:cNvGrpSpPr/>
        <p:nvPr/>
      </p:nvGrpSpPr>
      <p:grpSpPr>
        <a:xfrm>
          <a:off x="0" y="0"/>
          <a:ext cx="0" cy="0"/>
          <a:chOff x="0" y="0"/>
          <a:chExt cx="0" cy="0"/>
        </a:xfrm>
      </p:grpSpPr>
      <p:sp>
        <p:nvSpPr>
          <p:cNvPr id="532436207" name="Footer Placeholder 10"/>
          <p:cNvSpPr>
            <a:spLocks noGrp="1"/>
          </p:cNvSpPr>
          <p:nvPr>
            <p:ph type="ftr" sz="quarter" idx="3"/>
          </p:nvPr>
        </p:nvSpPr>
        <p:spPr bwMode="auto">
          <a:xfrm>
            <a:off x="4064000"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809012560"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2139266125" name="Picture Placeholder" descr="This photo is a 'placeholder' only. Drag or drop your photo here, or click and tap the center to insert a photo."/>
          <p:cNvSpPr>
            <a:spLocks noGrp="1"/>
          </p:cNvSpPr>
          <p:nvPr>
            <p:ph type="pic" sz="quarter" idx="20" hasCustomPrompt="1"/>
          </p:nvPr>
        </p:nvSpPr>
        <p:spPr bwMode="ltGray">
          <a:xfrm>
            <a:off x="4064000" y="1292233"/>
            <a:ext cx="7535862" cy="3279767"/>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169397538" name="Text Placeholder 11"/>
          <p:cNvSpPr>
            <a:spLocks noGrp="1"/>
          </p:cNvSpPr>
          <p:nvPr>
            <p:ph type="body" sz="quarter" idx="22"/>
          </p:nvPr>
        </p:nvSpPr>
        <p:spPr bwMode="auto">
          <a:xfrm>
            <a:off x="4064000" y="4830309"/>
            <a:ext cx="7535862" cy="184666"/>
          </a:xfrm>
          <a:prstGeom prst="rect">
            <a:avLst/>
          </a:prstGeom>
        </p:spPr>
        <p:txBody>
          <a:bodyPr anchor="t"/>
          <a:lstStyle>
            <a:lvl1pPr marL="0" indent="0">
              <a:spcBef>
                <a:spcPct val="0"/>
              </a:spcBef>
              <a:buNone/>
              <a:defRPr sz="1200">
                <a:solidFill>
                  <a:schemeClr val="tx1"/>
                </a:solidFill>
                <a:latin typeface="+mj-lt"/>
              </a:defRPr>
            </a:lvl1pPr>
          </a:lstStyle>
          <a:p>
            <a:pPr lvl="0">
              <a:defRPr/>
            </a:pPr>
            <a:r>
              <a:rPr lang="en-US"/>
              <a:t>Click to edit Master text styles</a:t>
            </a:r>
            <a:endParaRPr/>
          </a:p>
        </p:txBody>
      </p:sp>
      <p:sp>
        <p:nvSpPr>
          <p:cNvPr id="1897147242" name="Text Placeholder 3"/>
          <p:cNvSpPr>
            <a:spLocks noGrp="1"/>
          </p:cNvSpPr>
          <p:nvPr>
            <p:ph type="body" sz="quarter" idx="33"/>
          </p:nvPr>
        </p:nvSpPr>
        <p:spPr bwMode="auto">
          <a:xfrm>
            <a:off x="4073063" y="5231647"/>
            <a:ext cx="7526800"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653317743" name="Rectangle: Single Corner Rounded 4"/>
          <p:cNvSpPr/>
          <p:nvPr userDrawn="1"/>
        </p:nvSpPr>
        <p:spPr bwMode="auto">
          <a:xfrm>
            <a:off x="-1" y="1292232"/>
            <a:ext cx="3121026" cy="5565768"/>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a:spcBef>
                <a:spcPct val="0"/>
              </a:spcBef>
              <a:spcAft>
                <a:spcPct val="0"/>
              </a:spcAft>
              <a:defRPr/>
            </a:pPr>
            <a:endParaRPr lang="en-US" sz="2400">
              <a:gradFill>
                <a:gsLst>
                  <a:gs pos="0">
                    <a:srgbClr val="FFFFFF"/>
                  </a:gs>
                  <a:gs pos="100000">
                    <a:srgbClr val="FFFFFF"/>
                  </a:gs>
                </a:gsLst>
                <a:lin ang="5400000" scaled="0"/>
              </a:gradFill>
              <a:ea typeface="Segoe UI"/>
              <a:cs typeface="Segoe UI"/>
            </a:endParaRPr>
          </a:p>
        </p:txBody>
      </p:sp>
      <p:sp>
        <p:nvSpPr>
          <p:cNvPr id="342998119" name="Text Placeholder 11"/>
          <p:cNvSpPr>
            <a:spLocks noGrp="1"/>
          </p:cNvSpPr>
          <p:nvPr>
            <p:ph type="body" sz="quarter" idx="34"/>
          </p:nvPr>
        </p:nvSpPr>
        <p:spPr bwMode="auto">
          <a:xfrm>
            <a:off x="588262" y="2210101"/>
            <a:ext cx="2113253" cy="492443"/>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PhAnim="0" preserve="1" userDrawn="1">
  <p:cSld name="Learn Clickdown">
    <p:bg>
      <p:bgPr>
        <a:solidFill>
          <a:srgbClr val="E8E6DF"/>
        </a:solidFill>
        <a:effectLst/>
      </p:bgPr>
    </p:bg>
    <p:spTree>
      <p:nvGrpSpPr>
        <p:cNvPr id="1" name=""/>
        <p:cNvGrpSpPr/>
        <p:nvPr/>
      </p:nvGrpSpPr>
      <p:grpSpPr>
        <a:xfrm>
          <a:off x="0" y="0"/>
          <a:ext cx="0" cy="0"/>
          <a:chOff x="0" y="0"/>
          <a:chExt cx="0" cy="0"/>
        </a:xfrm>
      </p:grpSpPr>
      <p:sp>
        <p:nvSpPr>
          <p:cNvPr id="355371882" name="Rectangle 5"/>
          <p:cNvSpPr/>
          <p:nvPr userDrawn="1"/>
        </p:nvSpPr>
        <p:spPr bwMode="auto">
          <a:xfrm>
            <a:off x="1887" y="0"/>
            <a:ext cx="6891565" cy="68580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a:spcBef>
                <a:spcPct val="0"/>
              </a:spcBef>
              <a:spcAft>
                <a:spcPct val="0"/>
              </a:spcAft>
              <a:defRPr/>
            </a:pPr>
            <a:endParaRPr lang="en-US" sz="2400">
              <a:gradFill>
                <a:gsLst>
                  <a:gs pos="0">
                    <a:srgbClr val="FFFFFF"/>
                  </a:gs>
                  <a:gs pos="100000">
                    <a:srgbClr val="FFFFFF"/>
                  </a:gs>
                </a:gsLst>
                <a:lin ang="5400000" scaled="0"/>
              </a:gradFill>
              <a:ea typeface="Segoe UI"/>
              <a:cs typeface="Segoe UI"/>
            </a:endParaRPr>
          </a:p>
        </p:txBody>
      </p:sp>
      <p:sp>
        <p:nvSpPr>
          <p:cNvPr id="1855295653" name="Rectangle: Top Corners Rounded 1"/>
          <p:cNvSpPr/>
          <p:nvPr userDrawn="1"/>
        </p:nvSpPr>
        <p:spPr bwMode="auto">
          <a:xfrm rot="16199998" flipH="1">
            <a:off x="7958667" y="1348398"/>
            <a:ext cx="3793070" cy="4707465"/>
          </a:xfrm>
          <a:prstGeom prst="round2SameRect">
            <a:avLst>
              <a:gd name="adj1" fmla="val 2163"/>
              <a:gd name="adj2" fmla="val 0"/>
            </a:avLst>
          </a:prstGeom>
          <a:solidFill>
            <a:srgbClr val="E8E6DF"/>
          </a:solidFill>
          <a:ln w="6350">
            <a:noFill/>
          </a:ln>
          <a:effectLst>
            <a:outerShdw blurRad="127000" dist="76200" dir="9600000" algn="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none" lIns="274320" tIns="0" rIns="274320" bIns="91440" numCol="1" spcCol="0" rtlCol="0" fromWordArt="0" anchor="ctr" anchorCtr="0" forceAA="0" compatLnSpc="1">
            <a:prstTxWarp prst="textNoShape">
              <a:avLst/>
            </a:prstTxWarp>
            <a:noAutofit/>
          </a:bodyPr>
          <a:lstStyle/>
          <a:p>
            <a:pPr marL="0" marR="0" lvl="0" indent="0" algn="l" defTabSz="932472" rtl="0">
              <a:lnSpc>
                <a:spcPct val="100000"/>
              </a:lnSpc>
              <a:spcBef>
                <a:spcPct val="0"/>
              </a:spcBef>
              <a:spcAft>
                <a:spcPct val="0"/>
              </a:spcAft>
              <a:buClrTx/>
              <a:buSzTx/>
              <a:buFontTx/>
              <a:buNone/>
              <a:defRPr/>
            </a:pPr>
            <a:endParaRPr lang="en-US" sz="2000" b="0" i="0" u="none" strike="noStrike" cap="none" spc="0" baseline="30000">
              <a:ln>
                <a:noFill/>
              </a:ln>
              <a:solidFill>
                <a:srgbClr val="FFFFFF"/>
              </a:solidFill>
              <a:latin typeface="Segoe UI"/>
              <a:ea typeface="+mn-ea"/>
              <a:cs typeface="+mn-cs"/>
            </a:endParaRPr>
          </a:p>
        </p:txBody>
      </p:sp>
      <p:pic>
        <p:nvPicPr>
          <p:cNvPr id="552784754" name="Picture 2"/>
          <p:cNvPicPr>
            <a:picLocks noChangeAspect="1"/>
          </p:cNvPicPr>
          <p:nvPr userDrawn="1"/>
        </p:nvPicPr>
        <p:blipFill>
          <a:blip r:embed="rId2"/>
          <a:srcRect l="15" r="15210"/>
          <a:stretch>
            <a:fillRect/>
          </a:stretch>
        </p:blipFill>
        <p:spPr bwMode="auto">
          <a:xfrm>
            <a:off x="7458887" y="1759165"/>
            <a:ext cx="4737876" cy="3870680"/>
          </a:xfrm>
          <a:prstGeom prst="rect">
            <a:avLst/>
          </a:prstGeom>
          <a:noFill/>
          <a:ln w="38100">
            <a:noFill/>
          </a:ln>
          <a:effectLst/>
        </p:spPr>
      </p:pic>
      <p:sp>
        <p:nvSpPr>
          <p:cNvPr id="1700624765" name="Picture Placeholder" descr="This photo is a 'placeholder' only. Drag or drop your photo here, or click and tap the center to insert a photo."/>
          <p:cNvSpPr>
            <a:spLocks noGrp="1"/>
          </p:cNvSpPr>
          <p:nvPr>
            <p:ph type="pic" sz="quarter" idx="20" hasCustomPrompt="1"/>
          </p:nvPr>
        </p:nvSpPr>
        <p:spPr bwMode="ltGray">
          <a:xfrm>
            <a:off x="7724774" y="2041526"/>
            <a:ext cx="4467225" cy="3311524"/>
          </a:xfrm>
          <a:prstGeom prst="rect">
            <a:avLst/>
          </a:prstGeom>
          <a:solidFill>
            <a:srgbClr val="F4F4F7"/>
          </a:solidFill>
          <a:ln>
            <a:noFill/>
          </a:ln>
        </p:spPr>
        <p:txBody>
          <a:bodyPr lIns="914400" tIns="0" rIns="914400" bIns="146304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website screenshot here or click or tap icon below to insert</a:t>
            </a:r>
            <a:endParaRPr/>
          </a:p>
          <a:p>
            <a:pPr>
              <a:defRPr/>
            </a:pPr>
            <a:endParaRPr lang="en-US"/>
          </a:p>
          <a:p>
            <a:pPr>
              <a:defRPr/>
            </a:pPr>
            <a:endParaRPr lang="en-US"/>
          </a:p>
        </p:txBody>
      </p:sp>
      <p:sp>
        <p:nvSpPr>
          <p:cNvPr id="2067441795" name="Title 1"/>
          <p:cNvSpPr>
            <a:spLocks noGrp="1"/>
          </p:cNvSpPr>
          <p:nvPr>
            <p:ph type="title"/>
          </p:nvPr>
        </p:nvSpPr>
        <p:spPr bwMode="auto">
          <a:xfrm>
            <a:off x="588262" y="585216"/>
            <a:ext cx="5652201"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79341852" name="Text Placeholder 11"/>
          <p:cNvSpPr>
            <a:spLocks noGrp="1"/>
          </p:cNvSpPr>
          <p:nvPr>
            <p:ph type="body" sz="quarter" idx="16"/>
          </p:nvPr>
        </p:nvSpPr>
        <p:spPr bwMode="auto">
          <a:xfrm>
            <a:off x="584199" y="1594155"/>
            <a:ext cx="5654573" cy="246221"/>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
        <p:nvSpPr>
          <p:cNvPr id="867388625" name="Text Placeholder 3"/>
          <p:cNvSpPr>
            <a:spLocks noGrp="1"/>
          </p:cNvSpPr>
          <p:nvPr>
            <p:ph type="body" sz="quarter" idx="15"/>
          </p:nvPr>
        </p:nvSpPr>
        <p:spPr bwMode="auto">
          <a:xfrm>
            <a:off x="586388" y="2085764"/>
            <a:ext cx="565220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790668140"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masterClrMapping/>
  </p:clrMapOv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PhAnim="0" preserve="1" userDrawn="1">
  <p:cSld name="Blank_with Head">
    <p:spTree>
      <p:nvGrpSpPr>
        <p:cNvPr id="1" name=""/>
        <p:cNvGrpSpPr/>
        <p:nvPr/>
      </p:nvGrpSpPr>
      <p:grpSpPr>
        <a:xfrm>
          <a:off x="0" y="0"/>
          <a:ext cx="0" cy="0"/>
          <a:chOff x="0" y="0"/>
          <a:chExt cx="0" cy="0"/>
        </a:xfrm>
      </p:grpSpPr>
      <p:sp>
        <p:nvSpPr>
          <p:cNvPr id="763367199"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98625906"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masterClrMapping/>
  </p:clrMapOv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PhAnim="0" preserve="1" userDrawn="1">
  <p:cSld name="Blank_with Head_Off-white">
    <p:bg>
      <p:bgPr>
        <a:solidFill>
          <a:srgbClr val="F4F3F5"/>
        </a:solidFill>
        <a:effectLst/>
      </p:bgPr>
    </p:bg>
    <p:spTree>
      <p:nvGrpSpPr>
        <p:cNvPr id="1" name=""/>
        <p:cNvGrpSpPr/>
        <p:nvPr/>
      </p:nvGrpSpPr>
      <p:grpSpPr>
        <a:xfrm>
          <a:off x="0" y="0"/>
          <a:ext cx="0" cy="0"/>
          <a:chOff x="0" y="0"/>
          <a:chExt cx="0" cy="0"/>
        </a:xfrm>
      </p:grpSpPr>
      <p:sp>
        <p:nvSpPr>
          <p:cNvPr id="125169605"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005505861"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masterClrMapping/>
  </p:clrMapOv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PhAnim="0" preserve="1" userDrawn="1">
  <p:cSld name="Blank_with Head_WmGray">
    <p:bg>
      <p:bgPr>
        <a:solidFill>
          <a:srgbClr val="E8E6DF"/>
        </a:solidFill>
        <a:effectLst/>
      </p:bgPr>
    </p:bg>
    <p:spTree>
      <p:nvGrpSpPr>
        <p:cNvPr id="1" name=""/>
        <p:cNvGrpSpPr/>
        <p:nvPr/>
      </p:nvGrpSpPr>
      <p:grpSpPr>
        <a:xfrm>
          <a:off x="0" y="0"/>
          <a:ext cx="0" cy="0"/>
          <a:chOff x="0" y="0"/>
          <a:chExt cx="0" cy="0"/>
        </a:xfrm>
      </p:grpSpPr>
      <p:sp>
        <p:nvSpPr>
          <p:cNvPr id="1945512608"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992428801"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masterClrMapping/>
  </p:clrMapOvr>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PhAnim="0" preserve="1" userDrawn="1">
  <p:cSld name="1-column container">
    <p:spTree>
      <p:nvGrpSpPr>
        <p:cNvPr id="1" name=""/>
        <p:cNvGrpSpPr/>
        <p:nvPr/>
      </p:nvGrpSpPr>
      <p:grpSpPr>
        <a:xfrm>
          <a:off x="0" y="0"/>
          <a:ext cx="0" cy="0"/>
          <a:chOff x="0" y="0"/>
          <a:chExt cx="0" cy="0"/>
        </a:xfrm>
      </p:grpSpPr>
      <p:sp>
        <p:nvSpPr>
          <p:cNvPr id="707358319"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657180781"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321601908" name="Rounded Rectangle 3_1"/>
          <p:cNvSpPr/>
          <p:nvPr userDrawn="1"/>
        </p:nvSpPr>
        <p:spPr bwMode="auto">
          <a:xfrm>
            <a:off x="588261"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a:lnSpc>
                <a:spcPct val="100000"/>
              </a:lnSpc>
              <a:spcBef>
                <a:spcPct val="0"/>
              </a:spcBef>
              <a:spcAft>
                <a:spcPct val="0"/>
              </a:spcAft>
              <a:buClrTx/>
              <a:buSzPct val="90000"/>
              <a:buFontTx/>
              <a:buNone/>
              <a:defRPr/>
            </a:pPr>
            <a:endParaRPr lang="en-US" sz="1800" b="0" i="0" u="none" strike="noStrike" cap="none" spc="0">
              <a:ln>
                <a:noFill/>
              </a:ln>
              <a:solidFill>
                <a:srgbClr val="000000"/>
              </a:solidFill>
              <a:latin typeface="Segoe UI"/>
              <a:ea typeface="+mn-ea"/>
              <a:cs typeface="Segoe UI"/>
            </a:endParaRPr>
          </a:p>
        </p:txBody>
      </p:sp>
      <p:sp>
        <p:nvSpPr>
          <p:cNvPr id="1379083888" name="Text Placeholder 11"/>
          <p:cNvSpPr>
            <a:spLocks noGrp="1"/>
          </p:cNvSpPr>
          <p:nvPr>
            <p:ph type="body" sz="quarter" idx="17"/>
          </p:nvPr>
        </p:nvSpPr>
        <p:spPr bwMode="auto">
          <a:xfrm>
            <a:off x="1235075" y="1771955"/>
            <a:ext cx="8778782" cy="246221"/>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
        <p:nvSpPr>
          <p:cNvPr id="1003007922" name="Text Placeholder 3"/>
          <p:cNvSpPr>
            <a:spLocks noGrp="1"/>
          </p:cNvSpPr>
          <p:nvPr>
            <p:ph type="body" sz="quarter" idx="15"/>
          </p:nvPr>
        </p:nvSpPr>
        <p:spPr bwMode="auto">
          <a:xfrm>
            <a:off x="1237265" y="2263564"/>
            <a:ext cx="8775098"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Tree>
  </p:cSld>
  <p:clrMapOvr>
    <a:masterClrMapping/>
  </p:clrMapOvr>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PhAnim="0" preserve="1" userDrawn="1">
  <p:cSld name="Knowledge Check">
    <p:spTree>
      <p:nvGrpSpPr>
        <p:cNvPr id="1" name=""/>
        <p:cNvGrpSpPr/>
        <p:nvPr/>
      </p:nvGrpSpPr>
      <p:grpSpPr>
        <a:xfrm>
          <a:off x="0" y="0"/>
          <a:ext cx="0" cy="0"/>
          <a:chOff x="0" y="0"/>
          <a:chExt cx="0" cy="0"/>
        </a:xfrm>
      </p:grpSpPr>
      <p:sp>
        <p:nvSpPr>
          <p:cNvPr id="939397634"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556402987"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370752801" name="Rounded Rectangle 3_1"/>
          <p:cNvSpPr/>
          <p:nvPr userDrawn="1"/>
        </p:nvSpPr>
        <p:spPr bwMode="auto">
          <a:xfrm>
            <a:off x="588261"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a:lnSpc>
                <a:spcPct val="100000"/>
              </a:lnSpc>
              <a:spcBef>
                <a:spcPct val="0"/>
              </a:spcBef>
              <a:spcAft>
                <a:spcPct val="0"/>
              </a:spcAft>
              <a:buClrTx/>
              <a:buSzPct val="90000"/>
              <a:buFontTx/>
              <a:buNone/>
              <a:defRPr/>
            </a:pPr>
            <a:endParaRPr lang="en-US" sz="1800" b="0" i="0" u="none" strike="noStrike" cap="none" spc="0">
              <a:ln>
                <a:noFill/>
              </a:ln>
              <a:solidFill>
                <a:srgbClr val="000000"/>
              </a:solidFill>
              <a:latin typeface="Segoe UI"/>
              <a:ea typeface="+mn-ea"/>
              <a:cs typeface="Segoe UI"/>
            </a:endParaRPr>
          </a:p>
        </p:txBody>
      </p:sp>
      <p:sp>
        <p:nvSpPr>
          <p:cNvPr id="1683248963" name="Text Placeholder 11"/>
          <p:cNvSpPr>
            <a:spLocks noGrp="1"/>
          </p:cNvSpPr>
          <p:nvPr>
            <p:ph type="body" sz="quarter" idx="17"/>
          </p:nvPr>
        </p:nvSpPr>
        <p:spPr bwMode="auto">
          <a:xfrm>
            <a:off x="1235075" y="1594151"/>
            <a:ext cx="8778782" cy="399973"/>
          </a:xfrm>
          <a:prstGeom prst="rect">
            <a:avLst/>
          </a:prstGeom>
        </p:spPr>
        <p:txBody>
          <a:bodyPr anchor="t"/>
          <a:lstStyle>
            <a:lvl1pPr marL="0" indent="0">
              <a:spcBef>
                <a:spcPct val="0"/>
              </a:spcBef>
              <a:buNone/>
              <a:defRPr lang="en-US" sz="1400" spc="0">
                <a:solidFill>
                  <a:schemeClr val="tx1"/>
                </a:solidFill>
                <a:latin typeface="+mj-lt"/>
                <a:ea typeface="+mn-ea"/>
                <a:cs typeface="Segoe UI"/>
              </a:defRPr>
            </a:lvl1pPr>
          </a:lstStyle>
          <a:p>
            <a:pPr lvl="0">
              <a:defRPr/>
            </a:pPr>
            <a:r>
              <a:rPr lang="en-US"/>
              <a:t>Click to edit Master text styles</a:t>
            </a:r>
            <a:endParaRPr/>
          </a:p>
          <a:p>
            <a:pPr lvl="0">
              <a:defRPr/>
            </a:pPr>
            <a:endParaRPr lang="en-US"/>
          </a:p>
        </p:txBody>
      </p:sp>
      <p:sp>
        <p:nvSpPr>
          <p:cNvPr id="987213518" name="Text Placeholder 3"/>
          <p:cNvSpPr>
            <a:spLocks noGrp="1"/>
          </p:cNvSpPr>
          <p:nvPr>
            <p:ph type="body" sz="quarter" idx="15"/>
          </p:nvPr>
        </p:nvSpPr>
        <p:spPr bwMode="auto">
          <a:xfrm>
            <a:off x="1237265" y="1994124"/>
            <a:ext cx="8775098" cy="215444"/>
          </a:xfrm>
          <a:prstGeom prst="rect">
            <a:avLst/>
          </a:prstGeom>
        </p:spPr>
        <p:txBody>
          <a:bodyPr wrap="square" lIns="91440">
            <a:spAutoFit/>
          </a:bodyPr>
          <a:lstStyle>
            <a:lvl1pPr marL="137160" indent="-137160">
              <a:buFont typeface="Segoe UI"/>
              <a:buChar char="⃣"/>
              <a:defRPr sz="1400">
                <a:solidFill>
                  <a:schemeClr val="tx1"/>
                </a:solidFill>
              </a:defRPr>
            </a:lvl1pPr>
            <a:lvl2pPr marL="265176" indent="-128016">
              <a:buFont typeface="Segoe UI"/>
              <a:buChar char="⃣"/>
              <a:defRPr>
                <a:solidFill>
                  <a:schemeClr val="tx1"/>
                </a:solidFill>
              </a:defRPr>
            </a:lvl2pPr>
            <a:lvl3pPr marL="384048" indent="-118872">
              <a:buFont typeface="Segoe UI"/>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grpSp>
        <p:nvGrpSpPr>
          <p:cNvPr id="157986548" name="Group 6"/>
          <p:cNvGrpSpPr/>
          <p:nvPr userDrawn="1"/>
        </p:nvGrpSpPr>
        <p:grpSpPr>
          <a:xfrm>
            <a:off x="10107938" y="893763"/>
            <a:ext cx="1110600" cy="1110600"/>
            <a:chOff x="5540700" y="2116300"/>
            <a:chExt cx="1110600" cy="1110600"/>
          </a:xfrm>
        </p:grpSpPr>
        <p:sp>
          <p:nvSpPr>
            <p:cNvPr id="8" name="Oval 7"/>
            <p:cNvSpPr/>
            <p:nvPr/>
          </p:nvSpPr>
          <p:spPr bwMode="auto">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a:lnSpc>
                  <a:spcPct val="100000"/>
                </a:lnSpc>
                <a:spcBef>
                  <a:spcPct val="0"/>
                </a:spcBef>
                <a:spcAft>
                  <a:spcPct val="0"/>
                </a:spcAft>
                <a:buClrTx/>
                <a:buSzTx/>
                <a:buFontTx/>
                <a:buNone/>
                <a:defRPr/>
              </a:pPr>
              <a:endParaRPr lang="en-US" sz="1800" b="0" i="0" u="none" strike="noStrike" cap="none" spc="0">
                <a:ln>
                  <a:noFill/>
                </a:ln>
                <a:solidFill>
                  <a:srgbClr val="FFFFFF"/>
                </a:solidFill>
                <a:latin typeface="Segoe UI"/>
                <a:ea typeface="+mn-ea"/>
                <a:cs typeface="+mn-cs"/>
              </a:endParaRPr>
            </a:p>
          </p:txBody>
        </p:sp>
        <p:pic>
          <p:nvPicPr>
            <p:cNvPr id="9" name="Picture 8"/>
            <p:cNvPicPr/>
            <p:nvPr/>
          </p:nvPicPr>
          <p:blipFill>
            <a:blip r:embed="rId2"/>
            <a:stretch>
              <a:fillRect/>
            </a:stretch>
          </p:blipFill>
          <p:spPr bwMode="auto">
            <a:xfrm>
              <a:off x="5749602" y="2325202"/>
              <a:ext cx="692796" cy="692796"/>
            </a:xfrm>
            <a:prstGeom prst="rect">
              <a:avLst/>
            </a:prstGeom>
            <a:noFill/>
          </p:spPr>
        </p:pic>
      </p:grpSp>
      <p:sp>
        <p:nvSpPr>
          <p:cNvPr id="577902712" name="Text Placeholder 11"/>
          <p:cNvSpPr>
            <a:spLocks noGrp="1"/>
          </p:cNvSpPr>
          <p:nvPr>
            <p:ph type="body" sz="quarter" idx="20"/>
          </p:nvPr>
        </p:nvSpPr>
        <p:spPr bwMode="auto">
          <a:xfrm>
            <a:off x="1235075" y="4492432"/>
            <a:ext cx="8778782" cy="406322"/>
          </a:xfrm>
          <a:prstGeom prst="rect">
            <a:avLst/>
          </a:prstGeom>
        </p:spPr>
        <p:txBody>
          <a:bodyPr anchor="t"/>
          <a:lstStyle>
            <a:lvl1pPr marL="0" indent="0">
              <a:spcBef>
                <a:spcPct val="0"/>
              </a:spcBef>
              <a:buNone/>
              <a:defRPr sz="1400">
                <a:solidFill>
                  <a:schemeClr val="tx1"/>
                </a:solidFill>
                <a:latin typeface="+mj-lt"/>
              </a:defRPr>
            </a:lvl1pPr>
          </a:lstStyle>
          <a:p>
            <a:pPr lvl="0">
              <a:defRPr/>
            </a:pPr>
            <a:r>
              <a:rPr lang="en-US"/>
              <a:t>Click to edit Master text styles</a:t>
            </a:r>
            <a:endParaRPr/>
          </a:p>
        </p:txBody>
      </p:sp>
      <p:sp>
        <p:nvSpPr>
          <p:cNvPr id="1019923609" name="Text Placeholder 3"/>
          <p:cNvSpPr>
            <a:spLocks noGrp="1"/>
          </p:cNvSpPr>
          <p:nvPr>
            <p:ph type="body" sz="quarter" idx="21"/>
          </p:nvPr>
        </p:nvSpPr>
        <p:spPr bwMode="auto">
          <a:xfrm>
            <a:off x="1237265" y="4898755"/>
            <a:ext cx="8775098" cy="215444"/>
          </a:xfrm>
          <a:prstGeom prst="rect">
            <a:avLst/>
          </a:prstGeom>
        </p:spPr>
        <p:txBody>
          <a:bodyPr wrap="square" lIns="91440">
            <a:spAutoFit/>
          </a:bodyPr>
          <a:lstStyle>
            <a:lvl1pPr marL="137160" indent="-137160">
              <a:buFont typeface="Segoe UI"/>
              <a:buChar char="⃣"/>
              <a:defRPr sz="1400">
                <a:solidFill>
                  <a:schemeClr val="tx1"/>
                </a:solidFill>
              </a:defRPr>
            </a:lvl1pPr>
            <a:lvl2pPr marL="265176" indent="-128016">
              <a:buFont typeface="Segoe UI"/>
              <a:buChar char="⃣"/>
              <a:defRPr>
                <a:solidFill>
                  <a:schemeClr val="tx1"/>
                </a:solidFill>
              </a:defRPr>
            </a:lvl2pPr>
            <a:lvl3pPr marL="384048" indent="-118872">
              <a:buFont typeface="Segoe UI"/>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599565541" name="Text Placeholder 11"/>
          <p:cNvSpPr>
            <a:spLocks noGrp="1"/>
          </p:cNvSpPr>
          <p:nvPr>
            <p:ph type="body" sz="quarter" idx="22"/>
          </p:nvPr>
        </p:nvSpPr>
        <p:spPr bwMode="auto">
          <a:xfrm>
            <a:off x="1235075" y="3042690"/>
            <a:ext cx="8778782" cy="406323"/>
          </a:xfrm>
          <a:prstGeom prst="rect">
            <a:avLst/>
          </a:prstGeom>
        </p:spPr>
        <p:txBody>
          <a:bodyPr anchor="t"/>
          <a:lstStyle>
            <a:lvl1pPr marL="0" indent="0">
              <a:spcBef>
                <a:spcPct val="0"/>
              </a:spcBef>
              <a:buNone/>
              <a:defRPr lang="en-US" sz="1400" spc="0">
                <a:solidFill>
                  <a:schemeClr val="tx1"/>
                </a:solidFill>
                <a:latin typeface="+mj-lt"/>
                <a:ea typeface="+mn-ea"/>
                <a:cs typeface="Segoe UI"/>
              </a:defRPr>
            </a:lvl1pPr>
          </a:lstStyle>
          <a:p>
            <a:pPr lvl="0">
              <a:defRPr/>
            </a:pPr>
            <a:r>
              <a:rPr lang="en-US"/>
              <a:t>Click to edit Master text styles</a:t>
            </a:r>
            <a:endParaRPr/>
          </a:p>
          <a:p>
            <a:pPr lvl="0">
              <a:defRPr/>
            </a:pPr>
            <a:endParaRPr lang="en-US"/>
          </a:p>
        </p:txBody>
      </p:sp>
      <p:sp>
        <p:nvSpPr>
          <p:cNvPr id="1110486656" name="Text Placeholder 3"/>
          <p:cNvSpPr>
            <a:spLocks noGrp="1"/>
          </p:cNvSpPr>
          <p:nvPr>
            <p:ph type="body" sz="quarter" idx="23"/>
          </p:nvPr>
        </p:nvSpPr>
        <p:spPr bwMode="auto">
          <a:xfrm>
            <a:off x="1237265" y="3449013"/>
            <a:ext cx="8775098" cy="215444"/>
          </a:xfrm>
          <a:prstGeom prst="rect">
            <a:avLst/>
          </a:prstGeom>
        </p:spPr>
        <p:txBody>
          <a:bodyPr wrap="square" lIns="91440">
            <a:spAutoFit/>
          </a:bodyPr>
          <a:lstStyle>
            <a:lvl1pPr marL="137160" indent="-137160">
              <a:buFont typeface="Segoe UI"/>
              <a:buChar char="⃣"/>
              <a:defRPr sz="1400">
                <a:solidFill>
                  <a:schemeClr val="tx1"/>
                </a:solidFill>
              </a:defRPr>
            </a:lvl1pPr>
            <a:lvl2pPr marL="265176" indent="-128016">
              <a:buFont typeface="Segoe UI"/>
              <a:buChar char="⃣"/>
              <a:defRPr>
                <a:solidFill>
                  <a:schemeClr val="tx1"/>
                </a:solidFill>
              </a:defRPr>
            </a:lvl2pPr>
            <a:lvl3pPr marL="384048" indent="-118872">
              <a:buFont typeface="Segoe UI"/>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Tree>
  </p:cSld>
  <p:clrMapOvr>
    <a:masterClrMapping/>
  </p:clrMapOvr>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PhAnim="0" preserve="1" userDrawn="1">
  <p:cSld name="LearningPath1_WmGray">
    <p:bg>
      <p:bgPr>
        <a:solidFill>
          <a:srgbClr val="E8E6DF"/>
        </a:solidFill>
        <a:effectLst/>
      </p:bgPr>
    </p:bg>
    <p:spTree>
      <p:nvGrpSpPr>
        <p:cNvPr id="1" name=""/>
        <p:cNvGrpSpPr/>
        <p:nvPr/>
      </p:nvGrpSpPr>
      <p:grpSpPr>
        <a:xfrm>
          <a:off x="0" y="0"/>
          <a:ext cx="0" cy="0"/>
          <a:chOff x="0" y="0"/>
          <a:chExt cx="0" cy="0"/>
        </a:xfrm>
      </p:grpSpPr>
      <p:sp>
        <p:nvSpPr>
          <p:cNvPr id="1474136691"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510094691"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pic>
        <p:nvPicPr>
          <p:cNvPr id="1093395287" name="Graphic 5"/>
          <p:cNvPicPr>
            <a:picLocks noChangeAspect="1"/>
          </p:cNvPicPr>
          <p:nvPr userDrawn="1"/>
        </p:nvPicPr>
        <p:blipFill>
          <a:blip r:embed="rId2"/>
          <a:stretch>
            <a:fillRect/>
          </a:stretch>
        </p:blipFill>
        <p:spPr bwMode="auto">
          <a:xfrm>
            <a:off x="-1" y="2827846"/>
            <a:ext cx="12192001" cy="3035200"/>
          </a:xfrm>
          <a:prstGeom prst="rect">
            <a:avLst/>
          </a:prstGeom>
        </p:spPr>
      </p:pic>
    </p:spTree>
  </p:cSld>
  <p:clrMapOvr>
    <a:masterClrMapping/>
  </p:clrMapOvr>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PhAnim="0" preserve="1" userDrawn="1">
  <p:cSld name="LearningPath3_OffWhite">
    <p:bg>
      <p:bgPr>
        <a:solidFill>
          <a:srgbClr val="F4F3F5"/>
        </a:solidFill>
        <a:effectLst/>
      </p:bgPr>
    </p:bg>
    <p:spTree>
      <p:nvGrpSpPr>
        <p:cNvPr id="1" name=""/>
        <p:cNvGrpSpPr/>
        <p:nvPr/>
      </p:nvGrpSpPr>
      <p:grpSpPr>
        <a:xfrm>
          <a:off x="0" y="0"/>
          <a:ext cx="0" cy="0"/>
          <a:chOff x="0" y="0"/>
          <a:chExt cx="0" cy="0"/>
        </a:xfrm>
      </p:grpSpPr>
      <p:sp>
        <p:nvSpPr>
          <p:cNvPr id="182884350"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855018705"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pic>
        <p:nvPicPr>
          <p:cNvPr id="1729593883" name="Graphic 4"/>
          <p:cNvPicPr>
            <a:picLocks noChangeAspect="1"/>
          </p:cNvPicPr>
          <p:nvPr userDrawn="1"/>
        </p:nvPicPr>
        <p:blipFill>
          <a:blip r:embed="rId2"/>
          <a:stretch>
            <a:fillRect/>
          </a:stretch>
        </p:blipFill>
        <p:spPr bwMode="auto">
          <a:xfrm>
            <a:off x="-1" y="3144660"/>
            <a:ext cx="12192001" cy="3035200"/>
          </a:xfrm>
          <a:prstGeom prst="rect">
            <a:avLst/>
          </a:prstGeom>
        </p:spPr>
      </p:pic>
    </p:spTree>
  </p:cSld>
  <p:clrMapOvr>
    <a:masterClrMapping/>
  </p:clrMapOvr>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PhAnim="0" preserve="1" userDrawn="1">
  <p:cSld name="Developer code full page">
    <p:bg>
      <p:bgPr>
        <a:solidFill>
          <a:srgbClr val="E8E6DF"/>
        </a:solidFill>
        <a:effectLst/>
      </p:bgPr>
    </p:bg>
    <p:spTree>
      <p:nvGrpSpPr>
        <p:cNvPr id="1" name=""/>
        <p:cNvGrpSpPr/>
        <p:nvPr/>
      </p:nvGrpSpPr>
      <p:grpSpPr>
        <a:xfrm>
          <a:off x="0" y="0"/>
          <a:ext cx="0" cy="0"/>
          <a:chOff x="0" y="0"/>
          <a:chExt cx="0" cy="0"/>
        </a:xfrm>
      </p:grpSpPr>
      <p:sp>
        <p:nvSpPr>
          <p:cNvPr id="1496695563" name="Text Placeholder 14"/>
          <p:cNvSpPr>
            <a:spLocks noGrp="1"/>
          </p:cNvSpPr>
          <p:nvPr>
            <p:ph type="body" sz="quarter" idx="13" hasCustomPrompt="1"/>
          </p:nvPr>
        </p:nvSpPr>
        <p:spPr bwMode="auto">
          <a:xfrm>
            <a:off x="0" y="0"/>
            <a:ext cx="3788358" cy="446148"/>
          </a:xfrm>
          <a:prstGeom prst="rect">
            <a:avLst/>
          </a:prstGeom>
          <a:gradFill>
            <a:gsLst>
              <a:gs pos="0">
                <a:srgbClr val="000000"/>
              </a:gs>
              <a:gs pos="92000">
                <a:srgbClr val="000000"/>
              </a:gs>
              <a:gs pos="92000">
                <a:schemeClr val="accent3"/>
              </a:gs>
            </a:gsLst>
            <a:lin ang="16200000" scaled="1"/>
          </a:gradFill>
        </p:spPr>
        <p:txBody>
          <a:bodyPr vert="horz" wrap="square" lIns="585216" tIns="91440" rIns="0" bIns="45720" rtlCol="0">
            <a:spAutoFit/>
          </a:bodyPr>
          <a:lstStyle>
            <a:lvl1pPr marL="0" indent="0">
              <a:buNone/>
              <a:defRPr lang="en-US" sz="2000" b="0" i="0" u="none" strike="noStrike" cap="none">
                <a:ln>
                  <a:noFill/>
                </a:ln>
                <a:solidFill>
                  <a:srgbClr val="FFFFFF"/>
                </a:solidFill>
                <a:latin typeface="Segoe UI Semibold"/>
              </a:defRPr>
            </a:lvl1pPr>
          </a:lstStyle>
          <a:p>
            <a:pPr marL="228600" lvl="0" indent="-228600">
              <a:defRPr/>
            </a:pPr>
            <a:r>
              <a:rPr lang="en-US"/>
              <a:t>Click to enter title</a:t>
            </a:r>
            <a:endParaRPr/>
          </a:p>
        </p:txBody>
      </p:sp>
      <p:sp>
        <p:nvSpPr>
          <p:cNvPr id="1042913041" name="Footer Placeholder 10"/>
          <p:cNvSpPr>
            <a:spLocks noGrp="1"/>
          </p:cNvSpPr>
          <p:nvPr>
            <p:ph type="ftr" sz="quarter" idx="3"/>
          </p:nvPr>
        </p:nvSpPr>
        <p:spPr bwMode="auto">
          <a:xfrm>
            <a:off x="7448551" y="6421083"/>
            <a:ext cx="4151312" cy="197976"/>
          </a:xfrm>
          <a:prstGeom prst="rect">
            <a:avLst/>
          </a:prstGeom>
        </p:spPr>
        <p:txBody>
          <a:bodyPr vert="horz" lIns="0" tIns="0" rIns="0" bIns="0" rtlCol="0" anchor="ctr"/>
          <a:lstStyle>
            <a:lvl1pPr marL="0" algn="r"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739141167" name="Text Placeholder 3"/>
          <p:cNvSpPr txBox="1"/>
          <p:nvPr userDrawn="1"/>
        </p:nvSpPr>
        <p:spPr bwMode="auto">
          <a:xfrm>
            <a:off x="295276" y="770467"/>
            <a:ext cx="11604624" cy="5504921"/>
          </a:xfrm>
          <a:prstGeom prst="rect">
            <a:avLst/>
          </a:prstGeom>
          <a:solidFill>
            <a:srgbClr val="FFFFFF"/>
          </a:solidFill>
        </p:spPr>
        <p:txBody>
          <a:bodyPr vert="horz" lIns="274320" tIns="182880" rIns="182880" bIns="182880" rtlCol="0">
            <a:noAutofit/>
          </a:bodyPr>
          <a:lstStyle>
            <a:lvl1pPr marL="0" indent="0" algn="l" defTabSz="914132" rtl="0">
              <a:lnSpc>
                <a:spcPct val="150000"/>
              </a:lnSpc>
              <a:spcBef>
                <a:spcPct val="0"/>
              </a:spcBef>
              <a:spcAft>
                <a:spcPts val="600"/>
              </a:spcAft>
              <a:buClr>
                <a:schemeClr val="bg1"/>
              </a:buClr>
              <a:buSzPct val="120000"/>
              <a:buFontTx/>
              <a:buNone/>
              <a:defRPr lang="en-US" sz="1400" b="0" i="0">
                <a:solidFill>
                  <a:schemeClr val="tx1"/>
                </a:solidFill>
                <a:latin typeface="Consolas"/>
                <a:ea typeface="Segoe UI Semibold"/>
                <a:cs typeface="Segoe UI Semibold"/>
              </a:defRPr>
            </a:lvl1pPr>
            <a:lvl2pPr marL="0" indent="0" algn="l" defTabSz="914132" rtl="0">
              <a:lnSpc>
                <a:spcPct val="110000"/>
              </a:lnSpc>
              <a:spcBef>
                <a:spcPct val="0"/>
              </a:spcBef>
              <a:spcAft>
                <a:spcPts val="600"/>
              </a:spcAft>
              <a:buClrTx/>
              <a:buSzPct val="110000"/>
              <a:buFont typeface="Arial"/>
              <a:buNone/>
              <a:defRPr lang="en-US" sz="2000" b="0" i="0">
                <a:solidFill>
                  <a:schemeClr val="tx1"/>
                </a:solidFill>
                <a:latin typeface="Segoe UI"/>
                <a:ea typeface="Segoe UI"/>
                <a:cs typeface="Segoe UI"/>
              </a:defRPr>
            </a:lvl2pPr>
            <a:lvl3pPr marL="288924" indent="-222250" algn="l" defTabSz="914132" rtl="0">
              <a:lnSpc>
                <a:spcPct val="110000"/>
              </a:lnSpc>
              <a:spcBef>
                <a:spcPct val="0"/>
              </a:spcBef>
              <a:spcAft>
                <a:spcPts val="600"/>
              </a:spcAft>
              <a:buClrTx/>
              <a:buSzPct val="120000"/>
              <a:buFont typeface="Arial"/>
              <a:buChar char="•"/>
              <a:defRPr lang="en-US" sz="2000" b="0" i="0">
                <a:solidFill>
                  <a:schemeClr val="tx1"/>
                </a:solidFill>
                <a:latin typeface="Segoe UI"/>
                <a:ea typeface="Segoe UI"/>
                <a:cs typeface="Segoe UI"/>
              </a:defRPr>
            </a:lvl3pPr>
            <a:lvl4pPr marL="631825" indent="-182880" algn="l" defTabSz="914132" rtl="0">
              <a:lnSpc>
                <a:spcPct val="110000"/>
              </a:lnSpc>
              <a:spcBef>
                <a:spcPct val="0"/>
              </a:spcBef>
              <a:spcAft>
                <a:spcPts val="600"/>
              </a:spcAft>
              <a:buClrTx/>
              <a:buFont typeface="Arial"/>
              <a:buChar char="•"/>
              <a:defRPr lang="en-US" sz="1800" b="0" i="0">
                <a:solidFill>
                  <a:schemeClr val="tx1"/>
                </a:solidFill>
                <a:latin typeface="Segoe UI"/>
                <a:ea typeface="Segoe UI"/>
                <a:cs typeface="Segoe UI"/>
              </a:defRPr>
            </a:lvl4pPr>
            <a:lvl5pPr marL="1162685" indent="-194310" algn="l" defTabSz="914132" rtl="0">
              <a:lnSpc>
                <a:spcPct val="110000"/>
              </a:lnSpc>
              <a:spcBef>
                <a:spcPts val="500"/>
              </a:spcBef>
              <a:buClr>
                <a:schemeClr val="tx1"/>
              </a:buClr>
              <a:buFont typeface="Arial"/>
              <a:buChar char="•"/>
              <a:defRPr lang="en-US" sz="1600" b="0" i="0">
                <a:solidFill>
                  <a:schemeClr val="tx1"/>
                </a:solidFill>
                <a:latin typeface="Segoe UI"/>
                <a:ea typeface="Segoe UI"/>
                <a:cs typeface="Segoe UI"/>
              </a:defRPr>
            </a:lvl5pPr>
            <a:lvl6pPr marL="1873781" indent="-228533" algn="l" defTabSz="914132" rtl="0">
              <a:lnSpc>
                <a:spcPct val="110000"/>
              </a:lnSpc>
              <a:spcBef>
                <a:spcPts val="500"/>
              </a:spcBef>
              <a:buFont typeface="Arial"/>
              <a:buChar char="•"/>
              <a:defRPr sz="1400">
                <a:solidFill>
                  <a:schemeClr val="tx1"/>
                </a:solidFill>
                <a:latin typeface="+mn-lt"/>
                <a:ea typeface="+mn-ea"/>
                <a:cs typeface="+mn-cs"/>
              </a:defRPr>
            </a:lvl6pPr>
            <a:lvl7pPr marL="2970926" indent="-228533" algn="l" defTabSz="914132" rtl="0">
              <a:lnSpc>
                <a:spcPct val="90000"/>
              </a:lnSpc>
              <a:spcBef>
                <a:spcPts val="500"/>
              </a:spcBef>
              <a:buFont typeface="Arial"/>
              <a:buChar char="•"/>
              <a:defRPr sz="1900">
                <a:solidFill>
                  <a:schemeClr val="tx1"/>
                </a:solidFill>
                <a:latin typeface="+mn-lt"/>
                <a:ea typeface="+mn-ea"/>
                <a:cs typeface="+mn-cs"/>
              </a:defRPr>
            </a:lvl7pPr>
            <a:lvl8pPr marL="3427992" indent="-228533" algn="l" defTabSz="914132" rtl="0">
              <a:lnSpc>
                <a:spcPct val="90000"/>
              </a:lnSpc>
              <a:spcBef>
                <a:spcPts val="500"/>
              </a:spcBef>
              <a:buFont typeface="Arial"/>
              <a:buChar char="•"/>
              <a:defRPr sz="1900">
                <a:solidFill>
                  <a:schemeClr val="tx1"/>
                </a:solidFill>
                <a:latin typeface="+mn-lt"/>
                <a:ea typeface="+mn-ea"/>
                <a:cs typeface="+mn-cs"/>
              </a:defRPr>
            </a:lvl8pPr>
            <a:lvl9pPr marL="3885057" indent="-228533" algn="l" defTabSz="914132" rtl="0">
              <a:lnSpc>
                <a:spcPct val="90000"/>
              </a:lnSpc>
              <a:spcBef>
                <a:spcPts val="500"/>
              </a:spcBef>
              <a:buFont typeface="Arial"/>
              <a:buChar char="•"/>
              <a:defRPr sz="1900">
                <a:solidFill>
                  <a:schemeClr val="tx1"/>
                </a:solidFill>
                <a:latin typeface="+mn-lt"/>
                <a:ea typeface="+mn-ea"/>
                <a:cs typeface="+mn-cs"/>
              </a:defRPr>
            </a:lvl9pPr>
          </a:lstStyle>
          <a:p>
            <a:pPr marL="0" marR="0" lvl="0" indent="0" algn="l" defTabSz="914132" rtl="0">
              <a:lnSpc>
                <a:spcPct val="150000"/>
              </a:lnSpc>
              <a:spcBef>
                <a:spcPct val="0"/>
              </a:spcBef>
              <a:spcAft>
                <a:spcPts val="600"/>
              </a:spcAft>
              <a:buClr>
                <a:srgbClr val="E9E9E9"/>
              </a:buClr>
              <a:buSzPct val="120000"/>
              <a:buFontTx/>
              <a:buNone/>
              <a:defRPr/>
            </a:pPr>
            <a:endParaRPr lang="en-US" sz="1400" b="0" i="0" u="none" strike="noStrike" cap="none" spc="0">
              <a:ln>
                <a:noFill/>
              </a:ln>
              <a:solidFill>
                <a:srgbClr val="000000"/>
              </a:solidFill>
              <a:latin typeface="Consolas"/>
              <a:cs typeface="Segoe UI Semibold"/>
            </a:endParaRPr>
          </a:p>
        </p:txBody>
      </p:sp>
      <p:sp>
        <p:nvSpPr>
          <p:cNvPr id="1010718580" name="Text Placeholder 4" descr="This layout should only be used for developer code. The font used is a monospace font which is ideal for showing code."/>
          <p:cNvSpPr>
            <a:spLocks noGrp="1"/>
          </p:cNvSpPr>
          <p:nvPr>
            <p:ph type="body" sz="quarter" idx="11" hasCustomPrompt="1"/>
          </p:nvPr>
        </p:nvSpPr>
        <p:spPr bwMode="auto">
          <a:xfrm>
            <a:off x="579438" y="1083733"/>
            <a:ext cx="11020424" cy="4885267"/>
          </a:xfrm>
        </p:spPr>
        <p:txBody>
          <a:bodyPr/>
          <a:lstStyle>
            <a:lvl1pPr marL="0" indent="0">
              <a:buNone/>
              <a:defRPr sz="1400">
                <a:solidFill>
                  <a:srgbClr val="2F2F2F"/>
                </a:solidFill>
                <a:latin typeface="Consolas"/>
                <a:cs typeface="Consolas"/>
              </a:defRPr>
            </a:lvl1pPr>
            <a:lvl2pPr marL="346448" indent="0">
              <a:buNone/>
              <a:defRPr sz="2400">
                <a:gradFill>
                  <a:gsLst>
                    <a:gs pos="43000">
                      <a:schemeClr val="tx1"/>
                    </a:gs>
                    <a:gs pos="61049">
                      <a:schemeClr val="tx1"/>
                    </a:gs>
                  </a:gsLst>
                  <a:lin ang="5400000" scaled="0"/>
                </a:gradFill>
                <a:latin typeface="Consolas"/>
                <a:cs typeface="Consolas"/>
              </a:defRPr>
            </a:lvl2pPr>
            <a:lvl3pPr marL="584432" indent="0">
              <a:buNone/>
              <a:defRPr sz="2000">
                <a:gradFill>
                  <a:gsLst>
                    <a:gs pos="43000">
                      <a:schemeClr val="tx1"/>
                    </a:gs>
                    <a:gs pos="61049">
                      <a:schemeClr val="tx1"/>
                    </a:gs>
                  </a:gsLst>
                  <a:lin ang="5400000" scaled="0"/>
                </a:gradFill>
                <a:latin typeface="Consolas"/>
                <a:cs typeface="Consolas"/>
              </a:defRPr>
            </a:lvl3pPr>
            <a:lvl4pPr marL="814319" indent="0">
              <a:buNone/>
              <a:defRPr sz="1800">
                <a:gradFill>
                  <a:gsLst>
                    <a:gs pos="43000">
                      <a:schemeClr val="tx1"/>
                    </a:gs>
                    <a:gs pos="61049">
                      <a:schemeClr val="tx1"/>
                    </a:gs>
                  </a:gsLst>
                  <a:lin ang="5400000" scaled="0"/>
                </a:gradFill>
                <a:latin typeface="Consolas"/>
                <a:cs typeface="Consolas"/>
              </a:defRPr>
            </a:lvl4pPr>
            <a:lvl5pPr marL="1050682" indent="0">
              <a:buNone/>
              <a:defRPr sz="1800">
                <a:gradFill>
                  <a:gsLst>
                    <a:gs pos="43000">
                      <a:schemeClr val="tx1"/>
                    </a:gs>
                    <a:gs pos="61049">
                      <a:schemeClr val="tx1"/>
                    </a:gs>
                  </a:gsLst>
                  <a:lin ang="5400000" scaled="0"/>
                </a:gradFill>
                <a:latin typeface="Consolas"/>
                <a:cs typeface="Consolas"/>
              </a:defRPr>
            </a:lvl5pPr>
          </a:lstStyle>
          <a:p>
            <a:pPr lvl="0">
              <a:defRPr/>
            </a:pPr>
            <a:r>
              <a:rPr lang="en-US"/>
              <a:t>Click to edit or paste code</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PhAnim="0" preserve="1" userDrawn="1">
  <p:cSld name="Developer code right">
    <p:bg>
      <p:bgPr>
        <a:solidFill>
          <a:srgbClr val="E8E6DF"/>
        </a:solidFill>
        <a:effectLst/>
      </p:bgPr>
    </p:bg>
    <p:spTree>
      <p:nvGrpSpPr>
        <p:cNvPr id="1" name=""/>
        <p:cNvGrpSpPr/>
        <p:nvPr/>
      </p:nvGrpSpPr>
      <p:grpSpPr>
        <a:xfrm>
          <a:off x="0" y="0"/>
          <a:ext cx="0" cy="0"/>
          <a:chOff x="0" y="0"/>
          <a:chExt cx="0" cy="0"/>
        </a:xfrm>
      </p:grpSpPr>
      <p:sp>
        <p:nvSpPr>
          <p:cNvPr id="1176337373" name="Rectangle 2"/>
          <p:cNvSpPr/>
          <p:nvPr userDrawn="1"/>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a:spcBef>
                <a:spcPct val="0"/>
              </a:spcBef>
              <a:spcAft>
                <a:spcPct val="0"/>
              </a:spcAft>
              <a:defRPr/>
            </a:pPr>
            <a:endParaRPr lang="en-US" sz="2000">
              <a:solidFill>
                <a:srgbClr val="FFFFFF"/>
              </a:solidFill>
              <a:ea typeface="Segoe UI"/>
              <a:cs typeface="Segoe UI"/>
            </a:endParaRPr>
          </a:p>
        </p:txBody>
      </p:sp>
      <p:sp>
        <p:nvSpPr>
          <p:cNvPr id="893565391" name="Title 1"/>
          <p:cNvSpPr>
            <a:spLocks noGrp="1"/>
          </p:cNvSpPr>
          <p:nvPr>
            <p:ph type="title"/>
          </p:nvPr>
        </p:nvSpPr>
        <p:spPr bwMode="auto">
          <a:xfrm>
            <a:off x="588262" y="585216"/>
            <a:ext cx="4042761"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182371192" name="Text Placeholder 3"/>
          <p:cNvSpPr>
            <a:spLocks noGrp="1"/>
          </p:cNvSpPr>
          <p:nvPr>
            <p:ph type="body" sz="quarter" idx="15"/>
          </p:nvPr>
        </p:nvSpPr>
        <p:spPr bwMode="auto">
          <a:xfrm>
            <a:off x="586388" y="1594155"/>
            <a:ext cx="4042761" cy="726353"/>
          </a:xfrm>
          <a:prstGeom prst="rect">
            <a:avLst/>
          </a:prstGeom>
        </p:spPr>
        <p:txBody>
          <a:bodyPr wrap="square">
            <a:spAutoFit/>
          </a:bodyPr>
          <a:lstStyle>
            <a:lvl1pPr marL="0" indent="0">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243641607" name="Text Placeholder 4" descr="This layout should only be used for developer code. The font used is a monospace font which is ideal for showing code."/>
          <p:cNvSpPr>
            <a:spLocks noGrp="1"/>
          </p:cNvSpPr>
          <p:nvPr>
            <p:ph type="body" sz="quarter" idx="11" hasCustomPrompt="1"/>
          </p:nvPr>
        </p:nvSpPr>
        <p:spPr bwMode="auto">
          <a:xfrm>
            <a:off x="5800725" y="582613"/>
            <a:ext cx="5799138" cy="5692775"/>
          </a:xfrm>
        </p:spPr>
        <p:txBody>
          <a:bodyPr/>
          <a:lstStyle>
            <a:lvl1pPr marL="0" indent="0">
              <a:buNone/>
              <a:defRPr sz="1400">
                <a:solidFill>
                  <a:srgbClr val="2F2F2F"/>
                </a:solidFill>
                <a:latin typeface="Consolas"/>
                <a:cs typeface="Consolas"/>
              </a:defRPr>
            </a:lvl1pPr>
            <a:lvl2pPr marL="346448" indent="0">
              <a:buNone/>
              <a:defRPr sz="2400">
                <a:gradFill>
                  <a:gsLst>
                    <a:gs pos="43000">
                      <a:schemeClr val="tx1"/>
                    </a:gs>
                    <a:gs pos="61049">
                      <a:schemeClr val="tx1"/>
                    </a:gs>
                  </a:gsLst>
                  <a:lin ang="5400000" scaled="0"/>
                </a:gradFill>
                <a:latin typeface="Consolas"/>
                <a:cs typeface="Consolas"/>
              </a:defRPr>
            </a:lvl2pPr>
            <a:lvl3pPr marL="584432" indent="0">
              <a:buNone/>
              <a:defRPr sz="2000">
                <a:gradFill>
                  <a:gsLst>
                    <a:gs pos="43000">
                      <a:schemeClr val="tx1"/>
                    </a:gs>
                    <a:gs pos="61049">
                      <a:schemeClr val="tx1"/>
                    </a:gs>
                  </a:gsLst>
                  <a:lin ang="5400000" scaled="0"/>
                </a:gradFill>
                <a:latin typeface="Consolas"/>
                <a:cs typeface="Consolas"/>
              </a:defRPr>
            </a:lvl3pPr>
            <a:lvl4pPr marL="814319" indent="0">
              <a:buNone/>
              <a:defRPr sz="1800">
                <a:gradFill>
                  <a:gsLst>
                    <a:gs pos="43000">
                      <a:schemeClr val="tx1"/>
                    </a:gs>
                    <a:gs pos="61049">
                      <a:schemeClr val="tx1"/>
                    </a:gs>
                  </a:gsLst>
                  <a:lin ang="5400000" scaled="0"/>
                </a:gradFill>
                <a:latin typeface="Consolas"/>
                <a:cs typeface="Consolas"/>
              </a:defRPr>
            </a:lvl4pPr>
            <a:lvl5pPr marL="1050682" indent="0">
              <a:buNone/>
              <a:defRPr sz="1800">
                <a:gradFill>
                  <a:gsLst>
                    <a:gs pos="43000">
                      <a:schemeClr val="tx1"/>
                    </a:gs>
                    <a:gs pos="61049">
                      <a:schemeClr val="tx1"/>
                    </a:gs>
                  </a:gsLst>
                  <a:lin ang="5400000" scaled="0"/>
                </a:gradFill>
                <a:latin typeface="Consolas"/>
                <a:cs typeface="Consolas"/>
              </a:defRPr>
            </a:lvl5pPr>
          </a:lstStyle>
          <a:p>
            <a:pPr lvl="0">
              <a:defRPr/>
            </a:pPr>
            <a:r>
              <a:rPr lang="en-US"/>
              <a:t>Click to edit or paste code</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PhAnim="0" preserve="1" userDrawn="1">
  <p:cSld name="Resources">
    <p:bg>
      <p:bgPr>
        <a:solidFill>
          <a:srgbClr val="E8E6DF"/>
        </a:solidFill>
        <a:effectLst/>
      </p:bgPr>
    </p:bg>
    <p:spTree>
      <p:nvGrpSpPr>
        <p:cNvPr id="1" name=""/>
        <p:cNvGrpSpPr/>
        <p:nvPr/>
      </p:nvGrpSpPr>
      <p:grpSpPr>
        <a:xfrm>
          <a:off x="0" y="0"/>
          <a:ext cx="0" cy="0"/>
          <a:chOff x="0" y="0"/>
          <a:chExt cx="0" cy="0"/>
        </a:xfrm>
      </p:grpSpPr>
      <p:sp>
        <p:nvSpPr>
          <p:cNvPr id="1160737994"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697340374" name="Text Placeholder 3"/>
          <p:cNvSpPr>
            <a:spLocks noGrp="1"/>
          </p:cNvSpPr>
          <p:nvPr>
            <p:ph type="body" sz="quarter" idx="15"/>
          </p:nvPr>
        </p:nvSpPr>
        <p:spPr bwMode="auto">
          <a:xfrm>
            <a:off x="586388" y="1591056"/>
            <a:ext cx="8193024" cy="541687"/>
          </a:xfrm>
          <a:prstGeom prst="rect">
            <a:avLst/>
          </a:prstGeom>
        </p:spPr>
        <p:txBody>
          <a:bodyPr wrap="square">
            <a:spAutoFit/>
          </a:bodyPr>
          <a:lstStyle>
            <a:lvl1pPr marL="0" indent="0">
              <a:buFont typeface="Arial"/>
              <a:buNone/>
              <a:defRPr>
                <a:solidFill>
                  <a:schemeClr val="tx1"/>
                </a:solidFill>
                <a:latin typeface="+mj-lt"/>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p:txBody>
      </p:sp>
      <p:sp>
        <p:nvSpPr>
          <p:cNvPr id="1740469998" name="Text Placeholder 3"/>
          <p:cNvSpPr>
            <a:spLocks noGrp="1"/>
          </p:cNvSpPr>
          <p:nvPr>
            <p:ph type="body" sz="quarter" idx="19"/>
          </p:nvPr>
        </p:nvSpPr>
        <p:spPr bwMode="auto">
          <a:xfrm>
            <a:off x="586388" y="2081710"/>
            <a:ext cx="8193024" cy="1132618"/>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p:txBody>
      </p:sp>
      <p:sp>
        <p:nvSpPr>
          <p:cNvPr id="2023410384" name="Text Placeholder 3"/>
          <p:cNvSpPr>
            <a:spLocks noGrp="1"/>
          </p:cNvSpPr>
          <p:nvPr>
            <p:ph type="body" sz="quarter" idx="20"/>
          </p:nvPr>
        </p:nvSpPr>
        <p:spPr bwMode="auto">
          <a:xfrm>
            <a:off x="586388" y="3587124"/>
            <a:ext cx="8193024" cy="541687"/>
          </a:xfrm>
          <a:prstGeom prst="rect">
            <a:avLst/>
          </a:prstGeom>
        </p:spPr>
        <p:txBody>
          <a:bodyPr wrap="square">
            <a:spAutoFit/>
          </a:bodyPr>
          <a:lstStyle>
            <a:lvl1pPr marL="0" indent="0">
              <a:buFont typeface="Arial"/>
              <a:buNone/>
              <a:defRPr>
                <a:solidFill>
                  <a:schemeClr val="tx1"/>
                </a:solidFill>
                <a:latin typeface="+mj-lt"/>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p:txBody>
      </p:sp>
      <p:sp>
        <p:nvSpPr>
          <p:cNvPr id="522221634" name="Text Placeholder 3"/>
          <p:cNvSpPr>
            <a:spLocks noGrp="1"/>
          </p:cNvSpPr>
          <p:nvPr>
            <p:ph type="body" sz="quarter" idx="21"/>
          </p:nvPr>
        </p:nvSpPr>
        <p:spPr bwMode="auto">
          <a:xfrm>
            <a:off x="586388" y="4077778"/>
            <a:ext cx="8193024" cy="1132618"/>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p:txBody>
      </p:sp>
      <p:sp>
        <p:nvSpPr>
          <p:cNvPr id="686925361"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PhAnim="0" preserve="1" userDrawn="1">
  <p:cSld name="Closing slide_with Logo">
    <p:bg>
      <p:bgPr>
        <a:solidFill>
          <a:srgbClr val="E8E6DF"/>
        </a:solidFill>
        <a:effectLst/>
      </p:bgPr>
    </p:bg>
    <p:spTree>
      <p:nvGrpSpPr>
        <p:cNvPr id="1" name=""/>
        <p:cNvGrpSpPr/>
        <p:nvPr/>
      </p:nvGrpSpPr>
      <p:grpSpPr>
        <a:xfrm>
          <a:off x="0" y="0"/>
          <a:ext cx="0" cy="0"/>
          <a:chOff x="0" y="0"/>
          <a:chExt cx="0" cy="0"/>
        </a:xfrm>
      </p:grpSpPr>
      <p:pic>
        <p:nvPicPr>
          <p:cNvPr id="1555428223" name="MS logo gray - EMF"/>
          <p:cNvPicPr>
            <a:picLocks noChangeAspect="1"/>
          </p:cNvPicPr>
          <p:nvPr userDrawn="1"/>
        </p:nvPicPr>
        <p:blipFill>
          <a:blip r:embed="rId2"/>
          <a:stretch>
            <a:fillRect/>
          </a:stretch>
        </p:blipFill>
        <p:spPr bwMode="black">
          <a:xfrm>
            <a:off x="584200" y="585788"/>
            <a:ext cx="1366440" cy="292608"/>
          </a:xfrm>
          <a:prstGeom prst="rect">
            <a:avLst/>
          </a:prstGeom>
        </p:spPr>
      </p:pic>
      <p:sp>
        <p:nvSpPr>
          <p:cNvPr id="1853812355" name="Title 1"/>
          <p:cNvSpPr>
            <a:spLocks noGrp="1"/>
          </p:cNvSpPr>
          <p:nvPr>
            <p:ph type="title" hasCustomPrompt="1"/>
          </p:nvPr>
        </p:nvSpPr>
        <p:spPr bwMode="auto">
          <a:xfrm>
            <a:off x="588262" y="-612577"/>
            <a:ext cx="8193024" cy="307777"/>
          </a:xfrm>
        </p:spPr>
        <p:txBody>
          <a:bodyPr/>
          <a:lstStyle>
            <a:lvl1pPr>
              <a:defRPr sz="2000" b="0" i="0">
                <a:solidFill>
                  <a:srgbClr val="001F2D"/>
                </a:solidFill>
                <a:latin typeface="+mj-lt"/>
                <a:cs typeface="Segoe UI Semibold"/>
              </a:defRPr>
            </a:lvl1pPr>
          </a:lstStyle>
          <a:p>
            <a:pPr>
              <a:defRPr/>
            </a:pPr>
            <a:r>
              <a:rPr lang="en-US"/>
              <a:t>Final slide with logo</a:t>
            </a:r>
            <a:endParaRPr/>
          </a:p>
        </p:txBody>
      </p:sp>
      <p:sp>
        <p:nvSpPr>
          <p:cNvPr id="987274487"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PhAnim="0" preserve="1" userDrawn="1">
  <p:cSld name="2_Closing slide_with Logo">
    <p:bg>
      <p:bgPr>
        <a:solidFill>
          <a:srgbClr val="E8E6DF"/>
        </a:solidFill>
        <a:effectLst/>
      </p:bgPr>
    </p:bg>
    <p:spTree>
      <p:nvGrpSpPr>
        <p:cNvPr id="1" name=""/>
        <p:cNvGrpSpPr/>
        <p:nvPr/>
      </p:nvGrpSpPr>
      <p:grpSpPr>
        <a:xfrm>
          <a:off x="0" y="0"/>
          <a:ext cx="0" cy="0"/>
          <a:chOff x="0" y="0"/>
          <a:chExt cx="0" cy="0"/>
        </a:xfrm>
      </p:grpSpPr>
      <p:pic>
        <p:nvPicPr>
          <p:cNvPr id="1575736286" name="MS logo gray - EMF"/>
          <p:cNvPicPr>
            <a:picLocks noChangeAspect="1"/>
          </p:cNvPicPr>
          <p:nvPr userDrawn="1"/>
        </p:nvPicPr>
        <p:blipFill>
          <a:blip r:embed="rId2"/>
          <a:stretch>
            <a:fillRect/>
          </a:stretch>
        </p:blipFill>
        <p:spPr bwMode="black">
          <a:xfrm>
            <a:off x="584200" y="585788"/>
            <a:ext cx="1366440" cy="292608"/>
          </a:xfrm>
          <a:prstGeom prst="rect">
            <a:avLst/>
          </a:prstGeom>
        </p:spPr>
      </p:pic>
      <p:sp>
        <p:nvSpPr>
          <p:cNvPr id="1127825114" name="Title 1"/>
          <p:cNvSpPr>
            <a:spLocks noGrp="1"/>
          </p:cNvSpPr>
          <p:nvPr>
            <p:ph type="title" hasCustomPrompt="1"/>
          </p:nvPr>
        </p:nvSpPr>
        <p:spPr bwMode="auto">
          <a:xfrm>
            <a:off x="588262" y="-616043"/>
            <a:ext cx="8193024" cy="307777"/>
          </a:xfrm>
        </p:spPr>
        <p:txBody>
          <a:bodyPr/>
          <a:lstStyle>
            <a:lvl1pPr>
              <a:defRPr sz="2000" b="0" i="0">
                <a:solidFill>
                  <a:srgbClr val="001F2D"/>
                </a:solidFill>
                <a:latin typeface="+mj-lt"/>
                <a:cs typeface="Segoe UI Semibold"/>
              </a:defRPr>
            </a:lvl1pPr>
          </a:lstStyle>
          <a:p>
            <a:pPr>
              <a:defRPr/>
            </a:pPr>
            <a:r>
              <a:rPr lang="en-US"/>
              <a:t>Final slide with logo</a:t>
            </a:r>
            <a:endParaRPr/>
          </a:p>
        </p:txBody>
      </p:sp>
      <p:sp>
        <p:nvSpPr>
          <p:cNvPr id="1930315034" name="Text Placeholder 4"/>
          <p:cNvSpPr>
            <a:spLocks noGrp="1"/>
          </p:cNvSpPr>
          <p:nvPr>
            <p:ph type="body" sz="quarter" idx="12" hasCustomPrompt="1"/>
          </p:nvPr>
        </p:nvSpPr>
        <p:spPr bwMode="auto">
          <a:xfrm>
            <a:off x="585216" y="2080227"/>
            <a:ext cx="3361943" cy="553998"/>
          </a:xfrm>
          <a:prstGeom prst="rect">
            <a:avLst/>
          </a:prstGeom>
          <a:noFill/>
        </p:spPr>
        <p:txBody>
          <a:bodyPr wrap="square" lIns="0" tIns="0" rIns="0" bIns="0">
            <a:spAutoFit/>
          </a:bodyPr>
          <a:lstStyle>
            <a:lvl1pPr marL="0" indent="0" algn="l" defTabSz="457200" rtl="0">
              <a:lnSpc>
                <a:spcPct val="100000"/>
              </a:lnSpc>
              <a:spcBef>
                <a:spcPct val="0"/>
              </a:spcBef>
              <a:spcAft>
                <a:spcPct val="0"/>
              </a:spcAft>
              <a:buFont typeface="Arial"/>
              <a:buNone/>
              <a:defRPr lang="en-US" sz="3600" b="0" cap="none" spc="-50">
                <a:ln w="3175">
                  <a:noFill/>
                </a:ln>
                <a:solidFill>
                  <a:schemeClr val="accent3"/>
                </a:solidFill>
                <a:latin typeface="+mj-lt"/>
                <a:ea typeface="+mn-ea"/>
                <a:cs typeface="Segoe UI"/>
              </a:defRPr>
            </a:lvl1pPr>
          </a:lstStyle>
          <a:p>
            <a:pPr lvl="0">
              <a:defRPr/>
            </a:pPr>
            <a:r>
              <a:rPr lang="en-US"/>
              <a:t>Thank you.</a:t>
            </a:r>
            <a:endParaRPr/>
          </a:p>
        </p:txBody>
      </p:sp>
      <p:sp>
        <p:nvSpPr>
          <p:cNvPr id="1738596921" name="Text Placeholder 8"/>
          <p:cNvSpPr>
            <a:spLocks noGrp="1"/>
          </p:cNvSpPr>
          <p:nvPr>
            <p:ph type="body" sz="quarter" idx="13"/>
          </p:nvPr>
        </p:nvSpPr>
        <p:spPr bwMode="auto">
          <a:xfrm>
            <a:off x="4485640" y="2276475"/>
            <a:ext cx="7114222" cy="1689098"/>
          </a:xfrm>
        </p:spPr>
        <p:txBody>
          <a:bodyPr/>
          <a:lstStyle>
            <a:lvl1pPr marL="0" indent="0" algn="l" defTabSz="457200" rtl="0">
              <a:lnSpc>
                <a:spcPct val="100000"/>
              </a:lnSpc>
              <a:spcBef>
                <a:spcPct val="0"/>
              </a:spcBef>
              <a:buNone/>
              <a:defRPr lang="en-US" sz="2000" b="0" cap="none" spc="-50">
                <a:ln w="3175">
                  <a:noFill/>
                </a:ln>
                <a:solidFill>
                  <a:schemeClr val="tx1"/>
                </a:solidFill>
                <a:latin typeface="+mn-lt"/>
                <a:ea typeface="+mn-ea"/>
                <a:cs typeface="Segoe UI"/>
              </a:defRPr>
            </a:lvl1pPr>
            <a:lvl2pPr marL="155448" indent="0">
              <a:buNone/>
              <a:defRPr lang="en-US" sz="2000" b="0" cap="none" spc="-50">
                <a:ln w="3175">
                  <a:noFill/>
                </a:ln>
                <a:solidFill>
                  <a:schemeClr val="bg1"/>
                </a:solidFill>
                <a:latin typeface="+mn-lt"/>
                <a:ea typeface="+mn-ea"/>
                <a:cs typeface="Segoe UI"/>
              </a:defRPr>
            </a:lvl2pPr>
            <a:lvl3pPr marL="265176" indent="0">
              <a:buNone/>
              <a:defRPr/>
            </a:lvl3pPr>
            <a:lvl4pPr marL="661988" indent="0">
              <a:buNone/>
              <a:defRPr/>
            </a:lvl4pPr>
            <a:lvl5pPr marL="855663" indent="0">
              <a:buNone/>
              <a:defRPr/>
            </a:lvl5pPr>
          </a:lstStyle>
          <a:p>
            <a:pPr lvl="0">
              <a:defRPr/>
            </a:pPr>
            <a:r>
              <a:rPr lang="en-US"/>
              <a:t>Click to edit Master text styles</a:t>
            </a:r>
            <a:endParaRPr/>
          </a:p>
        </p:txBody>
      </p:sp>
      <p:sp>
        <p:nvSpPr>
          <p:cNvPr id="670325396"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PhAnim="0" userDrawn="1">
  <p:cSld name="Title_Gradient_Dark Blue">
    <p:bg>
      <p:bgPr>
        <a:solidFill>
          <a:schemeClr val="bg2"/>
        </a:solidFill>
        <a:effectLst/>
      </p:bgPr>
    </p:bg>
    <p:spTree>
      <p:nvGrpSpPr>
        <p:cNvPr id="1" name=""/>
        <p:cNvGrpSpPr/>
        <p:nvPr/>
      </p:nvGrpSpPr>
      <p:grpSpPr>
        <a:xfrm>
          <a:off x="0" y="0"/>
          <a:ext cx="0" cy="0"/>
          <a:chOff x="0" y="0"/>
          <a:chExt cx="0" cy="0"/>
        </a:xfrm>
      </p:grpSpPr>
      <p:pic>
        <p:nvPicPr>
          <p:cNvPr id="781236854" name="Picture 6" descr="Background pattern&#10;&#10;Description automatically generated"/>
          <p:cNvPicPr>
            <a:picLocks noChangeAspect="1"/>
          </p:cNvPicPr>
          <p:nvPr userDrawn="1"/>
        </p:nvPicPr>
        <p:blipFill>
          <a:blip r:embed="rId2"/>
          <a:stretch>
            <a:fillRect/>
          </a:stretch>
        </p:blipFill>
        <p:spPr bwMode="auto">
          <a:xfrm>
            <a:off x="0" y="0"/>
            <a:ext cx="12188952" cy="6856285"/>
          </a:xfrm>
          <a:prstGeom prst="rect">
            <a:avLst/>
          </a:prstGeom>
        </p:spPr>
      </p:pic>
      <p:pic>
        <p:nvPicPr>
          <p:cNvPr id="1386622710" name="MS logo white - EMF"/>
          <p:cNvPicPr>
            <a:picLocks noChangeAspect="1"/>
          </p:cNvPicPr>
          <p:nvPr userDrawn="1"/>
        </p:nvPicPr>
        <p:blipFill>
          <a:blip r:embed="rId3"/>
          <a:stretch>
            <a:fillRect/>
          </a:stretch>
        </p:blipFill>
        <p:spPr bwMode="white">
          <a:xfrm>
            <a:off x="584200" y="585788"/>
            <a:ext cx="1366245" cy="292608"/>
          </a:xfrm>
          <a:prstGeom prst="rect">
            <a:avLst/>
          </a:prstGeom>
        </p:spPr>
      </p:pic>
      <p:sp>
        <p:nvSpPr>
          <p:cNvPr id="144370191" name="Title 1"/>
          <p:cNvSpPr>
            <a:spLocks noGrp="1"/>
          </p:cNvSpPr>
          <p:nvPr>
            <p:ph type="title" hasCustomPrompt="1"/>
          </p:nvPr>
        </p:nvSpPr>
        <p:spPr bwMode="white">
          <a:xfrm>
            <a:off x="569911" y="2769057"/>
            <a:ext cx="8193024" cy="1231106"/>
          </a:xfrm>
          <a:prstGeom prst="rect">
            <a:avLst/>
          </a:prstGeom>
          <a:noFill/>
        </p:spPr>
        <p:txBody>
          <a:bodyPr wrap="square" lIns="0" tIns="0" rIns="0" bIns="0" anchor="b" anchorCtr="0">
            <a:spAutoFit/>
          </a:bodyPr>
          <a:lstStyle>
            <a:lvl1pPr>
              <a:defRPr sz="4000" b="0" i="0" spc="-50">
                <a:solidFill>
                  <a:schemeClr val="bg1"/>
                </a:solidFill>
                <a:latin typeface="+mn-lt"/>
                <a:cs typeface="Segoe UI"/>
              </a:defRPr>
            </a:lvl1pPr>
          </a:lstStyle>
          <a:p>
            <a:pPr>
              <a:defRPr/>
            </a:pPr>
            <a:r>
              <a:rPr lang="en-US"/>
              <a:t>Event name or </a:t>
            </a:r>
            <a:br>
              <a:rPr lang="en-US"/>
            </a:br>
            <a:r>
              <a:rPr lang="en-US"/>
              <a:t>presentation title</a:t>
            </a:r>
            <a:endParaRPr/>
          </a:p>
        </p:txBody>
      </p:sp>
      <p:sp>
        <p:nvSpPr>
          <p:cNvPr id="30005919" name="Text Placeholder 4"/>
          <p:cNvSpPr>
            <a:spLocks noGrp="1"/>
          </p:cNvSpPr>
          <p:nvPr>
            <p:ph type="body" sz="quarter" idx="12" hasCustomPrompt="1"/>
          </p:nvPr>
        </p:nvSpPr>
        <p:spPr bwMode="white">
          <a:xfrm>
            <a:off x="582042" y="4215827"/>
            <a:ext cx="8193024" cy="246221"/>
          </a:xfrm>
          <a:prstGeom prst="rect">
            <a:avLst/>
          </a:prstGeom>
          <a:noFill/>
        </p:spPr>
        <p:txBody>
          <a:bodyPr wrap="square" lIns="0" tIns="0" rIns="0" bIns="0">
            <a:spAutoFit/>
          </a:bodyPr>
          <a:lstStyle>
            <a:lvl1pPr marL="0" indent="0">
              <a:spcBef>
                <a:spcPct val="0"/>
              </a:spcBef>
              <a:buNone/>
              <a:defRPr sz="1600" spc="0">
                <a:solidFill>
                  <a:schemeClr val="bg1"/>
                </a:solidFill>
                <a:latin typeface="+mn-lt"/>
                <a:cs typeface="Segoe UI"/>
              </a:defRPr>
            </a:lvl1pPr>
          </a:lstStyle>
          <a:p>
            <a:pPr lvl="0">
              <a:defRPr/>
            </a:pPr>
            <a:r>
              <a:rPr lang="en-US"/>
              <a:t>Speaker name or subtitle</a:t>
            </a:r>
            <a:endParaRPr/>
          </a:p>
        </p:txBody>
      </p:sp>
      <p:sp>
        <p:nvSpPr>
          <p:cNvPr id="1255210585" name="Text Placeholder 4"/>
          <p:cNvSpPr>
            <a:spLocks noGrp="1"/>
          </p:cNvSpPr>
          <p:nvPr>
            <p:ph type="body" sz="quarter" idx="13" hasCustomPrompt="1"/>
          </p:nvPr>
        </p:nvSpPr>
        <p:spPr bwMode="white">
          <a:xfrm>
            <a:off x="582042" y="6446520"/>
            <a:ext cx="1645920" cy="153888"/>
          </a:xfrm>
          <a:prstGeom prst="rect">
            <a:avLst/>
          </a:prstGeom>
          <a:noFill/>
        </p:spPr>
        <p:txBody>
          <a:bodyPr wrap="square" lIns="0" tIns="0" rIns="0" bIns="0">
            <a:spAutoFit/>
          </a:bodyPr>
          <a:lstStyle>
            <a:lvl1pPr marL="0" indent="0">
              <a:spcBef>
                <a:spcPct val="0"/>
              </a:spcBef>
              <a:buNone/>
              <a:defRPr sz="1000" spc="0">
                <a:solidFill>
                  <a:schemeClr val="bg1"/>
                </a:solidFill>
                <a:latin typeface="+mn-lt"/>
                <a:cs typeface="Segoe UI"/>
              </a:defRPr>
            </a:lvl1pPr>
          </a:lstStyle>
          <a:p>
            <a:pPr lvl="0">
              <a:defRPr/>
            </a:pPr>
            <a:r>
              <a:rPr lang="en-US"/>
              <a:t>Date</a:t>
            </a:r>
            <a:endParaRPr/>
          </a:p>
        </p:txBody>
      </p:sp>
      <p:sp>
        <p:nvSpPr>
          <p:cNvPr id="1100209501" name="Text Placeholder 4"/>
          <p:cNvSpPr>
            <a:spLocks noGrp="1"/>
          </p:cNvSpPr>
          <p:nvPr>
            <p:ph type="body" sz="quarter" idx="14" hasCustomPrompt="1"/>
          </p:nvPr>
        </p:nvSpPr>
        <p:spPr bwMode="white">
          <a:xfrm>
            <a:off x="2471054" y="6446520"/>
            <a:ext cx="6336792" cy="153888"/>
          </a:xfrm>
          <a:prstGeom prst="rect">
            <a:avLst/>
          </a:prstGeom>
          <a:noFill/>
        </p:spPr>
        <p:txBody>
          <a:bodyPr wrap="square" lIns="0" tIns="0" rIns="0" bIns="0">
            <a:spAutoFit/>
          </a:bodyPr>
          <a:lstStyle>
            <a:lvl1pPr marL="0" indent="0">
              <a:spcBef>
                <a:spcPct val="0"/>
              </a:spcBef>
              <a:buNone/>
              <a:defRPr sz="1000" spc="0">
                <a:solidFill>
                  <a:schemeClr val="bg1"/>
                </a:solidFill>
                <a:latin typeface="+mn-lt"/>
                <a:cs typeface="Segoe UI"/>
              </a:defRPr>
            </a:lvl1pPr>
          </a:lstStyle>
          <a:p>
            <a:pPr lvl="0">
              <a:defRPr/>
            </a:pPr>
            <a:r>
              <a:rPr lang="en-US"/>
              <a:t>Microsoft confidential</a:t>
            </a:r>
            <a:endParaRPr/>
          </a:p>
        </p:txBody>
      </p:sp>
    </p:spTree>
  </p:cSld>
  <p:clrMapOvr>
    <a:masterClrMapping/>
  </p:clrMapOvr>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PhAnim="0" userDrawn="1">
  <p:cSld name="Small title - half page">
    <p:spTree>
      <p:nvGrpSpPr>
        <p:cNvPr id="1" name=""/>
        <p:cNvGrpSpPr/>
        <p:nvPr/>
      </p:nvGrpSpPr>
      <p:grpSpPr>
        <a:xfrm>
          <a:off x="0" y="0"/>
          <a:ext cx="0" cy="0"/>
          <a:chOff x="0" y="0"/>
          <a:chExt cx="0" cy="0"/>
        </a:xfrm>
      </p:grpSpPr>
      <p:sp>
        <p:nvSpPr>
          <p:cNvPr id="179573302" name="Title 2"/>
          <p:cNvSpPr>
            <a:spLocks noGrp="1"/>
          </p:cNvSpPr>
          <p:nvPr>
            <p:ph type="title" hasCustomPrompt="1"/>
          </p:nvPr>
        </p:nvSpPr>
        <p:spPr bwMode="auto">
          <a:xfrm>
            <a:off x="584200" y="457200"/>
            <a:ext cx="5508419" cy="372410"/>
          </a:xfrm>
        </p:spPr>
        <p:txBody>
          <a:bodyPr tIns="64008"/>
          <a:lstStyle>
            <a:lvl1pPr>
              <a:defRPr sz="2000" spc="0">
                <a:latin typeface="+mj-lt"/>
                <a:cs typeface="Segoe UI"/>
              </a:defRPr>
            </a:lvl1pPr>
          </a:lstStyle>
          <a:p>
            <a:pPr>
              <a:defRPr/>
            </a:pPr>
            <a:r>
              <a:rPr lang="en-US"/>
              <a:t>Click to edit title style</a:t>
            </a:r>
            <a:endParaRPr/>
          </a:p>
        </p:txBody>
      </p:sp>
      <p:sp>
        <p:nvSpPr>
          <p:cNvPr id="973359620"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masterClrMapping/>
  </p:clrMapOvr>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PhAnim="0" userDrawn="1">
  <p:cSld name="Blank">
    <p:spTree>
      <p:nvGrpSpPr>
        <p:cNvPr id="1" name=""/>
        <p:cNvGrpSpPr/>
        <p:nvPr/>
      </p:nvGrpSpPr>
      <p:grpSpPr>
        <a:xfrm>
          <a:off x="0" y="0"/>
          <a:ext cx="0" cy="0"/>
          <a:chOff x="0" y="0"/>
          <a:chExt cx="0" cy="0"/>
        </a:xfrm>
      </p:grpSpPr>
      <p:sp>
        <p:nvSpPr>
          <p:cNvPr id="1504985740"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masterClrMapping/>
  </p:clrMapOvr>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PhAnim="0" userDrawn="1">
  <p:cSld name="LearningPath2_WmGray">
    <p:bg>
      <p:bgPr>
        <a:solidFill>
          <a:srgbClr val="E8E6DF"/>
        </a:solidFill>
        <a:effectLst/>
      </p:bgPr>
    </p:bg>
    <p:spTree>
      <p:nvGrpSpPr>
        <p:cNvPr id="1" name=""/>
        <p:cNvGrpSpPr/>
        <p:nvPr/>
      </p:nvGrpSpPr>
      <p:grpSpPr>
        <a:xfrm>
          <a:off x="0" y="0"/>
          <a:ext cx="0" cy="0"/>
          <a:chOff x="0" y="0"/>
          <a:chExt cx="0" cy="0"/>
        </a:xfrm>
      </p:grpSpPr>
      <p:sp>
        <p:nvSpPr>
          <p:cNvPr id="554024563"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744398123"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pic>
        <p:nvPicPr>
          <p:cNvPr id="22064701" name="Graphic 3"/>
          <p:cNvPicPr>
            <a:picLocks noChangeAspect="1"/>
          </p:cNvPicPr>
          <p:nvPr userDrawn="1"/>
        </p:nvPicPr>
        <p:blipFill>
          <a:blip r:embed="rId2"/>
          <a:stretch>
            <a:fillRect/>
          </a:stretch>
        </p:blipFill>
        <p:spPr bwMode="auto">
          <a:xfrm>
            <a:off x="-1" y="3144660"/>
            <a:ext cx="12192001" cy="3035200"/>
          </a:xfrm>
          <a:prstGeom prst="rect">
            <a:avLst/>
          </a:prstGeom>
        </p:spPr>
      </p:pic>
    </p:spTree>
  </p:cSld>
  <p:clrMapOvr>
    <a:masterClrMapping/>
  </p:clrMapOvr>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PhAnim="0" userDrawn="1">
  <p:cSld name="Text option_3 rows">
    <p:spTree>
      <p:nvGrpSpPr>
        <p:cNvPr id="1" name=""/>
        <p:cNvGrpSpPr/>
        <p:nvPr/>
      </p:nvGrpSpPr>
      <p:grpSpPr>
        <a:xfrm>
          <a:off x="0" y="0"/>
          <a:ext cx="0" cy="0"/>
          <a:chOff x="0" y="0"/>
          <a:chExt cx="0" cy="0"/>
        </a:xfrm>
      </p:grpSpPr>
      <p:sp>
        <p:nvSpPr>
          <p:cNvPr id="182548432" name="Text Placeholder 4"/>
          <p:cNvSpPr>
            <a:spLocks noGrp="1"/>
          </p:cNvSpPr>
          <p:nvPr>
            <p:ph type="body" sz="quarter" idx="11" hasCustomPrompt="1"/>
          </p:nvPr>
        </p:nvSpPr>
        <p:spPr bwMode="auto">
          <a:xfrm>
            <a:off x="1389460" y="1456896"/>
            <a:ext cx="10210404" cy="777240"/>
          </a:xfrm>
          <a:prstGeom prst="rect">
            <a:avLst/>
          </a:prstGeom>
        </p:spPr>
        <p:txBody>
          <a:bodyPr wrap="square" lIns="0" tIns="0" rIns="0" bIns="0" anchor="ctr">
            <a:noAutofit/>
          </a:bodyPr>
          <a:lstStyle>
            <a:lvl1pPr marL="0" indent="0">
              <a:lnSpc>
                <a:spcPts val="1765"/>
              </a:lnSpc>
              <a:spcBef>
                <a:spcPts val="882"/>
              </a:spcBef>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ct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Body copy Segoe UI Regular 14/18. The quick brown fox jumps over the lazy dog. The quick brown fox jumps over the lazy dog. The quick brown fox jumps over the lazy dog.</a:t>
            </a:r>
            <a:endParaRPr/>
          </a:p>
        </p:txBody>
      </p:sp>
      <p:sp>
        <p:nvSpPr>
          <p:cNvPr id="1429890912" name="Text Placeholder 4"/>
          <p:cNvSpPr>
            <a:spLocks noGrp="1"/>
          </p:cNvSpPr>
          <p:nvPr>
            <p:ph type="body" sz="quarter" idx="15" hasCustomPrompt="1"/>
          </p:nvPr>
        </p:nvSpPr>
        <p:spPr bwMode="auto">
          <a:xfrm>
            <a:off x="1389460" y="2499114"/>
            <a:ext cx="10210404" cy="781184"/>
          </a:xfrm>
          <a:prstGeom prst="rect">
            <a:avLst/>
          </a:prstGeom>
        </p:spPr>
        <p:txBody>
          <a:bodyPr wrap="square" lIns="0" tIns="0" rIns="0" bIns="0" anchor="ctr">
            <a:noAutofit/>
          </a:bodyPr>
          <a:lstStyle>
            <a:lvl1pPr marL="0" indent="0">
              <a:lnSpc>
                <a:spcPts val="1765"/>
              </a:lnSpc>
              <a:spcBef>
                <a:spcPts val="882"/>
              </a:spcBef>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ct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Body copy Segoe UI Regular 14/18. The quick brown fox jumps over the lazy dog. The quick brown fox jumps over the lazy dog. The quick brown fox jumps over the lazy dog.</a:t>
            </a:r>
            <a:endParaRPr/>
          </a:p>
        </p:txBody>
      </p:sp>
      <p:sp>
        <p:nvSpPr>
          <p:cNvPr id="26116202" name="Text Placeholder 4"/>
          <p:cNvSpPr>
            <a:spLocks noGrp="1"/>
          </p:cNvSpPr>
          <p:nvPr>
            <p:ph type="body" sz="quarter" idx="17" hasCustomPrompt="1"/>
          </p:nvPr>
        </p:nvSpPr>
        <p:spPr bwMode="auto">
          <a:xfrm>
            <a:off x="1389460" y="3545276"/>
            <a:ext cx="10210404" cy="781184"/>
          </a:xfrm>
          <a:prstGeom prst="rect">
            <a:avLst/>
          </a:prstGeom>
        </p:spPr>
        <p:txBody>
          <a:bodyPr wrap="square" lIns="0" tIns="0" rIns="0" bIns="0" anchor="ctr">
            <a:noAutofit/>
          </a:bodyPr>
          <a:lstStyle>
            <a:lvl1pPr marL="0" marR="0" indent="0" algn="l" defTabSz="914367" rtl="0">
              <a:lnSpc>
                <a:spcPts val="1765"/>
              </a:lnSpc>
              <a:spcBef>
                <a:spcPts val="882"/>
              </a:spcBef>
              <a:spcAft>
                <a:spcPct val="0"/>
              </a:spcAft>
              <a:buClrTx/>
              <a:buSzPct val="90000"/>
              <a:buFont typeface="Wingdings"/>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ct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Body copy Segoe UI Regular 14/18. The quick brown fox jumps over the lazy dog. The quick brown fox jumps over the lazy dog. The quick brown fox jumps over the lazy dog.</a:t>
            </a:r>
            <a:endParaRPr/>
          </a:p>
        </p:txBody>
      </p:sp>
      <p:sp>
        <p:nvSpPr>
          <p:cNvPr id="911112532"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679894408"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cxnSp>
        <p:nvCxnSpPr>
          <p:cNvPr id="1851185798" name="Straight Connector 6"/>
          <p:cNvCxnSpPr/>
          <p:nvPr userDrawn="1"/>
        </p:nvCxnSpPr>
        <p:spPr bwMode="auto">
          <a:xfrm>
            <a:off x="1389695" y="2366625"/>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cxnSp>
        <p:nvCxnSpPr>
          <p:cNvPr id="913176652" name="Straight Connector 7"/>
          <p:cNvCxnSpPr/>
          <p:nvPr userDrawn="1"/>
        </p:nvCxnSpPr>
        <p:spPr bwMode="auto">
          <a:xfrm>
            <a:off x="1389695" y="3412787"/>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Tree>
  </p:cSld>
  <p:clrMapOvr>
    <a:masterClrMapping/>
  </p:clrMapOvr>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PhAnim="0" userDrawn="1">
  <p:cSld name="Text option_4 rows">
    <p:spTree>
      <p:nvGrpSpPr>
        <p:cNvPr id="1" name=""/>
        <p:cNvGrpSpPr/>
        <p:nvPr/>
      </p:nvGrpSpPr>
      <p:grpSpPr>
        <a:xfrm>
          <a:off x="0" y="0"/>
          <a:ext cx="0" cy="0"/>
          <a:chOff x="0" y="0"/>
          <a:chExt cx="0" cy="0"/>
        </a:xfrm>
      </p:grpSpPr>
      <p:sp>
        <p:nvSpPr>
          <p:cNvPr id="672583644" name="Text Placeholder 4"/>
          <p:cNvSpPr>
            <a:spLocks noGrp="1"/>
          </p:cNvSpPr>
          <p:nvPr>
            <p:ph type="body" sz="quarter" idx="11" hasCustomPrompt="1"/>
          </p:nvPr>
        </p:nvSpPr>
        <p:spPr bwMode="auto">
          <a:xfrm>
            <a:off x="1389460" y="1456896"/>
            <a:ext cx="10210404" cy="777240"/>
          </a:xfrm>
          <a:prstGeom prst="rect">
            <a:avLst/>
          </a:prstGeom>
        </p:spPr>
        <p:txBody>
          <a:bodyPr wrap="square" lIns="0" tIns="0" rIns="0" bIns="0" anchor="ctr">
            <a:noAutofit/>
          </a:bodyPr>
          <a:lstStyle>
            <a:lvl1pPr marL="0" indent="0">
              <a:lnSpc>
                <a:spcPts val="1765"/>
              </a:lnSpc>
              <a:spcBef>
                <a:spcPts val="882"/>
              </a:spcBef>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ct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Body copy Segoe UI Regular 14/18. The quick brown fox jumps over the lazy dog. The quick brown fox jumps over the lazy dog. The quick brown fox jumps over the lazy dog.</a:t>
            </a:r>
            <a:endParaRPr/>
          </a:p>
        </p:txBody>
      </p:sp>
      <p:cxnSp>
        <p:nvCxnSpPr>
          <p:cNvPr id="426461568" name="Straight Connector 19"/>
          <p:cNvCxnSpPr/>
          <p:nvPr userDrawn="1"/>
        </p:nvCxnSpPr>
        <p:spPr bwMode="auto">
          <a:xfrm>
            <a:off x="1389695" y="2366625"/>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424029612" name="Text Placeholder 4"/>
          <p:cNvSpPr>
            <a:spLocks noGrp="1"/>
          </p:cNvSpPr>
          <p:nvPr>
            <p:ph type="body" sz="quarter" idx="15" hasCustomPrompt="1"/>
          </p:nvPr>
        </p:nvSpPr>
        <p:spPr bwMode="auto">
          <a:xfrm>
            <a:off x="1389460" y="2499114"/>
            <a:ext cx="10210404" cy="781184"/>
          </a:xfrm>
          <a:prstGeom prst="rect">
            <a:avLst/>
          </a:prstGeom>
        </p:spPr>
        <p:txBody>
          <a:bodyPr wrap="square" lIns="0" tIns="0" rIns="0" bIns="0" anchor="ctr">
            <a:noAutofit/>
          </a:bodyPr>
          <a:lstStyle>
            <a:lvl1pPr marL="0" indent="0">
              <a:lnSpc>
                <a:spcPts val="1765"/>
              </a:lnSpc>
              <a:spcBef>
                <a:spcPts val="882"/>
              </a:spcBef>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ct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Body copy Segoe UI Regular 14/18. The quick brown fox jumps over the lazy dog. The quick brown fox jumps over the lazy dog. The quick brown fox jumps over the lazy dog.</a:t>
            </a:r>
            <a:endParaRPr/>
          </a:p>
        </p:txBody>
      </p:sp>
      <p:cxnSp>
        <p:nvCxnSpPr>
          <p:cNvPr id="969991175" name="Straight Connector 20"/>
          <p:cNvCxnSpPr/>
          <p:nvPr userDrawn="1"/>
        </p:nvCxnSpPr>
        <p:spPr bwMode="auto">
          <a:xfrm>
            <a:off x="1389695" y="3412787"/>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302656389" name="Text Placeholder 4"/>
          <p:cNvSpPr>
            <a:spLocks noGrp="1"/>
          </p:cNvSpPr>
          <p:nvPr>
            <p:ph type="body" sz="quarter" idx="17" hasCustomPrompt="1"/>
          </p:nvPr>
        </p:nvSpPr>
        <p:spPr bwMode="auto">
          <a:xfrm>
            <a:off x="1389460" y="3545276"/>
            <a:ext cx="10210404" cy="781184"/>
          </a:xfrm>
          <a:prstGeom prst="rect">
            <a:avLst/>
          </a:prstGeom>
        </p:spPr>
        <p:txBody>
          <a:bodyPr wrap="square" lIns="0" tIns="0" rIns="0" bIns="0" anchor="ctr">
            <a:noAutofit/>
          </a:bodyPr>
          <a:lstStyle>
            <a:lvl1pPr marL="0" marR="0" indent="0" algn="l" defTabSz="914367" rtl="0">
              <a:lnSpc>
                <a:spcPts val="1765"/>
              </a:lnSpc>
              <a:spcBef>
                <a:spcPts val="882"/>
              </a:spcBef>
              <a:spcAft>
                <a:spcPct val="0"/>
              </a:spcAft>
              <a:buClrTx/>
              <a:buSzPct val="90000"/>
              <a:buFont typeface="Wingdings"/>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ct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Body copy Segoe UI Regular 14/18. The quick brown fox jumps over the lazy dog. The quick brown fox jumps over the lazy dog. The quick brown fox jumps over the lazy dog.</a:t>
            </a:r>
            <a:endParaRPr/>
          </a:p>
        </p:txBody>
      </p:sp>
      <p:cxnSp>
        <p:nvCxnSpPr>
          <p:cNvPr id="1614896366" name="Straight Connector 21"/>
          <p:cNvCxnSpPr/>
          <p:nvPr userDrawn="1"/>
        </p:nvCxnSpPr>
        <p:spPr bwMode="auto">
          <a:xfrm>
            <a:off x="1389695" y="4458949"/>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379173943" name="Text Placeholder 4"/>
          <p:cNvSpPr>
            <a:spLocks noGrp="1"/>
          </p:cNvSpPr>
          <p:nvPr>
            <p:ph type="body" sz="quarter" idx="19" hasCustomPrompt="1"/>
          </p:nvPr>
        </p:nvSpPr>
        <p:spPr bwMode="auto">
          <a:xfrm>
            <a:off x="1389460" y="4591438"/>
            <a:ext cx="10210404" cy="781184"/>
          </a:xfrm>
          <a:prstGeom prst="rect">
            <a:avLst/>
          </a:prstGeom>
        </p:spPr>
        <p:txBody>
          <a:bodyPr wrap="square" lIns="0" tIns="0" rIns="0" bIns="0" anchor="ctr">
            <a:noAutofit/>
          </a:bodyPr>
          <a:lstStyle>
            <a:lvl1pPr marL="0" marR="0" indent="0" algn="l" defTabSz="914367" rtl="0">
              <a:lnSpc>
                <a:spcPts val="1765"/>
              </a:lnSpc>
              <a:spcBef>
                <a:spcPts val="882"/>
              </a:spcBef>
              <a:spcAft>
                <a:spcPct val="0"/>
              </a:spcAft>
              <a:buClrTx/>
              <a:buSzPct val="90000"/>
              <a:buFont typeface="Wingdings"/>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ct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Body copy Segoe UI Regular 14/18. The quick brown fox jumps over the lazy dog. The quick brown fox jumps over the lazy dog. The quick brown fox jumps over the lazy dog.</a:t>
            </a:r>
            <a:endParaRPr/>
          </a:p>
        </p:txBody>
      </p:sp>
      <p:sp>
        <p:nvSpPr>
          <p:cNvPr id="1920062818"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274088118"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Tree>
  </p:cSld>
  <p:clrMapOvr>
    <a:masterClrMapping/>
  </p:clrMapOvr>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PhAnim="0" userDrawn="1">
  <p:cSld name="Text option_5 rows">
    <p:spTree>
      <p:nvGrpSpPr>
        <p:cNvPr id="1" name=""/>
        <p:cNvGrpSpPr/>
        <p:nvPr/>
      </p:nvGrpSpPr>
      <p:grpSpPr>
        <a:xfrm>
          <a:off x="0" y="0"/>
          <a:ext cx="0" cy="0"/>
          <a:chOff x="0" y="0"/>
          <a:chExt cx="0" cy="0"/>
        </a:xfrm>
      </p:grpSpPr>
      <p:sp>
        <p:nvSpPr>
          <p:cNvPr id="1237986021" name="Text Placeholder 4"/>
          <p:cNvSpPr>
            <a:spLocks noGrp="1"/>
          </p:cNvSpPr>
          <p:nvPr>
            <p:ph type="body" sz="quarter" idx="11" hasCustomPrompt="1"/>
          </p:nvPr>
        </p:nvSpPr>
        <p:spPr bwMode="auto">
          <a:xfrm>
            <a:off x="1389460" y="1456896"/>
            <a:ext cx="10210404" cy="645624"/>
          </a:xfrm>
          <a:prstGeom prst="rect">
            <a:avLst/>
          </a:prstGeom>
        </p:spPr>
        <p:txBody>
          <a:bodyPr wrap="square" lIns="0" tIns="0" rIns="0" bIns="0" anchor="ctr">
            <a:noAutofit/>
          </a:bodyPr>
          <a:lstStyle>
            <a:lvl1pPr marL="0" indent="0">
              <a:lnSpc>
                <a:spcPts val="1765"/>
              </a:lnSpc>
              <a:spcBef>
                <a:spcPts val="882"/>
              </a:spcBef>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ct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The quick brown fox jumps over the lazy dog. The quick brown fox jumps over the lazy dog. The quick brown fox jumps over the lazy dog.</a:t>
            </a:r>
            <a:endParaRPr/>
          </a:p>
        </p:txBody>
      </p:sp>
      <p:cxnSp>
        <p:nvCxnSpPr>
          <p:cNvPr id="1991179646" name="Straight Connector 14"/>
          <p:cNvCxnSpPr/>
          <p:nvPr userDrawn="1"/>
        </p:nvCxnSpPr>
        <p:spPr bwMode="auto">
          <a:xfrm>
            <a:off x="1389695" y="2205973"/>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966263669" name="Text Placeholder 4"/>
          <p:cNvSpPr>
            <a:spLocks noGrp="1"/>
          </p:cNvSpPr>
          <p:nvPr>
            <p:ph type="body" sz="quarter" idx="15" hasCustomPrompt="1"/>
          </p:nvPr>
        </p:nvSpPr>
        <p:spPr bwMode="auto">
          <a:xfrm>
            <a:off x="1389460" y="2309426"/>
            <a:ext cx="10210404" cy="648900"/>
          </a:xfrm>
          <a:prstGeom prst="rect">
            <a:avLst/>
          </a:prstGeom>
        </p:spPr>
        <p:txBody>
          <a:bodyPr wrap="square" lIns="0" tIns="0" rIns="0" bIns="0" anchor="ctr">
            <a:noAutofit/>
          </a:bodyPr>
          <a:lstStyle>
            <a:lvl1pPr marL="0" indent="0">
              <a:lnSpc>
                <a:spcPts val="1765"/>
              </a:lnSpc>
              <a:spcBef>
                <a:spcPts val="882"/>
              </a:spcBef>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ct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The quick brown fox jumps over the lazy dog. The quick brown fox jumps over the lazy dog. The quick brown fox jumps over the lazy dog.</a:t>
            </a:r>
            <a:endParaRPr/>
          </a:p>
        </p:txBody>
      </p:sp>
      <p:cxnSp>
        <p:nvCxnSpPr>
          <p:cNvPr id="846398360" name="Straight Connector 16"/>
          <p:cNvCxnSpPr/>
          <p:nvPr userDrawn="1"/>
        </p:nvCxnSpPr>
        <p:spPr bwMode="auto">
          <a:xfrm>
            <a:off x="1389695" y="3061779"/>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612057977" name="Text Placeholder 4"/>
          <p:cNvSpPr>
            <a:spLocks noGrp="1"/>
          </p:cNvSpPr>
          <p:nvPr>
            <p:ph type="body" sz="quarter" idx="17" hasCustomPrompt="1"/>
          </p:nvPr>
        </p:nvSpPr>
        <p:spPr bwMode="auto">
          <a:xfrm>
            <a:off x="1389460" y="3165232"/>
            <a:ext cx="10210404" cy="648900"/>
          </a:xfrm>
          <a:prstGeom prst="rect">
            <a:avLst/>
          </a:prstGeom>
        </p:spPr>
        <p:txBody>
          <a:bodyPr wrap="square" lIns="0" tIns="0" rIns="0" bIns="0" anchor="ctr">
            <a:noAutofit/>
          </a:bodyPr>
          <a:lstStyle>
            <a:lvl1pPr marL="0" marR="0" indent="0" algn="l" defTabSz="914367" rtl="0">
              <a:lnSpc>
                <a:spcPts val="1765"/>
              </a:lnSpc>
              <a:spcBef>
                <a:spcPts val="882"/>
              </a:spcBef>
              <a:spcAft>
                <a:spcPct val="0"/>
              </a:spcAft>
              <a:buClrTx/>
              <a:buSzPct val="90000"/>
              <a:buFont typeface="Wingdings"/>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ct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The quick brown fox jumps over the lazy dog. The quick brown fox jumps over the lazy dog. The quick brown fox jumps over the lazy dog.</a:t>
            </a:r>
            <a:endParaRPr/>
          </a:p>
        </p:txBody>
      </p:sp>
      <p:cxnSp>
        <p:nvCxnSpPr>
          <p:cNvPr id="1102101262" name="Straight Connector 18"/>
          <p:cNvCxnSpPr/>
          <p:nvPr userDrawn="1"/>
        </p:nvCxnSpPr>
        <p:spPr bwMode="auto">
          <a:xfrm>
            <a:off x="1389695" y="3917585"/>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040723435" name="Text Placeholder 4"/>
          <p:cNvSpPr>
            <a:spLocks noGrp="1"/>
          </p:cNvSpPr>
          <p:nvPr>
            <p:ph type="body" sz="quarter" idx="19" hasCustomPrompt="1"/>
          </p:nvPr>
        </p:nvSpPr>
        <p:spPr bwMode="auto">
          <a:xfrm>
            <a:off x="1389460" y="4021038"/>
            <a:ext cx="10210404" cy="648900"/>
          </a:xfrm>
          <a:prstGeom prst="rect">
            <a:avLst/>
          </a:prstGeom>
        </p:spPr>
        <p:txBody>
          <a:bodyPr wrap="square" lIns="0" tIns="0" rIns="0" bIns="0" anchor="ctr">
            <a:noAutofit/>
          </a:bodyPr>
          <a:lstStyle>
            <a:lvl1pPr marL="0" marR="0" indent="0" algn="l" defTabSz="914367" rtl="0">
              <a:lnSpc>
                <a:spcPts val="1765"/>
              </a:lnSpc>
              <a:spcBef>
                <a:spcPts val="882"/>
              </a:spcBef>
              <a:spcAft>
                <a:spcPct val="0"/>
              </a:spcAft>
              <a:buClrTx/>
              <a:buSzPct val="90000"/>
              <a:buFont typeface="Wingdings"/>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ct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The quick brown fox jumps over the lazy dog. The quick brown fox jumps over the lazy dog. The quick brown fox jumps over the lazy dog.</a:t>
            </a:r>
            <a:endParaRPr/>
          </a:p>
        </p:txBody>
      </p:sp>
      <p:cxnSp>
        <p:nvCxnSpPr>
          <p:cNvPr id="1009374243" name="Straight Connector 10"/>
          <p:cNvCxnSpPr/>
          <p:nvPr userDrawn="1"/>
        </p:nvCxnSpPr>
        <p:spPr bwMode="auto">
          <a:xfrm>
            <a:off x="1389695" y="4773391"/>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298902050" name="Text Placeholder 4"/>
          <p:cNvSpPr>
            <a:spLocks noGrp="1"/>
          </p:cNvSpPr>
          <p:nvPr>
            <p:ph type="body" sz="quarter" idx="21" hasCustomPrompt="1"/>
          </p:nvPr>
        </p:nvSpPr>
        <p:spPr bwMode="auto">
          <a:xfrm>
            <a:off x="1389460" y="4876845"/>
            <a:ext cx="10210404" cy="648900"/>
          </a:xfrm>
          <a:prstGeom prst="rect">
            <a:avLst/>
          </a:prstGeom>
        </p:spPr>
        <p:txBody>
          <a:bodyPr wrap="square" lIns="0" tIns="0" rIns="0" bIns="0" anchor="ctr">
            <a:noAutofit/>
          </a:bodyPr>
          <a:lstStyle>
            <a:lvl1pPr marL="0" marR="0" indent="0" algn="l" defTabSz="914367" rtl="0">
              <a:lnSpc>
                <a:spcPts val="1765"/>
              </a:lnSpc>
              <a:spcBef>
                <a:spcPts val="882"/>
              </a:spcBef>
              <a:spcAft>
                <a:spcPct val="0"/>
              </a:spcAft>
              <a:buClrTx/>
              <a:buSzPct val="90000"/>
              <a:buFont typeface="Wingdings"/>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ct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The quick brown fox jumps over the lazy dog. The quick brown fox jumps over the lazy dog. The quick brown fox jumps over the lazy dog.</a:t>
            </a:r>
            <a:endParaRPr/>
          </a:p>
        </p:txBody>
      </p:sp>
      <p:sp>
        <p:nvSpPr>
          <p:cNvPr id="1534719508"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301565683"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Tree>
  </p:cSld>
  <p:clrMapOvr>
    <a:masterClrMapping/>
  </p:clrMapOvr>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PhAnim="0" userDrawn="1">
  <p:cSld name="1_Knowledge Check">
    <p:spTree>
      <p:nvGrpSpPr>
        <p:cNvPr id="1" name=""/>
        <p:cNvGrpSpPr/>
        <p:nvPr/>
      </p:nvGrpSpPr>
      <p:grpSpPr>
        <a:xfrm>
          <a:off x="0" y="0"/>
          <a:ext cx="0" cy="0"/>
          <a:chOff x="0" y="0"/>
          <a:chExt cx="0" cy="0"/>
        </a:xfrm>
      </p:grpSpPr>
      <p:sp>
        <p:nvSpPr>
          <p:cNvPr id="22121854" name="Rounded Rectangle 3_1"/>
          <p:cNvSpPr/>
          <p:nvPr userDrawn="1"/>
        </p:nvSpPr>
        <p:spPr bwMode="auto">
          <a:xfrm>
            <a:off x="588261" y="1292745"/>
            <a:ext cx="10074975" cy="4749970"/>
          </a:xfrm>
          <a:prstGeom prst="roundRect">
            <a:avLst>
              <a:gd name="adj" fmla="val 6113"/>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a:lnSpc>
                <a:spcPct val="100000"/>
              </a:lnSpc>
              <a:spcBef>
                <a:spcPct val="0"/>
              </a:spcBef>
              <a:spcAft>
                <a:spcPct val="0"/>
              </a:spcAft>
              <a:buClrTx/>
              <a:buSzPct val="90000"/>
              <a:buFontTx/>
              <a:buNone/>
              <a:defRPr/>
            </a:pPr>
            <a:endParaRPr lang="en-US" sz="1800" b="0" i="0" u="none" strike="noStrike" cap="none" spc="0">
              <a:ln>
                <a:noFill/>
              </a:ln>
              <a:solidFill>
                <a:srgbClr val="000000"/>
              </a:solidFill>
              <a:latin typeface="Segoe UI"/>
              <a:ea typeface="+mn-ea"/>
              <a:cs typeface="Segoe UI"/>
            </a:endParaRPr>
          </a:p>
        </p:txBody>
      </p:sp>
      <p:sp>
        <p:nvSpPr>
          <p:cNvPr id="1492055653" name="Title 1"/>
          <p:cNvSpPr>
            <a:spLocks noGrp="1"/>
          </p:cNvSpPr>
          <p:nvPr>
            <p:ph type="title"/>
          </p:nvPr>
        </p:nvSpPr>
        <p:spPr bwMode="auto">
          <a:xfrm>
            <a:off x="588262" y="585216"/>
            <a:ext cx="8193024" cy="369332"/>
          </a:xfrm>
        </p:spPr>
        <p:txBody>
          <a:bodyPr/>
          <a:lstStyle>
            <a:lvl1pPr>
              <a:defRPr sz="2400" b="0" i="0">
                <a:solidFill>
                  <a:schemeClr val="tx1"/>
                </a:solidFill>
                <a:latin typeface="+mj-lt"/>
                <a:cs typeface="Segoe UI Semibold"/>
              </a:defRPr>
            </a:lvl1pPr>
          </a:lstStyle>
          <a:p>
            <a:pPr>
              <a:defRPr/>
            </a:pPr>
            <a:r>
              <a:rPr lang="en-US"/>
              <a:t>Click to edit Master title style</a:t>
            </a:r>
            <a:endParaRPr/>
          </a:p>
        </p:txBody>
      </p:sp>
      <p:sp>
        <p:nvSpPr>
          <p:cNvPr id="140080611"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874097900" name="Text Placeholder 11"/>
          <p:cNvSpPr>
            <a:spLocks noGrp="1"/>
          </p:cNvSpPr>
          <p:nvPr>
            <p:ph type="body" sz="quarter" idx="17"/>
          </p:nvPr>
        </p:nvSpPr>
        <p:spPr bwMode="auto">
          <a:xfrm>
            <a:off x="1235075" y="1594151"/>
            <a:ext cx="8778782" cy="399973"/>
          </a:xfrm>
          <a:prstGeom prst="rect">
            <a:avLst/>
          </a:prstGeom>
        </p:spPr>
        <p:txBody>
          <a:bodyPr anchor="t"/>
          <a:lstStyle>
            <a:lvl1pPr marL="0" indent="0">
              <a:spcBef>
                <a:spcPct val="0"/>
              </a:spcBef>
              <a:buNone/>
              <a:defRPr lang="en-US" sz="1400" spc="0">
                <a:solidFill>
                  <a:schemeClr val="tx1"/>
                </a:solidFill>
                <a:latin typeface="+mj-lt"/>
                <a:ea typeface="+mn-ea"/>
                <a:cs typeface="Segoe UI"/>
              </a:defRPr>
            </a:lvl1pPr>
          </a:lstStyle>
          <a:p>
            <a:pPr lvl="0">
              <a:defRPr/>
            </a:pPr>
            <a:r>
              <a:rPr lang="en-US"/>
              <a:t>Click to edit Master text styles</a:t>
            </a:r>
            <a:endParaRPr/>
          </a:p>
          <a:p>
            <a:pPr lvl="0">
              <a:defRPr/>
            </a:pPr>
            <a:endParaRPr lang="en-US"/>
          </a:p>
        </p:txBody>
      </p:sp>
      <p:sp>
        <p:nvSpPr>
          <p:cNvPr id="730200636" name="Text Placeholder 3"/>
          <p:cNvSpPr>
            <a:spLocks noGrp="1"/>
          </p:cNvSpPr>
          <p:nvPr>
            <p:ph type="body" sz="quarter" idx="15"/>
          </p:nvPr>
        </p:nvSpPr>
        <p:spPr bwMode="auto">
          <a:xfrm>
            <a:off x="1237265" y="1994124"/>
            <a:ext cx="8775098" cy="215444"/>
          </a:xfrm>
          <a:prstGeom prst="rect">
            <a:avLst/>
          </a:prstGeom>
        </p:spPr>
        <p:txBody>
          <a:bodyPr wrap="square" lIns="91440">
            <a:spAutoFit/>
          </a:bodyPr>
          <a:lstStyle>
            <a:lvl1pPr marL="137160" indent="-137160">
              <a:buFont typeface="Segoe UI"/>
              <a:buChar char="⃣"/>
              <a:defRPr sz="1400">
                <a:solidFill>
                  <a:schemeClr val="tx1"/>
                </a:solidFill>
              </a:defRPr>
            </a:lvl1pPr>
            <a:lvl2pPr marL="265176" indent="-128016">
              <a:buFont typeface="Segoe UI"/>
              <a:buChar char="⃣"/>
              <a:defRPr>
                <a:solidFill>
                  <a:schemeClr val="tx1"/>
                </a:solidFill>
              </a:defRPr>
            </a:lvl2pPr>
            <a:lvl3pPr marL="384048" indent="-118872">
              <a:buFont typeface="Segoe UI"/>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grpSp>
        <p:nvGrpSpPr>
          <p:cNvPr id="1980746835" name="Group 6"/>
          <p:cNvGrpSpPr/>
          <p:nvPr userDrawn="1"/>
        </p:nvGrpSpPr>
        <p:grpSpPr>
          <a:xfrm>
            <a:off x="10107938" y="893763"/>
            <a:ext cx="1110600" cy="1110600"/>
            <a:chOff x="5540700" y="2116300"/>
            <a:chExt cx="1110600" cy="1110600"/>
          </a:xfrm>
        </p:grpSpPr>
        <p:sp>
          <p:nvSpPr>
            <p:cNvPr id="8" name="Oval 7"/>
            <p:cNvSpPr/>
            <p:nvPr/>
          </p:nvSpPr>
          <p:spPr bwMode="auto">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a:lnSpc>
                  <a:spcPct val="100000"/>
                </a:lnSpc>
                <a:spcBef>
                  <a:spcPct val="0"/>
                </a:spcBef>
                <a:spcAft>
                  <a:spcPct val="0"/>
                </a:spcAft>
                <a:buClrTx/>
                <a:buSzTx/>
                <a:buFontTx/>
                <a:buNone/>
                <a:defRPr/>
              </a:pPr>
              <a:endParaRPr lang="en-US" sz="1800" b="0" i="0" u="none" strike="noStrike" cap="none" spc="0">
                <a:ln>
                  <a:noFill/>
                </a:ln>
                <a:solidFill>
                  <a:srgbClr val="FFFFFF"/>
                </a:solidFill>
                <a:latin typeface="Segoe UI"/>
                <a:ea typeface="+mn-ea"/>
                <a:cs typeface="+mn-cs"/>
              </a:endParaRPr>
            </a:p>
          </p:txBody>
        </p:sp>
        <p:pic>
          <p:nvPicPr>
            <p:cNvPr id="9" name="Picture 8"/>
            <p:cNvPicPr/>
            <p:nvPr/>
          </p:nvPicPr>
          <p:blipFill>
            <a:blip r:embed="rId2"/>
            <a:stretch>
              <a:fillRect/>
            </a:stretch>
          </p:blipFill>
          <p:spPr bwMode="auto">
            <a:xfrm>
              <a:off x="5749602" y="2325202"/>
              <a:ext cx="692796" cy="692796"/>
            </a:xfrm>
            <a:prstGeom prst="rect">
              <a:avLst/>
            </a:prstGeom>
            <a:noFill/>
          </p:spPr>
        </p:pic>
      </p:grpSp>
      <p:sp>
        <p:nvSpPr>
          <p:cNvPr id="1615929919" name="Text Placeholder 11"/>
          <p:cNvSpPr>
            <a:spLocks noGrp="1"/>
          </p:cNvSpPr>
          <p:nvPr>
            <p:ph type="body" sz="quarter" idx="20"/>
          </p:nvPr>
        </p:nvSpPr>
        <p:spPr bwMode="auto">
          <a:xfrm>
            <a:off x="1235075" y="4492432"/>
            <a:ext cx="8778782" cy="406322"/>
          </a:xfrm>
          <a:prstGeom prst="rect">
            <a:avLst/>
          </a:prstGeom>
        </p:spPr>
        <p:txBody>
          <a:bodyPr anchor="t"/>
          <a:lstStyle>
            <a:lvl1pPr marL="0" indent="0">
              <a:spcBef>
                <a:spcPct val="0"/>
              </a:spcBef>
              <a:buNone/>
              <a:defRPr sz="1400">
                <a:solidFill>
                  <a:schemeClr val="tx1"/>
                </a:solidFill>
                <a:latin typeface="+mj-lt"/>
              </a:defRPr>
            </a:lvl1pPr>
          </a:lstStyle>
          <a:p>
            <a:pPr lvl="0">
              <a:defRPr/>
            </a:pPr>
            <a:r>
              <a:rPr lang="en-US"/>
              <a:t>Click to edit Master text styles</a:t>
            </a:r>
            <a:endParaRPr/>
          </a:p>
        </p:txBody>
      </p:sp>
      <p:sp>
        <p:nvSpPr>
          <p:cNvPr id="1317694469" name="Text Placeholder 3"/>
          <p:cNvSpPr>
            <a:spLocks noGrp="1"/>
          </p:cNvSpPr>
          <p:nvPr>
            <p:ph type="body" sz="quarter" idx="21"/>
          </p:nvPr>
        </p:nvSpPr>
        <p:spPr bwMode="auto">
          <a:xfrm>
            <a:off x="1237265" y="4898755"/>
            <a:ext cx="8775098" cy="215444"/>
          </a:xfrm>
          <a:prstGeom prst="rect">
            <a:avLst/>
          </a:prstGeom>
        </p:spPr>
        <p:txBody>
          <a:bodyPr wrap="square" lIns="91440">
            <a:spAutoFit/>
          </a:bodyPr>
          <a:lstStyle>
            <a:lvl1pPr marL="137160" indent="-137160">
              <a:buFont typeface="Segoe UI"/>
              <a:buChar char="⃣"/>
              <a:defRPr sz="1400">
                <a:solidFill>
                  <a:schemeClr val="tx1"/>
                </a:solidFill>
              </a:defRPr>
            </a:lvl1pPr>
            <a:lvl2pPr marL="265176" indent="-128016">
              <a:buFont typeface="Segoe UI"/>
              <a:buChar char="⃣"/>
              <a:defRPr>
                <a:solidFill>
                  <a:schemeClr val="tx1"/>
                </a:solidFill>
              </a:defRPr>
            </a:lvl2pPr>
            <a:lvl3pPr marL="384048" indent="-118872">
              <a:buFont typeface="Segoe UI"/>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755014199" name="Text Placeholder 11"/>
          <p:cNvSpPr>
            <a:spLocks noGrp="1"/>
          </p:cNvSpPr>
          <p:nvPr>
            <p:ph type="body" sz="quarter" idx="22"/>
          </p:nvPr>
        </p:nvSpPr>
        <p:spPr bwMode="auto">
          <a:xfrm>
            <a:off x="1235075" y="3042690"/>
            <a:ext cx="8778782" cy="406323"/>
          </a:xfrm>
          <a:prstGeom prst="rect">
            <a:avLst/>
          </a:prstGeom>
        </p:spPr>
        <p:txBody>
          <a:bodyPr anchor="t"/>
          <a:lstStyle>
            <a:lvl1pPr marL="0" indent="0">
              <a:spcBef>
                <a:spcPct val="0"/>
              </a:spcBef>
              <a:buNone/>
              <a:defRPr lang="en-US" sz="1400" spc="0">
                <a:solidFill>
                  <a:schemeClr val="tx1"/>
                </a:solidFill>
                <a:latin typeface="+mj-lt"/>
                <a:ea typeface="+mn-ea"/>
                <a:cs typeface="Segoe UI"/>
              </a:defRPr>
            </a:lvl1pPr>
          </a:lstStyle>
          <a:p>
            <a:pPr lvl="0">
              <a:defRPr/>
            </a:pPr>
            <a:r>
              <a:rPr lang="en-US"/>
              <a:t>Click to edit Master text styles</a:t>
            </a:r>
            <a:endParaRPr/>
          </a:p>
          <a:p>
            <a:pPr lvl="0">
              <a:defRPr/>
            </a:pPr>
            <a:endParaRPr lang="en-US"/>
          </a:p>
        </p:txBody>
      </p:sp>
      <p:sp>
        <p:nvSpPr>
          <p:cNvPr id="428168055" name="Text Placeholder 3"/>
          <p:cNvSpPr>
            <a:spLocks noGrp="1"/>
          </p:cNvSpPr>
          <p:nvPr>
            <p:ph type="body" sz="quarter" idx="23"/>
          </p:nvPr>
        </p:nvSpPr>
        <p:spPr bwMode="auto">
          <a:xfrm>
            <a:off x="1237265" y="3449013"/>
            <a:ext cx="8775098" cy="215444"/>
          </a:xfrm>
          <a:prstGeom prst="rect">
            <a:avLst/>
          </a:prstGeom>
        </p:spPr>
        <p:txBody>
          <a:bodyPr wrap="square" lIns="91440">
            <a:spAutoFit/>
          </a:bodyPr>
          <a:lstStyle>
            <a:lvl1pPr marL="137160" indent="-137160">
              <a:buFont typeface="Segoe UI"/>
              <a:buChar char="⃣"/>
              <a:defRPr sz="1400">
                <a:solidFill>
                  <a:schemeClr val="tx1"/>
                </a:solidFill>
              </a:defRPr>
            </a:lvl1pPr>
            <a:lvl2pPr marL="265176" indent="-128016">
              <a:buFont typeface="Segoe UI"/>
              <a:buChar char="⃣"/>
              <a:defRPr>
                <a:solidFill>
                  <a:schemeClr val="tx1"/>
                </a:solidFill>
              </a:defRPr>
            </a:lvl2pPr>
            <a:lvl3pPr marL="384048" indent="-118872">
              <a:buFont typeface="Segoe UI"/>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slideLayout" Target="../slideLayouts/slideLayout37.xml"/><Relationship Id="rId39" Type="http://schemas.openxmlformats.org/officeDocument/2006/relationships/slideLayout" Target="../slideLayouts/slideLayout50.xml"/><Relationship Id="rId21" Type="http://schemas.openxmlformats.org/officeDocument/2006/relationships/slideLayout" Target="../slideLayouts/slideLayout32.xml"/><Relationship Id="rId34" Type="http://schemas.openxmlformats.org/officeDocument/2006/relationships/slideLayout" Target="../slideLayouts/slideLayout45.xml"/><Relationship Id="rId42" Type="http://schemas.openxmlformats.org/officeDocument/2006/relationships/slideLayout" Target="../slideLayouts/slideLayout53.xml"/><Relationship Id="rId47" Type="http://schemas.openxmlformats.org/officeDocument/2006/relationships/slideLayout" Target="../slideLayouts/slideLayout58.xml"/><Relationship Id="rId50" Type="http://schemas.openxmlformats.org/officeDocument/2006/relationships/slideLayout" Target="../slideLayouts/slideLayout61.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9" Type="http://schemas.openxmlformats.org/officeDocument/2006/relationships/slideLayout" Target="../slideLayouts/slideLayout40.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32" Type="http://schemas.openxmlformats.org/officeDocument/2006/relationships/slideLayout" Target="../slideLayouts/slideLayout43.xml"/><Relationship Id="rId37" Type="http://schemas.openxmlformats.org/officeDocument/2006/relationships/slideLayout" Target="../slideLayouts/slideLayout48.xml"/><Relationship Id="rId40" Type="http://schemas.openxmlformats.org/officeDocument/2006/relationships/slideLayout" Target="../slideLayouts/slideLayout51.xml"/><Relationship Id="rId45" Type="http://schemas.openxmlformats.org/officeDocument/2006/relationships/slideLayout" Target="../slideLayouts/slideLayout56.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36" Type="http://schemas.openxmlformats.org/officeDocument/2006/relationships/slideLayout" Target="../slideLayouts/slideLayout47.xml"/><Relationship Id="rId49" Type="http://schemas.openxmlformats.org/officeDocument/2006/relationships/slideLayout" Target="../slideLayouts/slideLayout60.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31" Type="http://schemas.openxmlformats.org/officeDocument/2006/relationships/slideLayout" Target="../slideLayouts/slideLayout42.xml"/><Relationship Id="rId44" Type="http://schemas.openxmlformats.org/officeDocument/2006/relationships/slideLayout" Target="../slideLayouts/slideLayout55.xml"/><Relationship Id="rId52" Type="http://schemas.openxmlformats.org/officeDocument/2006/relationships/theme" Target="../theme/theme2.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 Id="rId30" Type="http://schemas.openxmlformats.org/officeDocument/2006/relationships/slideLayout" Target="../slideLayouts/slideLayout41.xml"/><Relationship Id="rId35" Type="http://schemas.openxmlformats.org/officeDocument/2006/relationships/slideLayout" Target="../slideLayouts/slideLayout46.xml"/><Relationship Id="rId43" Type="http://schemas.openxmlformats.org/officeDocument/2006/relationships/slideLayout" Target="../slideLayouts/slideLayout54.xml"/><Relationship Id="rId48" Type="http://schemas.openxmlformats.org/officeDocument/2006/relationships/slideLayout" Target="../slideLayouts/slideLayout59.xml"/><Relationship Id="rId8" Type="http://schemas.openxmlformats.org/officeDocument/2006/relationships/slideLayout" Target="../slideLayouts/slideLayout19.xml"/><Relationship Id="rId51" Type="http://schemas.openxmlformats.org/officeDocument/2006/relationships/slideLayout" Target="../slideLayouts/slideLayout62.xml"/><Relationship Id="rId3" Type="http://schemas.openxmlformats.org/officeDocument/2006/relationships/slideLayout" Target="../slideLayouts/slideLayout14.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33" Type="http://schemas.openxmlformats.org/officeDocument/2006/relationships/slideLayout" Target="../slideLayouts/slideLayout44.xml"/><Relationship Id="rId38" Type="http://schemas.openxmlformats.org/officeDocument/2006/relationships/slideLayout" Target="../slideLayouts/slideLayout49.xml"/><Relationship Id="rId46" Type="http://schemas.openxmlformats.org/officeDocument/2006/relationships/slideLayout" Target="../slideLayouts/slideLayout57.xml"/><Relationship Id="rId20" Type="http://schemas.openxmlformats.org/officeDocument/2006/relationships/slideLayout" Target="../slideLayouts/slideLayout31.xml"/><Relationship Id="rId41" Type="http://schemas.openxmlformats.org/officeDocument/2006/relationships/slideLayout" Target="../slideLayouts/slideLayout52.xml"/><Relationship Id="rId1" Type="http://schemas.openxmlformats.org/officeDocument/2006/relationships/slideLayout" Target="../slideLayouts/slideLayout12.xml"/><Relationship Id="rId6"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0286470" name="Title Placeholder 1"/>
          <p:cNvSpPr>
            <a:spLocks noGrp="1"/>
          </p:cNvSpPr>
          <p:nvPr>
            <p:ph type="title"/>
          </p:nvPr>
        </p:nvSpPr>
        <p:spPr bwMode="auto">
          <a:xfrm>
            <a:off x="457200" y="411480"/>
            <a:ext cx="11222610" cy="515442"/>
          </a:xfrm>
          <a:prstGeom prst="rect">
            <a:avLst/>
          </a:prstGeom>
        </p:spPr>
        <p:txBody>
          <a:bodyPr vert="horz" lIns="0" tIns="0" rIns="0" bIns="0" rtlCol="0" anchor="ctr">
            <a:noAutofit/>
          </a:bodyPr>
          <a:lstStyle/>
          <a:p>
            <a:pPr>
              <a:defRPr/>
            </a:pPr>
            <a:r>
              <a:rPr lang="en-US"/>
              <a:t>Click to edit Master title style</a:t>
            </a:r>
            <a:endParaRPr/>
          </a:p>
        </p:txBody>
      </p:sp>
      <p:sp>
        <p:nvSpPr>
          <p:cNvPr id="360451123" name="Text Placeholder 2"/>
          <p:cNvSpPr>
            <a:spLocks noGrp="1"/>
          </p:cNvSpPr>
          <p:nvPr>
            <p:ph type="body" idx="1"/>
          </p:nvPr>
        </p:nvSpPr>
        <p:spPr bwMode="auto">
          <a:xfrm>
            <a:off x="457200" y="1150403"/>
            <a:ext cx="11222610" cy="4351338"/>
          </a:xfrm>
          <a:prstGeom prst="rect">
            <a:avLst/>
          </a:prstGeom>
        </p:spPr>
        <p:txBody>
          <a:bodyPr vert="horz" lIns="0" tIns="0" rIns="0" bIns="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577167776" name="TextBox 6"/>
          <p:cNvSpPr txBox="1"/>
          <p:nvPr userDrawn="1"/>
        </p:nvSpPr>
        <p:spPr bwMode="auto">
          <a:xfrm>
            <a:off x="457200" y="6411853"/>
            <a:ext cx="6073140" cy="169277"/>
          </a:xfrm>
          <a:prstGeom prst="rect">
            <a:avLst/>
          </a:prstGeom>
          <a:noFill/>
        </p:spPr>
        <p:txBody>
          <a:bodyPr wrap="square" lIns="0" tIns="0" rIns="0" bIns="0">
            <a:spAutoFit/>
          </a:bodyPr>
          <a:lstStyle/>
          <a:p>
            <a:pPr defTabSz="932563">
              <a:defRPr/>
            </a:pPr>
            <a:r>
              <a:rPr lang="es-ES" sz="1100" b="0" i="0" strike="noStrike" cap="none" baseline="0" dirty="0">
                <a:solidFill>
                  <a:srgbClr val="000000"/>
                </a:solidFill>
                <a:effectLst/>
                <a:latin typeface="Segoe UI"/>
                <a:ea typeface="Segoe UI"/>
                <a:cs typeface="Segoe UI"/>
              </a:rPr>
              <a:t>© Copyright Microsoft </a:t>
            </a:r>
            <a:r>
              <a:rPr lang="es-ES" sz="1100" b="0" i="0" strike="noStrike" cap="none" baseline="0" dirty="0" err="1">
                <a:solidFill>
                  <a:srgbClr val="000000"/>
                </a:solidFill>
                <a:effectLst/>
                <a:latin typeface="Segoe UI"/>
                <a:ea typeface="Segoe UI"/>
                <a:cs typeface="Segoe UI"/>
              </a:rPr>
              <a:t>Corporation</a:t>
            </a:r>
            <a:r>
              <a:rPr lang="es-ES" sz="1100" b="0" i="0" strike="noStrike" cap="none" baseline="0" dirty="0">
                <a:solidFill>
                  <a:srgbClr val="000000"/>
                </a:solidFill>
                <a:effectLst/>
                <a:latin typeface="Segoe UI"/>
                <a:ea typeface="Segoe UI"/>
                <a:cs typeface="Segoe UI"/>
              </a:rPr>
              <a:t>. Todos los derechos reservados.</a:t>
            </a:r>
            <a:endParaRPr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xStyles>
    <p:titleStyle>
      <a:lvl1pPr algn="l" defTabSz="914400" rtl="0">
        <a:lnSpc>
          <a:spcPct val="90000"/>
        </a:lnSpc>
        <a:spcBef>
          <a:spcPct val="0"/>
        </a:spcBef>
        <a:buNone/>
        <a:defRPr sz="3200">
          <a:solidFill>
            <a:schemeClr val="tx1"/>
          </a:solidFill>
          <a:latin typeface="Segoe UI Semibold"/>
          <a:ea typeface="+mj-ea"/>
          <a:cs typeface="Segoe UI Semibold"/>
        </a:defRPr>
      </a:lvl1pPr>
    </p:titleStyle>
    <p:bodyStyle>
      <a:lvl1pPr marL="228600" indent="-228600" algn="l" defTabSz="914400" rtl="0">
        <a:lnSpc>
          <a:spcPct val="100000"/>
        </a:lnSpc>
        <a:spcBef>
          <a:spcPct val="0"/>
        </a:spcBef>
        <a:buFont typeface="Arial"/>
        <a:buChar char="•"/>
        <a:defRPr sz="2800">
          <a:solidFill>
            <a:schemeClr val="tx1"/>
          </a:solidFill>
          <a:latin typeface="Segoe UI"/>
          <a:ea typeface="+mn-ea"/>
          <a:cs typeface="Segoe UI"/>
        </a:defRPr>
      </a:lvl1pPr>
      <a:lvl2pPr marL="574675" indent="-234950" algn="l" defTabSz="914400" rtl="0">
        <a:lnSpc>
          <a:spcPct val="100000"/>
        </a:lnSpc>
        <a:spcBef>
          <a:spcPct val="0"/>
        </a:spcBef>
        <a:buFont typeface="Arial"/>
        <a:buChar char="•"/>
        <a:defRPr sz="2400">
          <a:solidFill>
            <a:schemeClr val="tx1"/>
          </a:solidFill>
          <a:latin typeface="Segoe UI"/>
          <a:ea typeface="+mn-ea"/>
          <a:cs typeface="Segoe UI"/>
        </a:defRPr>
      </a:lvl2pPr>
      <a:lvl3pPr marL="914400" indent="-227013" algn="l" defTabSz="914400" rtl="0">
        <a:lnSpc>
          <a:spcPct val="100000"/>
        </a:lnSpc>
        <a:spcBef>
          <a:spcPct val="0"/>
        </a:spcBef>
        <a:buFont typeface="Arial"/>
        <a:buChar char="•"/>
        <a:defRPr sz="2000">
          <a:solidFill>
            <a:schemeClr val="tx1"/>
          </a:solidFill>
          <a:latin typeface="Segoe UI"/>
          <a:ea typeface="+mn-ea"/>
          <a:cs typeface="Segoe UI"/>
        </a:defRPr>
      </a:lvl3pPr>
      <a:lvl4pPr marL="1141413" indent="-169862" algn="l" defTabSz="914400" rtl="0">
        <a:lnSpc>
          <a:spcPct val="100000"/>
        </a:lnSpc>
        <a:spcBef>
          <a:spcPct val="0"/>
        </a:spcBef>
        <a:buFont typeface="Arial"/>
        <a:buChar char="•"/>
        <a:defRPr sz="1800">
          <a:solidFill>
            <a:schemeClr val="tx1"/>
          </a:solidFill>
          <a:latin typeface="Segoe UI"/>
          <a:ea typeface="+mn-ea"/>
          <a:cs typeface="Segoe UI"/>
        </a:defRPr>
      </a:lvl4pPr>
      <a:lvl5pPr marL="1376363" indent="-179388" algn="l" defTabSz="914400" rtl="0">
        <a:lnSpc>
          <a:spcPct val="100000"/>
        </a:lnSpc>
        <a:spcBef>
          <a:spcPct val="0"/>
        </a:spcBef>
        <a:buFont typeface="Arial"/>
        <a:buChar char="•"/>
        <a:defRPr sz="1800">
          <a:solidFill>
            <a:schemeClr val="tx1"/>
          </a:solidFill>
          <a:latin typeface="Segoe UI"/>
          <a:ea typeface="+mn-ea"/>
          <a:cs typeface="Segoe UI"/>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411776038" name="GRID" hidden="1"/>
          <p:cNvGrpSpPr/>
          <p:nvPr userDrawn="1"/>
        </p:nvGrpSpPr>
        <p:grpSpPr>
          <a:xfrm>
            <a:off x="0" y="0"/>
            <a:ext cx="12192000" cy="6858000"/>
            <a:chOff x="0" y="0"/>
            <a:chExt cx="12192000" cy="6858000"/>
          </a:xfrm>
        </p:grpSpPr>
        <p:cxnSp>
          <p:nvCxnSpPr>
            <p:cNvPr id="7" name="Straight Connector 6"/>
            <p:cNvCxnSpPr/>
            <p:nvPr/>
          </p:nvCxnSpPr>
          <p:spPr bwMode="auto">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bwMode="auto">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bwMode="auto">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auto">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auto">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auto">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auto">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auto">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auto">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auto">
            <a:xfrm flipH="1">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auto">
            <a:xfrm flipH="1">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auto">
            <a:xfrm flipH="1">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auto">
            <a:xfrm flipH="1">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auto">
            <a:xfrm flipH="1">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auto">
            <a:xfrm flipH="1">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auto">
            <a:xfrm flipH="1">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bwMode="auto">
            <a:xfrm flipH="1">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bwMode="auto">
            <a:xfrm flipH="1">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bwMode="auto">
            <a:xfrm flipH="1">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bwMode="auto">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bwMode="auto">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auto">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bwMode="auto">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bwMode="auto">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bwMode="auto">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bwMode="auto">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userDrawn="1"/>
          </p:nvCxnSpPr>
          <p:spPr bwMode="auto">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userDrawn="1"/>
          </p:nvCxnSpPr>
          <p:spPr bwMode="auto">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userDrawn="1"/>
          </p:nvCxnSpPr>
          <p:spPr bwMode="auto">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userDrawn="1"/>
          </p:nvCxnSpPr>
          <p:spPr bwMode="auto">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userDrawn="1"/>
          </p:nvCxnSpPr>
          <p:spPr bwMode="auto">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userDrawn="1"/>
          </p:nvCxnSpPr>
          <p:spPr bwMode="auto">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userDrawn="1"/>
          </p:nvCxnSpPr>
          <p:spPr bwMode="auto">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userDrawn="1"/>
          </p:nvCxnSpPr>
          <p:spPr bwMode="auto">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1587181352" name="Title Placeholder 1"/>
          <p:cNvSpPr>
            <a:spLocks noGrp="1"/>
          </p:cNvSpPr>
          <p:nvPr userDrawn="1">
            <p:ph type="title"/>
          </p:nvPr>
        </p:nvSpPr>
        <p:spPr bwMode="auto">
          <a:xfrm>
            <a:off x="588263" y="585216"/>
            <a:ext cx="10430257" cy="307777"/>
          </a:xfrm>
          <a:prstGeom prst="rect">
            <a:avLst/>
          </a:prstGeom>
        </p:spPr>
        <p:txBody>
          <a:bodyPr vert="horz" wrap="square" lIns="0" tIns="0" rIns="0" bIns="0" rtlCol="0" anchor="t">
            <a:spAutoFit/>
          </a:bodyPr>
          <a:lstStyle/>
          <a:p>
            <a:pPr>
              <a:defRPr/>
            </a:pPr>
            <a:r>
              <a:rPr lang="en-US"/>
              <a:t>Click to edit Master title style</a:t>
            </a:r>
            <a:endParaRPr/>
          </a:p>
        </p:txBody>
      </p:sp>
      <p:sp>
        <p:nvSpPr>
          <p:cNvPr id="2057213056" name="Text Placeholder 3"/>
          <p:cNvSpPr>
            <a:spLocks noGrp="1"/>
          </p:cNvSpPr>
          <p:nvPr>
            <p:ph type="body" idx="1"/>
          </p:nvPr>
        </p:nvSpPr>
        <p:spPr bwMode="auto">
          <a:xfrm>
            <a:off x="584200" y="1591056"/>
            <a:ext cx="10426700" cy="726353"/>
          </a:xfrm>
          <a:prstGeom prst="rect">
            <a:avLst/>
          </a:prstGeom>
        </p:spPr>
        <p:txBody>
          <a:bodyPr vert="horz" wrap="square" lIns="0" tIns="0" rIns="0" bIns="0" rtlCol="0">
            <a:spAutoFit/>
          </a:body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071709045"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Lst>
  <p:transition/>
  <p:hf sldNum="0" hdr="0" dt="0"/>
  <p:txStyles>
    <p:titleStyle>
      <a:lvl1pPr algn="l" defTabSz="932742" rtl="0">
        <a:lnSpc>
          <a:spcPct val="100000"/>
        </a:lnSpc>
        <a:spcBef>
          <a:spcPct val="0"/>
        </a:spcBef>
        <a:buNone/>
        <a:defRPr lang="en-US" sz="2000" b="0" cap="none" spc="0">
          <a:ln w="3175">
            <a:noFill/>
          </a:ln>
          <a:solidFill>
            <a:schemeClr val="tx1"/>
          </a:solidFill>
          <a:latin typeface="+mj-lt"/>
          <a:ea typeface="+mn-ea"/>
          <a:cs typeface="Segoe UI"/>
        </a:defRPr>
      </a:lvl1pPr>
    </p:titleStyle>
    <p:bodyStyle>
      <a:lvl1pPr marL="137160" marR="0" indent="-137160" algn="l" defTabSz="932742" rtl="0">
        <a:lnSpc>
          <a:spcPct val="100000"/>
        </a:lnSpc>
        <a:spcBef>
          <a:spcPct val="0"/>
        </a:spcBef>
        <a:spcAft>
          <a:spcPct val="0"/>
        </a:spcAft>
        <a:buClrTx/>
        <a:buSzPct val="90000"/>
        <a:buFont typeface="Arial"/>
        <a:buChar char="•"/>
        <a:defRPr sz="1600" spc="0">
          <a:solidFill>
            <a:schemeClr val="tx1"/>
          </a:solidFill>
          <a:latin typeface="+mn-lt"/>
          <a:ea typeface="+mn-ea"/>
          <a:cs typeface="Segoe UI"/>
        </a:defRPr>
      </a:lvl1pPr>
      <a:lvl2pPr marL="265176" marR="0" indent="-109728" algn="l" defTabSz="932742" rtl="0">
        <a:lnSpc>
          <a:spcPct val="100000"/>
        </a:lnSpc>
        <a:spcBef>
          <a:spcPct val="0"/>
        </a:spcBef>
        <a:spcAft>
          <a:spcPct val="0"/>
        </a:spcAft>
        <a:buClrTx/>
        <a:buSzPct val="90000"/>
        <a:buFont typeface="Arial"/>
        <a:buChar char="•"/>
        <a:defRPr sz="1400" spc="0">
          <a:solidFill>
            <a:schemeClr val="tx1"/>
          </a:solidFill>
          <a:latin typeface="+mn-lt"/>
          <a:ea typeface="+mn-ea"/>
          <a:cs typeface="+mn-cs"/>
        </a:defRPr>
      </a:lvl2pPr>
      <a:lvl3pPr marL="384048" marR="0" indent="-118872" algn="l" defTabSz="932742" rtl="0">
        <a:lnSpc>
          <a:spcPct val="100000"/>
        </a:lnSpc>
        <a:spcBef>
          <a:spcPct val="0"/>
        </a:spcBef>
        <a:spcAft>
          <a:spcPct val="0"/>
        </a:spcAft>
        <a:buClrTx/>
        <a:buSzPct val="90000"/>
        <a:buFont typeface="Arial"/>
        <a:buChar char="•"/>
        <a:defRPr sz="1200" spc="0">
          <a:solidFill>
            <a:schemeClr val="tx1"/>
          </a:solidFill>
          <a:latin typeface="+mn-lt"/>
          <a:ea typeface="+mn-ea"/>
          <a:cs typeface="+mn-cs"/>
        </a:defRPr>
      </a:lvl3pPr>
      <a:lvl4pPr marL="842963" marR="0" indent="-180975" algn="l" defTabSz="932742" rtl="0">
        <a:lnSpc>
          <a:spcPct val="100000"/>
        </a:lnSpc>
        <a:spcBef>
          <a:spcPct val="0"/>
        </a:spcBef>
        <a:spcAft>
          <a:spcPct val="0"/>
        </a:spcAft>
        <a:buClrTx/>
        <a:buSzPct val="90000"/>
        <a:buFont typeface="Wingdings"/>
        <a:buChar char=""/>
        <a:defRPr sz="1000" spc="0">
          <a:gradFill>
            <a:gsLst>
              <a:gs pos="1250">
                <a:schemeClr val="tx1"/>
              </a:gs>
              <a:gs pos="100000">
                <a:schemeClr val="tx1"/>
              </a:gs>
            </a:gsLst>
            <a:lin ang="5400000" scaled="0"/>
          </a:gradFill>
          <a:latin typeface="+mn-lt"/>
          <a:ea typeface="+mn-ea"/>
          <a:cs typeface="+mn-cs"/>
        </a:defRPr>
      </a:lvl4pPr>
      <a:lvl5pPr marL="1023938" marR="0" indent="-168275" algn="l" defTabSz="932742" rtl="0">
        <a:lnSpc>
          <a:spcPct val="100000"/>
        </a:lnSpc>
        <a:spcBef>
          <a:spcPct val="0"/>
        </a:spcBef>
        <a:spcAft>
          <a:spcPct val="0"/>
        </a:spcAft>
        <a:buClrTx/>
        <a:buSzPct val="90000"/>
        <a:buFont typeface="Wingdings"/>
        <a:buChar char=""/>
        <a:defRPr sz="800" spc="0">
          <a:gradFill>
            <a:gsLst>
              <a:gs pos="1250">
                <a:schemeClr val="tx1"/>
              </a:gs>
              <a:gs pos="100000">
                <a:schemeClr val="tx1"/>
              </a:gs>
            </a:gsLst>
            <a:lin ang="5400000" scaled="0"/>
          </a:gradFill>
          <a:latin typeface="+mn-lt"/>
          <a:ea typeface="+mn-ea"/>
          <a:cs typeface="+mn-cs"/>
        </a:defRPr>
      </a:lvl5pPr>
      <a:lvl6pPr marL="2565040" indent="-233186" algn="l" defTabSz="932742" rtl="0">
        <a:spcBef>
          <a:spcPct val="0"/>
        </a:spcBef>
        <a:buFont typeface="Arial"/>
        <a:buChar char="•"/>
        <a:defRPr sz="2000">
          <a:solidFill>
            <a:schemeClr val="tx1"/>
          </a:solidFill>
          <a:latin typeface="+mn-lt"/>
          <a:ea typeface="+mn-ea"/>
          <a:cs typeface="+mn-cs"/>
        </a:defRPr>
      </a:lvl6pPr>
      <a:lvl7pPr marL="3031412" indent="-233186" algn="l" defTabSz="932742" rtl="0">
        <a:spcBef>
          <a:spcPct val="0"/>
        </a:spcBef>
        <a:buFont typeface="Arial"/>
        <a:buChar char="•"/>
        <a:defRPr sz="2000">
          <a:solidFill>
            <a:schemeClr val="tx1"/>
          </a:solidFill>
          <a:latin typeface="+mn-lt"/>
          <a:ea typeface="+mn-ea"/>
          <a:cs typeface="+mn-cs"/>
        </a:defRPr>
      </a:lvl7pPr>
      <a:lvl8pPr marL="3497783" indent="-233186" algn="l" defTabSz="932742" rtl="0">
        <a:spcBef>
          <a:spcPct val="0"/>
        </a:spcBef>
        <a:buFont typeface="Arial"/>
        <a:buChar char="•"/>
        <a:defRPr sz="2000">
          <a:solidFill>
            <a:schemeClr val="tx1"/>
          </a:solidFill>
          <a:latin typeface="+mn-lt"/>
          <a:ea typeface="+mn-ea"/>
          <a:cs typeface="+mn-cs"/>
        </a:defRPr>
      </a:lvl8pPr>
      <a:lvl9pPr marL="3964155" indent="-233186" algn="l" defTabSz="932742" rtl="0">
        <a:spcBef>
          <a:spcPct val="0"/>
        </a:spcBef>
        <a:buFont typeface="Arial"/>
        <a:buChar char="•"/>
        <a:defRPr sz="2000">
          <a:solidFill>
            <a:schemeClr val="tx1"/>
          </a:solidFill>
          <a:latin typeface="+mn-lt"/>
          <a:ea typeface="+mn-ea"/>
          <a:cs typeface="+mn-cs"/>
        </a:defRPr>
      </a:lvl9pPr>
    </p:bodyStyle>
    <p:otherStyle>
      <a:defPPr>
        <a:defRPr lang="en-US"/>
      </a:defPPr>
      <a:lvl1pPr marL="0" algn="l" defTabSz="932742" rtl="0">
        <a:defRPr sz="1800">
          <a:solidFill>
            <a:schemeClr val="tx1"/>
          </a:solidFill>
          <a:latin typeface="+mn-lt"/>
          <a:ea typeface="+mn-ea"/>
          <a:cs typeface="+mn-cs"/>
        </a:defRPr>
      </a:lvl1pPr>
      <a:lvl2pPr marL="466371" algn="l" defTabSz="932742" rtl="0">
        <a:defRPr sz="1800">
          <a:solidFill>
            <a:schemeClr val="tx1"/>
          </a:solidFill>
          <a:latin typeface="+mn-lt"/>
          <a:ea typeface="+mn-ea"/>
          <a:cs typeface="+mn-cs"/>
        </a:defRPr>
      </a:lvl2pPr>
      <a:lvl3pPr marL="932742" algn="l" defTabSz="932742" rtl="0">
        <a:defRPr sz="1800">
          <a:solidFill>
            <a:schemeClr val="tx1"/>
          </a:solidFill>
          <a:latin typeface="+mn-lt"/>
          <a:ea typeface="+mn-ea"/>
          <a:cs typeface="+mn-cs"/>
        </a:defRPr>
      </a:lvl3pPr>
      <a:lvl4pPr marL="1399113" algn="l" defTabSz="932742" rtl="0">
        <a:defRPr sz="1800">
          <a:solidFill>
            <a:schemeClr val="tx1"/>
          </a:solidFill>
          <a:latin typeface="+mn-lt"/>
          <a:ea typeface="+mn-ea"/>
          <a:cs typeface="+mn-cs"/>
        </a:defRPr>
      </a:lvl4pPr>
      <a:lvl5pPr marL="1865484" algn="l" defTabSz="932742" rtl="0">
        <a:defRPr sz="1800">
          <a:solidFill>
            <a:schemeClr val="tx1"/>
          </a:solidFill>
          <a:latin typeface="+mn-lt"/>
          <a:ea typeface="+mn-ea"/>
          <a:cs typeface="+mn-cs"/>
        </a:defRPr>
      </a:lvl5pPr>
      <a:lvl6pPr marL="2331856" algn="l" defTabSz="932742" rtl="0">
        <a:defRPr sz="1800">
          <a:solidFill>
            <a:schemeClr val="tx1"/>
          </a:solidFill>
          <a:latin typeface="+mn-lt"/>
          <a:ea typeface="+mn-ea"/>
          <a:cs typeface="+mn-cs"/>
        </a:defRPr>
      </a:lvl6pPr>
      <a:lvl7pPr marL="2798226" algn="l" defTabSz="932742" rtl="0">
        <a:defRPr sz="1800">
          <a:solidFill>
            <a:schemeClr val="tx1"/>
          </a:solidFill>
          <a:latin typeface="+mn-lt"/>
          <a:ea typeface="+mn-ea"/>
          <a:cs typeface="+mn-cs"/>
        </a:defRPr>
      </a:lvl7pPr>
      <a:lvl8pPr marL="3264597" algn="l" defTabSz="932742" rtl="0">
        <a:defRPr sz="1800">
          <a:solidFill>
            <a:schemeClr val="tx1"/>
          </a:solidFill>
          <a:latin typeface="+mn-lt"/>
          <a:ea typeface="+mn-ea"/>
          <a:cs typeface="+mn-cs"/>
        </a:defRPr>
      </a:lvl8pPr>
      <a:lvl9pPr marL="3730969" algn="l" defTabSz="932742" rtl="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0.xml"/><Relationship Id="rId1" Type="http://schemas.openxmlformats.org/officeDocument/2006/relationships/slideLayout" Target="../slideLayouts/slideLayout42.xml"/><Relationship Id="rId4" Type="http://schemas.openxmlformats.org/officeDocument/2006/relationships/hyperlink" Target="https://go.microsoft.com/fwlink/?linkid=2350700" TargetMode="Externa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1.xml"/><Relationship Id="rId1" Type="http://schemas.openxmlformats.org/officeDocument/2006/relationships/slideLayout" Target="../slideLayouts/slideLayout42.xml"/><Relationship Id="rId4" Type="http://schemas.openxmlformats.org/officeDocument/2006/relationships/hyperlink" Target="https://go.microsoft.com/fwlink/?linkid=2350601" TargetMode="Externa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3.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33.xml"/><Relationship Id="rId1" Type="http://schemas.openxmlformats.org/officeDocument/2006/relationships/slideLayout" Target="../slideLayouts/slideLayout42.xml"/><Relationship Id="rId4" Type="http://schemas.openxmlformats.org/officeDocument/2006/relationships/hyperlink" Target="https://go.microsoft.com/fwlink/?linkid=2350800" TargetMode="Externa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35.xml"/><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8.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50215101" name="Title 6"/>
          <p:cNvSpPr>
            <a:spLocks noGrp="1"/>
          </p:cNvSpPr>
          <p:nvPr>
            <p:ph type="title"/>
          </p:nvPr>
        </p:nvSpPr>
        <p:spPr bwMode="auto">
          <a:xfrm>
            <a:off x="569911" y="2070225"/>
            <a:ext cx="5000309" cy="2590959"/>
          </a:xfrm>
        </p:spPr>
        <p:txBody>
          <a:bodyPr/>
          <a:lstStyle/>
          <a:p>
            <a:pPr>
              <a:defRPr/>
            </a:pPr>
            <a:r>
              <a:rPr lang="es-ES" sz="2800" b="0" i="0" strike="noStrike" cap="none" baseline="0" dirty="0">
                <a:solidFill>
                  <a:srgbClr val="000000"/>
                </a:solidFill>
                <a:effectLst/>
                <a:latin typeface="Segoe UI"/>
                <a:ea typeface="Segoe UI"/>
                <a:cs typeface="Segoe UI"/>
              </a:rPr>
              <a:t>AI-200T00A</a:t>
            </a:r>
            <a:br>
              <a:rPr sz="4000" dirty="0"/>
            </a:br>
            <a:r>
              <a:rPr lang="es-ES" sz="4000" b="0" i="0" strike="noStrike" cap="none" baseline="0" dirty="0">
                <a:solidFill>
                  <a:srgbClr val="000000"/>
                </a:solidFill>
                <a:effectLst/>
                <a:latin typeface="Segoe UI"/>
                <a:ea typeface="Segoe UI"/>
                <a:cs typeface="Segoe UI"/>
              </a:rPr>
              <a:t>Desarrollo de soluciones de IA con Azure Cosmos DB </a:t>
            </a:r>
            <a:r>
              <a:rPr lang="es-ES" sz="4000" b="0" i="0" strike="noStrike" cap="none" baseline="0" dirty="0" err="1">
                <a:solidFill>
                  <a:srgbClr val="000000"/>
                </a:solidFill>
                <a:effectLst/>
                <a:latin typeface="Segoe UI"/>
                <a:ea typeface="Segoe UI"/>
                <a:cs typeface="Segoe UI"/>
              </a:rPr>
              <a:t>for</a:t>
            </a:r>
            <a:r>
              <a:rPr lang="es-ES" sz="4000" b="0" i="0" strike="noStrike" cap="none" baseline="0" dirty="0">
                <a:solidFill>
                  <a:srgbClr val="000000"/>
                </a:solidFill>
                <a:effectLst/>
                <a:latin typeface="Segoe UI"/>
                <a:ea typeface="Segoe UI"/>
                <a:cs typeface="Segoe UI"/>
              </a:rPr>
              <a:t> NoSQL</a:t>
            </a:r>
            <a:endParaRPr lang="en-US" dirty="0"/>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47227721" name="Title 3"/>
          <p:cNvSpPr>
            <a:spLocks noGrp="1"/>
          </p:cNvSpPr>
          <p:nvPr>
            <p:ph type="title"/>
          </p:nvPr>
        </p:nvSpPr>
        <p:spPr bwMode="auto"/>
        <p:txBody>
          <a:bodyPr/>
          <a:lstStyle/>
          <a:p>
            <a:pPr>
              <a:defRPr/>
            </a:pPr>
            <a:r>
              <a:rPr lang="es-ES" sz="3200" b="0" i="0" strike="noStrike" cap="none" baseline="0">
                <a:solidFill>
                  <a:srgbClr val="000000"/>
                </a:solidFill>
                <a:effectLst/>
                <a:latin typeface="Segoe UI Semibold"/>
                <a:ea typeface="Segoe UI Semibold"/>
                <a:cs typeface="Segoe UI Semibold"/>
              </a:rPr>
              <a:t>Agenda</a:t>
            </a:r>
            <a:endParaRPr/>
          </a:p>
        </p:txBody>
      </p:sp>
      <p:sp>
        <p:nvSpPr>
          <p:cNvPr id="490084494" name="Content Placeholder 4"/>
          <p:cNvSpPr>
            <a:spLocks noGrp="1"/>
          </p:cNvSpPr>
          <p:nvPr>
            <p:ph sz="quarter" idx="10"/>
          </p:nvPr>
        </p:nvSpPr>
        <p:spPr bwMode="auto"/>
        <p:txBody>
          <a:bodyPr/>
          <a:lstStyle/>
          <a:p>
            <a:pPr>
              <a:spcAft>
                <a:spcPts val="600"/>
              </a:spcAft>
              <a:defRPr/>
            </a:pPr>
            <a:r>
              <a:rPr lang="es-ES" sz="2800" b="0" i="0" strike="noStrike" cap="none" baseline="0">
                <a:solidFill>
                  <a:srgbClr val="000000"/>
                </a:solidFill>
                <a:effectLst/>
                <a:latin typeface="Segoe UI"/>
                <a:ea typeface="Segoe UI"/>
                <a:cs typeface="Segoe UI"/>
              </a:rPr>
              <a:t>Creación de consultas para Azure Cosmos DB for NoSQL</a:t>
            </a:r>
            <a:endParaRPr/>
          </a:p>
          <a:p>
            <a:pPr>
              <a:spcAft>
                <a:spcPts val="600"/>
              </a:spcAft>
              <a:defRPr/>
            </a:pPr>
            <a:r>
              <a:rPr lang="es-ES" sz="2800" b="0" i="0" strike="noStrike" cap="none" baseline="0">
                <a:solidFill>
                  <a:srgbClr val="000000"/>
                </a:solidFill>
                <a:effectLst/>
                <a:latin typeface="Segoe UI"/>
                <a:ea typeface="Segoe UI"/>
                <a:cs typeface="Segoe UI"/>
              </a:rPr>
              <a:t>Implementación del vector de búsqueda con Azure Cosmos DB for NoSQL</a:t>
            </a:r>
            <a:endParaRPr/>
          </a:p>
          <a:p>
            <a:pPr>
              <a:spcAft>
                <a:spcPts val="600"/>
              </a:spcAft>
              <a:defRPr/>
            </a:pPr>
            <a:r>
              <a:rPr lang="es-ES" sz="2800" b="0" i="0" strike="noStrike" cap="none" baseline="0">
                <a:solidFill>
                  <a:srgbClr val="000000"/>
                </a:solidFill>
                <a:effectLst/>
                <a:latin typeface="Segoe UI"/>
                <a:ea typeface="Segoe UI"/>
                <a:cs typeface="Segoe UI"/>
              </a:rPr>
              <a:t>Optimización del rendimiento de las consultas para Azure Cosmos DB for NoSQL</a:t>
            </a:r>
            <a:endParaRPr lang="en-US"/>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74257658" name="Title 3"/>
          <p:cNvSpPr>
            <a:spLocks noGrp="1"/>
          </p:cNvSpPr>
          <p:nvPr>
            <p:ph type="title"/>
          </p:nvPr>
        </p:nvSpPr>
        <p:spPr bwMode="auto">
          <a:xfrm>
            <a:off x="581339" y="1818790"/>
            <a:ext cx="6473553" cy="2262083"/>
          </a:xfrm>
        </p:spPr>
        <p:txBody>
          <a:bodyPr/>
          <a:lstStyle/>
          <a:p>
            <a:pPr marL="0" lvl="0" indent="0">
              <a:buNone/>
              <a:defRPr/>
            </a:pPr>
            <a:r>
              <a:rPr lang="es-ES" sz="4100" b="0" i="0" strike="noStrike" cap="none" baseline="0">
                <a:solidFill>
                  <a:srgbClr val="000000"/>
                </a:solidFill>
                <a:effectLst/>
                <a:latin typeface="Segoe UI"/>
                <a:ea typeface="Segoe UI"/>
                <a:cs typeface="Segoe UI"/>
              </a:rPr>
              <a:t>Módulo 1: Creación de consultas para Azure Cosmos DB for NoSQL</a:t>
            </a:r>
            <a:endParaRPr sz="4100"/>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83568567" name="Title 4"/>
          <p:cNvSpPr>
            <a:spLocks noGrp="1"/>
          </p:cNvSpPr>
          <p:nvPr>
            <p:ph type="title"/>
          </p:nvPr>
        </p:nvSpPr>
        <p:spPr bwMode="auto"/>
        <p:txBody>
          <a:bodyPr/>
          <a:lstStyle/>
          <a:p>
            <a:pPr>
              <a:defRPr/>
            </a:pPr>
            <a:r>
              <a:rPr lang="es-ES" sz="3200" b="0" i="0" strike="noStrike" cap="none" baseline="0">
                <a:solidFill>
                  <a:srgbClr val="000000"/>
                </a:solidFill>
                <a:effectLst/>
                <a:latin typeface="Segoe UI Semibold"/>
                <a:ea typeface="Segoe UI Semibold"/>
                <a:cs typeface="Segoe UI Semibold"/>
              </a:rPr>
              <a:t>Objetivos de aprendizaje</a:t>
            </a:r>
            <a:endParaRPr/>
          </a:p>
        </p:txBody>
      </p:sp>
      <p:sp>
        <p:nvSpPr>
          <p:cNvPr id="1978653852" name="Content Placeholder 3"/>
          <p:cNvSpPr>
            <a:spLocks noGrp="1"/>
          </p:cNvSpPr>
          <p:nvPr>
            <p:ph sz="quarter" idx="10"/>
          </p:nvPr>
        </p:nvSpPr>
        <p:spPr bwMode="auto">
          <a:xfrm>
            <a:off x="457200" y="1235075"/>
            <a:ext cx="10431284" cy="4816475"/>
          </a:xfrm>
        </p:spPr>
        <p:txBody>
          <a:bodyPr vert="horz" lIns="0" tIns="0" rIns="0" bIns="0" rtlCol="0" anchor="t">
            <a:normAutofit/>
          </a:bodyPr>
          <a:lstStyle/>
          <a:p>
            <a:pPr defTabSz="932742">
              <a:spcAft>
                <a:spcPts val="400"/>
              </a:spcAft>
              <a:defRPr/>
            </a:pPr>
            <a:r>
              <a:rPr lang="es-ES" sz="2400" b="0" i="0" strike="noStrike" cap="none" baseline="0">
                <a:solidFill>
                  <a:srgbClr val="000000"/>
                </a:solidFill>
                <a:effectLst/>
                <a:latin typeface="Segoe UI"/>
                <a:ea typeface="Segoe UI"/>
                <a:cs typeface="Segoe UI"/>
              </a:rPr>
              <a:t>Explicar el modelo de recursos de Azure Cosmos DB for NoSQL y cómo se relacionan las bases de datos, los contenedores y los elementos entre sí.</a:t>
            </a:r>
            <a:endParaRPr/>
          </a:p>
          <a:p>
            <a:pPr defTabSz="932742">
              <a:spcAft>
                <a:spcPts val="400"/>
              </a:spcAft>
              <a:defRPr/>
            </a:pPr>
            <a:r>
              <a:rPr lang="es-ES" sz="2400" b="0" i="0" strike="noStrike" cap="none" baseline="0">
                <a:solidFill>
                  <a:srgbClr val="000000"/>
                </a:solidFill>
                <a:effectLst/>
                <a:latin typeface="Segoe UI"/>
                <a:ea typeface="Segoe UI"/>
                <a:cs typeface="Segoe UI"/>
              </a:rPr>
              <a:t>Implementar operaciones del SDK para conectarse a Azure Cosmos DB y realizar operaciones CRUD en elementos.</a:t>
            </a:r>
            <a:endParaRPr/>
          </a:p>
          <a:p>
            <a:pPr defTabSz="932742">
              <a:spcAft>
                <a:spcPts val="400"/>
              </a:spcAft>
              <a:defRPr/>
            </a:pPr>
            <a:r>
              <a:rPr lang="es-ES" sz="2400" b="0" i="0" strike="noStrike" cap="none" baseline="0">
                <a:solidFill>
                  <a:srgbClr val="000000"/>
                </a:solidFill>
                <a:effectLst/>
                <a:latin typeface="Segoe UI"/>
                <a:ea typeface="Segoe UI"/>
                <a:cs typeface="Segoe UI"/>
              </a:rPr>
              <a:t>Seleccionar entre lecturas de puntos y consultas en función de los requisitos de rendimiento y de los patrones de acceso.</a:t>
            </a:r>
            <a:endParaRPr/>
          </a:p>
          <a:p>
            <a:pPr defTabSz="932742">
              <a:spcAft>
                <a:spcPts val="400"/>
              </a:spcAft>
              <a:defRPr/>
            </a:pPr>
            <a:r>
              <a:rPr lang="es-ES" sz="2400" b="0" i="0" strike="noStrike" cap="none" baseline="0">
                <a:solidFill>
                  <a:srgbClr val="000000"/>
                </a:solidFill>
                <a:effectLst/>
                <a:latin typeface="Segoe UI"/>
                <a:ea typeface="Segoe UI"/>
                <a:cs typeface="Segoe UI"/>
              </a:rPr>
              <a:t>Crear consultas mediante la sintaxis SQL para filtrar, proyectar y recuperar datos de contenedores.</a:t>
            </a:r>
            <a:endParaRPr sz="2400">
              <a:latin typeface="+mn-lt"/>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75407339" name="Title 2"/>
          <p:cNvSpPr>
            <a:spLocks noGrp="1"/>
          </p:cNvSpPr>
          <p:nvPr>
            <p:ph type="title"/>
          </p:nvPr>
        </p:nvSpPr>
        <p:spPr bwMode="auto"/>
        <p:txBody>
          <a:bodyPr/>
          <a:lstStyle/>
          <a:p>
            <a:pPr>
              <a:defRPr/>
            </a:pPr>
            <a:r>
              <a:rPr lang="es-ES" sz="3200" b="0" i="0" strike="noStrike" cap="none" baseline="0">
                <a:solidFill>
                  <a:srgbClr val="000000"/>
                </a:solidFill>
                <a:effectLst/>
                <a:latin typeface="Segoe UI Semibold"/>
                <a:ea typeface="Segoe UI Semibold"/>
                <a:cs typeface="Segoe UI Semibold"/>
              </a:rPr>
              <a:t>Introducción</a:t>
            </a:r>
            <a:endParaRPr/>
          </a:p>
        </p:txBody>
      </p:sp>
      <p:sp>
        <p:nvSpPr>
          <p:cNvPr id="1586557935" name="Content Placeholder 3"/>
          <p:cNvSpPr>
            <a:spLocks noGrp="1"/>
          </p:cNvSpPr>
          <p:nvPr>
            <p:ph sz="quarter" idx="10"/>
          </p:nvPr>
        </p:nvSpPr>
        <p:spPr bwMode="auto">
          <a:xfrm>
            <a:off x="457200" y="1235075"/>
            <a:ext cx="10835640" cy="4816475"/>
          </a:xfrm>
        </p:spPr>
        <p:txBody>
          <a:bodyPr vert="horz" lIns="0" tIns="0" rIns="0" bIns="0" rtlCol="0" anchor="t">
            <a:normAutofit/>
          </a:bodyPr>
          <a:lstStyle/>
          <a:p>
            <a:pPr defTabSz="932742">
              <a:spcAft>
                <a:spcPts val="400"/>
              </a:spcAft>
              <a:buFont typeface="Arial"/>
              <a:buChar char="•"/>
              <a:defRPr/>
            </a:pPr>
            <a:r>
              <a:rPr lang="es-ES" sz="2400" b="0" i="0" strike="noStrike" cap="none" baseline="0" dirty="0">
                <a:solidFill>
                  <a:srgbClr val="000000"/>
                </a:solidFill>
                <a:effectLst/>
                <a:latin typeface="Segoe UI"/>
                <a:ea typeface="Segoe UI"/>
                <a:cs typeface="Segoe UI"/>
              </a:rPr>
              <a:t>Servicio de base de datos </a:t>
            </a:r>
            <a:r>
              <a:rPr lang="es-ES" sz="2400" b="0" i="0" strike="noStrike" cap="none" baseline="0" dirty="0" err="1">
                <a:solidFill>
                  <a:srgbClr val="000000"/>
                </a:solidFill>
                <a:effectLst/>
                <a:latin typeface="Segoe UI"/>
                <a:ea typeface="Segoe UI"/>
                <a:cs typeface="Segoe UI"/>
              </a:rPr>
              <a:t>multimodelo</a:t>
            </a:r>
            <a:r>
              <a:rPr lang="es-ES" sz="2400" b="0" i="0" strike="noStrike" cap="none" baseline="0" dirty="0">
                <a:solidFill>
                  <a:srgbClr val="000000"/>
                </a:solidFill>
                <a:effectLst/>
                <a:latin typeface="Segoe UI"/>
                <a:ea typeface="Segoe UI"/>
                <a:cs typeface="Segoe UI"/>
              </a:rPr>
              <a:t> distribuido globalmente con baja latencia garantizada</a:t>
            </a:r>
            <a:endParaRPr lang="en-US" dirty="0"/>
          </a:p>
          <a:p>
            <a:pPr defTabSz="932742">
              <a:spcAft>
                <a:spcPts val="400"/>
              </a:spcAft>
              <a:buFont typeface="Arial"/>
              <a:buChar char="•"/>
              <a:defRPr/>
            </a:pPr>
            <a:r>
              <a:rPr lang="es-ES" sz="2400" b="0" i="0" strike="noStrike" cap="none" baseline="0" dirty="0">
                <a:solidFill>
                  <a:srgbClr val="000000"/>
                </a:solidFill>
                <a:effectLst/>
                <a:latin typeface="Segoe UI"/>
                <a:ea typeface="Segoe UI"/>
                <a:cs typeface="Segoe UI"/>
              </a:rPr>
              <a:t>NoSQL API admite el almacenamiento de documentos JSON flexible sin esquema fijo</a:t>
            </a:r>
            <a:endParaRPr dirty="0"/>
          </a:p>
          <a:p>
            <a:pPr defTabSz="932742">
              <a:spcAft>
                <a:spcPts val="400"/>
              </a:spcAft>
              <a:buFont typeface="Arial"/>
              <a:buChar char="•"/>
              <a:defRPr/>
            </a:pPr>
            <a:r>
              <a:rPr lang="es-ES" sz="2400" b="0" i="0" strike="noStrike" cap="none" baseline="0" dirty="0">
                <a:solidFill>
                  <a:srgbClr val="000000"/>
                </a:solidFill>
                <a:effectLst/>
                <a:latin typeface="Segoe UI"/>
                <a:ea typeface="Segoe UI"/>
                <a:cs typeface="Segoe UI"/>
              </a:rPr>
              <a:t>Indexación automática en todas las propiedades de manera predeterminada</a:t>
            </a:r>
            <a:endParaRPr dirty="0"/>
          </a:p>
          <a:p>
            <a:pPr defTabSz="932742">
              <a:spcAft>
                <a:spcPts val="400"/>
              </a:spcAft>
              <a:buFont typeface="Arial"/>
              <a:buChar char="•"/>
              <a:defRPr/>
            </a:pPr>
            <a:r>
              <a:rPr lang="es-ES" sz="2400" b="0" i="0" strike="noStrike" cap="none" baseline="0" dirty="0">
                <a:solidFill>
                  <a:srgbClr val="000000"/>
                </a:solidFill>
                <a:effectLst/>
                <a:latin typeface="Segoe UI"/>
                <a:ea typeface="Segoe UI"/>
                <a:cs typeface="Segoe UI"/>
              </a:rPr>
              <a:t>Rendimiento medido en unidades de solicitud (RU) con opciones de escalabilidad automática o manual</a:t>
            </a:r>
            <a:endParaRPr dirty="0"/>
          </a:p>
          <a:p>
            <a:pPr defTabSz="932742">
              <a:spcAft>
                <a:spcPts val="400"/>
              </a:spcAft>
              <a:buFont typeface="Arial"/>
              <a:buChar char="•"/>
              <a:defRPr/>
            </a:pPr>
            <a:r>
              <a:rPr lang="es-ES" sz="2400" b="0" i="0" strike="noStrike" cap="none" baseline="0" dirty="0">
                <a:solidFill>
                  <a:srgbClr val="000000"/>
                </a:solidFill>
                <a:effectLst/>
                <a:latin typeface="Segoe UI"/>
                <a:ea typeface="Segoe UI"/>
                <a:cs typeface="Segoe UI"/>
              </a:rPr>
              <a:t>Varios niveles de coherencia de fuerte a eventual</a:t>
            </a:r>
            <a:endParaRPr dirty="0"/>
          </a:p>
          <a:p>
            <a:pPr defTabSz="932742">
              <a:spcAft>
                <a:spcPts val="400"/>
              </a:spcAft>
              <a:buFont typeface="Arial"/>
              <a:buChar char="•"/>
              <a:defRPr/>
            </a:pPr>
            <a:r>
              <a:rPr lang="es-ES" sz="2400" b="0" i="0" strike="noStrike" cap="none" baseline="0" dirty="0">
                <a:solidFill>
                  <a:srgbClr val="000000"/>
                </a:solidFill>
                <a:effectLst/>
                <a:latin typeface="Segoe UI"/>
                <a:ea typeface="Segoe UI"/>
                <a:cs typeface="Segoe UI"/>
              </a:rPr>
              <a:t>Admisión del SDK nativo para Python, .NET, Java y JavaScript</a:t>
            </a:r>
            <a:endParaRPr sz="2400" dirty="0">
              <a:latin typeface="+mn-lt"/>
            </a:endParaRPr>
          </a:p>
          <a:p>
            <a:pPr>
              <a:spcAft>
                <a:spcPts val="200"/>
              </a:spcAft>
              <a:defRPr/>
            </a:pPr>
            <a:endParaRPr lang="en-US" sz="2400" dirty="0"/>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6114679" name="Title 1"/>
          <p:cNvSpPr>
            <a:spLocks noGrp="1"/>
          </p:cNvSpPr>
          <p:nvPr>
            <p:ph type="title"/>
          </p:nvPr>
        </p:nvSpPr>
        <p:spPr bwMode="auto"/>
        <p:txBody>
          <a:bodyPr/>
          <a:lstStyle/>
          <a:p>
            <a:pPr>
              <a:defRPr/>
            </a:pPr>
            <a:r>
              <a:rPr lang="es-ES" sz="3200" b="0" i="0" strike="noStrike" cap="none" baseline="0">
                <a:solidFill>
                  <a:srgbClr val="000000"/>
                </a:solidFill>
                <a:effectLst/>
                <a:latin typeface="Segoe UI Semibold"/>
                <a:ea typeface="Segoe UI Semibold"/>
                <a:cs typeface="Segoe UI Semibold"/>
              </a:rPr>
              <a:t>Exploración de Azure Cosmos DB for NoSQL</a:t>
            </a:r>
            <a:endParaRPr/>
          </a:p>
        </p:txBody>
      </p:sp>
      <p:pic>
        <p:nvPicPr>
          <p:cNvPr id="1353744555" name="Picture 1" descr="Diagram showing the Azure Cosmos DB resource hierarchy: Account at the top, containing Databases, which contain Containers, which contain Items&#10;"/>
          <p:cNvPicPr>
            <a:picLocks noGrp="1" noChangeAspect="1"/>
          </p:cNvPicPr>
          <p:nvPr/>
        </p:nvPicPr>
        <p:blipFill>
          <a:blip>
            <a:extLst>
              <a:ext uri="{96DAC541-7B7A-43D3-8B79-37D633B846F1}">
                <asvg:svgBlip xmlns:asvg="http://schemas.microsoft.com/office/drawing/2016/SVG/main" r:embed="rId3"/>
              </a:ext>
            </a:extLst>
          </a:blip>
          <a:stretch>
            <a:fillRect/>
          </a:stretch>
        </p:blipFill>
        <p:spPr bwMode="auto">
          <a:xfrm>
            <a:off x="603504" y="1179576"/>
            <a:ext cx="4005072" cy="4864607"/>
          </a:xfrm>
          <a:prstGeom prst="rect">
            <a:avLst/>
          </a:prstGeom>
          <a:noFill/>
          <a:ln w="9525">
            <a:noFill/>
          </a:ln>
        </p:spPr>
      </p:pic>
      <p:sp>
        <p:nvSpPr>
          <p:cNvPr id="51235438" name="Content Placeholder 3"/>
          <p:cNvSpPr>
            <a:spLocks noGrp="1"/>
          </p:cNvSpPr>
          <p:nvPr>
            <p:ph sz="quarter" idx="10"/>
          </p:nvPr>
        </p:nvSpPr>
        <p:spPr bwMode="auto">
          <a:xfrm>
            <a:off x="5281551" y="1299654"/>
            <a:ext cx="6306946" cy="4816474"/>
          </a:xfrm>
        </p:spPr>
        <p:txBody>
          <a:bodyPr vertOverflow="overflow" horzOverflow="overflow" vert="horz" wrap="square" lIns="0" tIns="0" rIns="0" bIns="0" numCol="1" spcCol="0" rtlCol="0" fromWordArt="0" anchor="t" anchorCtr="0" forceAA="0" compatLnSpc="0">
            <a:normAutofit lnSpcReduction="10000"/>
          </a:bodyPr>
          <a:lstStyle/>
          <a:p>
            <a:pPr marL="0" lvl="0" indent="0">
              <a:buNone/>
              <a:defRPr/>
            </a:pPr>
            <a:r>
              <a:rPr lang="es-ES" sz="2200" b="0" i="0" strike="noStrike" cap="none" baseline="0" dirty="0">
                <a:solidFill>
                  <a:srgbClr val="000000"/>
                </a:solidFill>
                <a:effectLst/>
                <a:latin typeface="Segoe UI Semibold"/>
                <a:ea typeface="Segoe UI Semibold"/>
                <a:cs typeface="Segoe UI Semibold"/>
              </a:rPr>
              <a:t>Jerarquía de recursos</a:t>
            </a:r>
            <a:endParaRPr sz="2200" b="0" dirty="0">
              <a:latin typeface="Segoe UI Semibold"/>
              <a:cs typeface="Segoe UI Semibold"/>
            </a:endParaRPr>
          </a:p>
          <a:p>
            <a:pPr lvl="0">
              <a:defRPr/>
            </a:pPr>
            <a:r>
              <a:rPr lang="es-ES" sz="2000" b="0" i="0" strike="noStrike" cap="none" baseline="0" dirty="0">
                <a:solidFill>
                  <a:srgbClr val="000000"/>
                </a:solidFill>
                <a:effectLst/>
                <a:latin typeface="Segoe UI"/>
                <a:ea typeface="Segoe UI"/>
                <a:cs typeface="Segoe UI"/>
              </a:rPr>
              <a:t>Cuenta → Base de datos → Contenedor → Elemento</a:t>
            </a:r>
            <a:endParaRPr sz="2000" dirty="0"/>
          </a:p>
          <a:p>
            <a:pPr marL="0" lvl="0" indent="0">
              <a:buNone/>
              <a:defRPr/>
            </a:pPr>
            <a:endParaRPr sz="2000" dirty="0"/>
          </a:p>
          <a:p>
            <a:pPr marL="0" marR="0" lvl="0" indent="0" algn="l">
              <a:lnSpc>
                <a:spcPct val="100000"/>
              </a:lnSpc>
              <a:spcBef>
                <a:spcPct val="0"/>
              </a:spcBef>
              <a:spcAft>
                <a:spcPct val="0"/>
              </a:spcAft>
              <a:buFont typeface="Arial"/>
              <a:buNone/>
              <a:defRPr/>
            </a:pPr>
            <a:r>
              <a:rPr lang="es-ES" sz="2200" b="0" i="0" strike="noStrike" cap="none" baseline="0" dirty="0">
                <a:solidFill>
                  <a:srgbClr val="000000"/>
                </a:solidFill>
                <a:effectLst/>
                <a:latin typeface="Segoe UI Semibold"/>
                <a:ea typeface="Segoe UI Semibold"/>
                <a:cs typeface="Segoe UI Semibold"/>
              </a:rPr>
              <a:t>Clave de partición</a:t>
            </a:r>
            <a:endParaRPr lang="en-US" sz="2200" b="0" i="0" u="none" strike="noStrike" cap="none" spc="0" dirty="0">
              <a:solidFill>
                <a:schemeClr val="tx1"/>
              </a:solidFill>
              <a:latin typeface="Segoe UI Semibold"/>
              <a:cs typeface="Segoe UI Semibold"/>
            </a:endParaRPr>
          </a:p>
          <a:p>
            <a:pPr lvl="0">
              <a:defRPr/>
            </a:pPr>
            <a:r>
              <a:rPr lang="es-ES" sz="2000" b="0" i="0" strike="noStrike" cap="none" baseline="0" dirty="0">
                <a:solidFill>
                  <a:srgbClr val="000000"/>
                </a:solidFill>
                <a:effectLst/>
                <a:latin typeface="Segoe UI"/>
                <a:ea typeface="Segoe UI"/>
                <a:cs typeface="Segoe UI"/>
              </a:rPr>
              <a:t>Decisión de diseño más crítica</a:t>
            </a:r>
            <a:endParaRPr sz="2000" dirty="0"/>
          </a:p>
          <a:p>
            <a:pPr marL="228600" marR="0" lvl="0" indent="-228600" algn="l">
              <a:lnSpc>
                <a:spcPct val="100000"/>
              </a:lnSpc>
              <a:spcBef>
                <a:spcPct val="0"/>
              </a:spcBef>
              <a:spcAft>
                <a:spcPct val="0"/>
              </a:spcAft>
              <a:buFont typeface="Arial"/>
              <a:buChar char="•"/>
              <a:defRPr/>
            </a:pPr>
            <a:r>
              <a:rPr lang="es-ES" sz="2000" b="0" i="0" strike="noStrike" cap="none" baseline="0" dirty="0">
                <a:solidFill>
                  <a:srgbClr val="000000"/>
                </a:solidFill>
                <a:effectLst/>
                <a:latin typeface="Segoe UI"/>
                <a:ea typeface="Segoe UI"/>
                <a:cs typeface="Segoe UI"/>
              </a:rPr>
              <a:t>Elegir campos de cardinalidad alta: </a:t>
            </a:r>
            <a:r>
              <a:rPr lang="es-ES" sz="1800" b="0" i="0" strike="noStrike" cap="none" baseline="0" dirty="0" err="1">
                <a:solidFill>
                  <a:srgbClr val="000000"/>
                </a:solidFill>
                <a:effectLst/>
                <a:latin typeface="Cascadia Code SemiLight"/>
                <a:ea typeface="Cascadia Code SemiLight"/>
                <a:cs typeface="Cascadia Code SemiLight"/>
              </a:rPr>
              <a:t>userId</a:t>
            </a:r>
            <a:r>
              <a:rPr lang="es-ES" sz="2000" b="0" i="0" strike="noStrike" cap="none" baseline="0" dirty="0">
                <a:solidFill>
                  <a:srgbClr val="000000"/>
                </a:solidFill>
                <a:effectLst/>
                <a:latin typeface="Segoe UI"/>
                <a:ea typeface="Segoe UI"/>
                <a:cs typeface="Segoe UI"/>
              </a:rPr>
              <a:t>, </a:t>
            </a:r>
            <a:r>
              <a:rPr lang="es-ES" sz="1800" b="0" i="0" strike="noStrike" cap="none" baseline="0" dirty="0" err="1">
                <a:solidFill>
                  <a:srgbClr val="000000"/>
                </a:solidFill>
                <a:effectLst/>
                <a:latin typeface="Cascadia Code SemiLight"/>
                <a:ea typeface="Cascadia Code SemiLight"/>
                <a:cs typeface="Cascadia Code SemiLight"/>
              </a:rPr>
              <a:t>tenantId</a:t>
            </a:r>
            <a:r>
              <a:rPr lang="es-ES" sz="2000" b="0" i="0" strike="noStrike" cap="none" baseline="0" dirty="0">
                <a:solidFill>
                  <a:srgbClr val="000000"/>
                </a:solidFill>
                <a:effectLst/>
                <a:latin typeface="Segoe UI"/>
                <a:ea typeface="Segoe UI"/>
                <a:cs typeface="Segoe UI"/>
              </a:rPr>
              <a:t> y </a:t>
            </a:r>
            <a:r>
              <a:rPr lang="es-ES" sz="1800" b="0" i="0" strike="noStrike" cap="none" baseline="0" dirty="0" err="1">
                <a:solidFill>
                  <a:srgbClr val="000000"/>
                </a:solidFill>
                <a:effectLst/>
                <a:latin typeface="Cascadia Code SemiLight"/>
                <a:ea typeface="Cascadia Code SemiLight"/>
                <a:cs typeface="Cascadia Code SemiLight"/>
              </a:rPr>
              <a:t>categoryId</a:t>
            </a:r>
            <a:endParaRPr sz="2000" dirty="0"/>
          </a:p>
          <a:p>
            <a:pPr marL="0" lvl="0" indent="0">
              <a:buNone/>
              <a:defRPr/>
            </a:pPr>
            <a:endParaRPr sz="2000" dirty="0"/>
          </a:p>
          <a:p>
            <a:pPr marL="0" marR="0" lvl="0" indent="0" algn="l">
              <a:lnSpc>
                <a:spcPct val="100000"/>
              </a:lnSpc>
              <a:spcBef>
                <a:spcPct val="0"/>
              </a:spcBef>
              <a:spcAft>
                <a:spcPct val="0"/>
              </a:spcAft>
              <a:buFont typeface="Arial"/>
              <a:buNone/>
              <a:defRPr/>
            </a:pPr>
            <a:r>
              <a:rPr lang="es-ES" sz="2200" b="0" i="0" strike="noStrike" cap="none" baseline="0" dirty="0">
                <a:solidFill>
                  <a:srgbClr val="000000"/>
                </a:solidFill>
                <a:effectLst/>
                <a:latin typeface="Segoe UI Semibold"/>
                <a:ea typeface="Segoe UI Semibold"/>
                <a:cs typeface="Segoe UI Semibold"/>
              </a:rPr>
              <a:t>Rendimiento</a:t>
            </a:r>
            <a:endParaRPr sz="2000" b="1" i="0" u="none" strike="noStrike" cap="none" spc="0" dirty="0">
              <a:solidFill>
                <a:schemeClr val="tx1"/>
              </a:solidFill>
              <a:latin typeface="Times New Roman"/>
              <a:cs typeface="Times New Roman"/>
            </a:endParaRPr>
          </a:p>
          <a:p>
            <a:pPr lvl="0">
              <a:defRPr/>
            </a:pPr>
            <a:r>
              <a:rPr lang="es-ES" sz="2000" b="0" i="0" strike="noStrike" cap="none" baseline="0" dirty="0">
                <a:solidFill>
                  <a:srgbClr val="000000"/>
                </a:solidFill>
                <a:effectLst/>
                <a:latin typeface="Segoe UI"/>
                <a:ea typeface="Segoe UI"/>
                <a:cs typeface="Segoe UI"/>
              </a:rPr>
              <a:t>Manual: RU/s fijas</a:t>
            </a:r>
            <a:endParaRPr lang="en-US" sz="2000" b="0" i="0" u="none" strike="noStrike" cap="none" spc="0" dirty="0">
              <a:solidFill>
                <a:schemeClr val="tx1"/>
              </a:solidFill>
              <a:latin typeface="Times New Roman"/>
              <a:cs typeface="Times New Roman"/>
            </a:endParaRPr>
          </a:p>
          <a:p>
            <a:pPr lvl="0">
              <a:defRPr/>
            </a:pPr>
            <a:r>
              <a:rPr lang="es-ES" sz="2000" b="0" i="0" strike="noStrike" cap="none" baseline="0" dirty="0">
                <a:solidFill>
                  <a:srgbClr val="000000"/>
                </a:solidFill>
                <a:effectLst/>
                <a:latin typeface="Segoe UI"/>
                <a:ea typeface="Segoe UI"/>
                <a:cs typeface="Segoe UI"/>
              </a:rPr>
              <a:t>Escalabilidad automática: escala el 10 %-100 % del máximo</a:t>
            </a:r>
            <a:endParaRPr sz="2000" dirty="0"/>
          </a:p>
          <a:p>
            <a:pPr>
              <a:defRPr/>
            </a:pPr>
            <a:r>
              <a:rPr lang="es-ES" sz="2000" b="0" i="0" strike="noStrike" cap="none" baseline="0" dirty="0">
                <a:solidFill>
                  <a:srgbClr val="000000"/>
                </a:solidFill>
                <a:effectLst/>
                <a:latin typeface="Segoe UI"/>
                <a:ea typeface="Segoe UI"/>
                <a:cs typeface="Segoe UI"/>
              </a:rPr>
              <a:t>Todas las operaciones medidas en unidades de solicitud (RU). Lectura puntual ~1 RU, escritura ~5-10 RU</a:t>
            </a:r>
            <a:endParaRPr sz="2600" dirty="0"/>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00938559" name="Title 1"/>
          <p:cNvSpPr>
            <a:spLocks noGrp="1"/>
          </p:cNvSpPr>
          <p:nvPr>
            <p:ph type="title"/>
          </p:nvPr>
        </p:nvSpPr>
        <p:spPr bwMode="auto"/>
        <p:txBody>
          <a:bodyPr/>
          <a:lstStyle/>
          <a:p>
            <a:pPr>
              <a:defRPr/>
            </a:pPr>
            <a:r>
              <a:rPr lang="es-ES" sz="3200" b="0" i="0" strike="noStrike" cap="none" baseline="0">
                <a:solidFill>
                  <a:srgbClr val="000000"/>
                </a:solidFill>
                <a:effectLst/>
                <a:latin typeface="Segoe UI Semibold"/>
                <a:ea typeface="Segoe UI"/>
                <a:cs typeface="Segoe UI"/>
              </a:rPr>
              <a:t>Implementación del SDK de Azure Cosmos DB for NoSQL</a:t>
            </a:r>
            <a:endParaRPr/>
          </a:p>
        </p:txBody>
      </p:sp>
      <p:sp>
        <p:nvSpPr>
          <p:cNvPr id="92486436" name="Content Placeholder 3"/>
          <p:cNvSpPr>
            <a:spLocks noGrp="1"/>
          </p:cNvSpPr>
          <p:nvPr>
            <p:ph sz="quarter" idx="10"/>
          </p:nvPr>
        </p:nvSpPr>
        <p:spPr bwMode="auto">
          <a:xfrm>
            <a:off x="457199" y="1358776"/>
            <a:ext cx="4876801" cy="4816474"/>
          </a:xfrm>
        </p:spPr>
        <p:txBody>
          <a:bodyPr vertOverflow="overflow" horzOverflow="overflow" vert="horz" wrap="square" lIns="0" tIns="0" rIns="0" bIns="0" numCol="1" spcCol="0" rtlCol="0" fromWordArt="0" anchor="t" anchorCtr="0" forceAA="0" compatLnSpc="0">
            <a:noAutofit/>
          </a:bodyPr>
          <a:lstStyle/>
          <a:p>
            <a:pPr marL="0" lvl="0" indent="0">
              <a:lnSpc>
                <a:spcPct val="100000"/>
              </a:lnSpc>
              <a:spcBef>
                <a:spcPct val="0"/>
              </a:spcBef>
              <a:spcAft>
                <a:spcPts val="575"/>
              </a:spcAft>
              <a:buNone/>
              <a:defRPr/>
            </a:pPr>
            <a:r>
              <a:rPr lang="es-ES" sz="2600" b="0" i="0" strike="noStrike" cap="none" baseline="0" dirty="0">
                <a:solidFill>
                  <a:srgbClr val="000000"/>
                </a:solidFill>
                <a:effectLst/>
                <a:latin typeface="Segoe UI Semibold"/>
                <a:ea typeface="Segoe UI Semibold"/>
                <a:cs typeface="Segoe UI"/>
              </a:rPr>
              <a:t>Patrón de cliente </a:t>
            </a:r>
            <a:r>
              <a:rPr lang="es-ES" sz="2600" b="0" i="0" strike="noStrike" cap="none" baseline="0" dirty="0" err="1">
                <a:solidFill>
                  <a:srgbClr val="000000"/>
                </a:solidFill>
                <a:effectLst/>
                <a:latin typeface="Segoe UI Semibold"/>
                <a:ea typeface="Segoe UI Semibold"/>
                <a:cs typeface="Segoe UI"/>
              </a:rPr>
              <a:t>singleton</a:t>
            </a:r>
            <a:endParaRPr sz="2600" b="0" dirty="0">
              <a:latin typeface="Segoe UI Semibold"/>
              <a:cs typeface="Segoe UI Semibold"/>
            </a:endParaRPr>
          </a:p>
          <a:p>
            <a:pPr lvl="0">
              <a:lnSpc>
                <a:spcPct val="100000"/>
              </a:lnSpc>
              <a:spcBef>
                <a:spcPct val="0"/>
              </a:spcBef>
              <a:spcAft>
                <a:spcPts val="359"/>
              </a:spcAft>
              <a:defRPr/>
            </a:pPr>
            <a:r>
              <a:rPr lang="es-ES" sz="2200" b="0" i="0" strike="noStrike" cap="none" baseline="0" dirty="0">
                <a:solidFill>
                  <a:srgbClr val="000000"/>
                </a:solidFill>
                <a:effectLst/>
                <a:latin typeface="Segoe UI"/>
                <a:ea typeface="Segoe UI"/>
                <a:cs typeface="Segoe UI"/>
              </a:rPr>
              <a:t>Reutilización de </a:t>
            </a:r>
            <a:r>
              <a:rPr lang="es-ES" sz="2200" b="0" i="0" strike="noStrike" cap="none" baseline="0" dirty="0" err="1">
                <a:solidFill>
                  <a:srgbClr val="000000"/>
                </a:solidFill>
                <a:effectLst/>
                <a:latin typeface="Consolas"/>
                <a:ea typeface="Consolas"/>
                <a:cs typeface="Consolas"/>
              </a:rPr>
              <a:t>CosmosClient</a:t>
            </a:r>
            <a:r>
              <a:rPr lang="es-ES" sz="2200" b="0" i="0" strike="noStrike" cap="none" baseline="0" dirty="0">
                <a:solidFill>
                  <a:srgbClr val="000000"/>
                </a:solidFill>
                <a:effectLst/>
                <a:latin typeface="Segoe UI"/>
                <a:ea typeface="Segoe UI"/>
                <a:cs typeface="Segoe UI"/>
              </a:rPr>
              <a:t> para el ciclo de vida de la aplicación</a:t>
            </a:r>
            <a:endParaRPr sz="2200" dirty="0"/>
          </a:p>
          <a:p>
            <a:pPr lvl="0">
              <a:lnSpc>
                <a:spcPct val="100000"/>
              </a:lnSpc>
              <a:spcBef>
                <a:spcPct val="0"/>
              </a:spcBef>
              <a:spcAft>
                <a:spcPts val="359"/>
              </a:spcAft>
              <a:defRPr/>
            </a:pPr>
            <a:r>
              <a:rPr lang="es-ES" sz="2200" b="0" i="0" strike="noStrike" cap="none" baseline="0" dirty="0">
                <a:solidFill>
                  <a:srgbClr val="000000"/>
                </a:solidFill>
                <a:effectLst/>
                <a:latin typeface="Segoe UI"/>
                <a:ea typeface="Segoe UI"/>
                <a:cs typeface="Segoe UI"/>
              </a:rPr>
              <a:t>El cliente mantiene grupos de conexiones y almacena en caché el enrutamiento</a:t>
            </a:r>
            <a:endParaRPr sz="2200" dirty="0"/>
          </a:p>
          <a:p>
            <a:pPr marL="228600" marR="0" lvl="0" indent="-228600" algn="l">
              <a:lnSpc>
                <a:spcPct val="100000"/>
              </a:lnSpc>
              <a:spcBef>
                <a:spcPct val="0"/>
              </a:spcBef>
              <a:spcAft>
                <a:spcPts val="359"/>
              </a:spcAft>
              <a:buFont typeface="Arial"/>
              <a:buChar char="•"/>
              <a:defRPr/>
            </a:pPr>
            <a:r>
              <a:rPr lang="es-ES" sz="2200" b="0" i="0" strike="noStrike" cap="none" baseline="0" dirty="0" err="1">
                <a:solidFill>
                  <a:srgbClr val="000000"/>
                </a:solidFill>
                <a:effectLst/>
                <a:latin typeface="Consolas"/>
                <a:ea typeface="Consolas"/>
                <a:cs typeface="Consolas"/>
              </a:rPr>
              <a:t>get_database_client</a:t>
            </a:r>
            <a:r>
              <a:rPr lang="es-ES" sz="2200" b="0" i="0" strike="noStrike" cap="none" baseline="0" dirty="0">
                <a:solidFill>
                  <a:srgbClr val="000000"/>
                </a:solidFill>
                <a:effectLst/>
                <a:latin typeface="Consolas"/>
                <a:ea typeface="Consolas"/>
                <a:cs typeface="Consolas"/>
              </a:rPr>
              <a:t>()</a:t>
            </a:r>
            <a:r>
              <a:rPr lang="es-ES" sz="2200" b="0" i="0" strike="noStrike" cap="none" baseline="0" dirty="0">
                <a:solidFill>
                  <a:srgbClr val="000000"/>
                </a:solidFill>
                <a:effectLst/>
                <a:latin typeface="Segoe UI"/>
                <a:ea typeface="Segoe UI"/>
                <a:cs typeface="Segoe UI"/>
              </a:rPr>
              <a:t> y </a:t>
            </a:r>
            <a:r>
              <a:rPr lang="es-ES" sz="2200" b="0" i="0" strike="noStrike" cap="none" baseline="0" dirty="0" err="1">
                <a:solidFill>
                  <a:srgbClr val="000000"/>
                </a:solidFill>
                <a:effectLst/>
                <a:latin typeface="Consolas"/>
                <a:ea typeface="Consolas"/>
                <a:cs typeface="Consolas"/>
              </a:rPr>
              <a:t>get_container_client</a:t>
            </a:r>
            <a:r>
              <a:rPr lang="es-ES" sz="2200" b="0" i="0" strike="noStrike" cap="none" baseline="0" dirty="0">
                <a:solidFill>
                  <a:srgbClr val="000000"/>
                </a:solidFill>
                <a:effectLst/>
                <a:latin typeface="Consolas"/>
                <a:ea typeface="Consolas"/>
                <a:cs typeface="Consolas"/>
              </a:rPr>
              <a:t>()</a:t>
            </a:r>
            <a:r>
              <a:rPr lang="es-ES" sz="2200" b="0" i="0" strike="noStrike" cap="none" baseline="0" dirty="0">
                <a:solidFill>
                  <a:srgbClr val="000000"/>
                </a:solidFill>
                <a:effectLst/>
                <a:latin typeface="Segoe UI"/>
                <a:ea typeface="Segoe UI"/>
                <a:cs typeface="Segoe UI"/>
              </a:rPr>
              <a:t> son controladores ligeros</a:t>
            </a:r>
            <a:endParaRPr sz="2200" dirty="0"/>
          </a:p>
          <a:p>
            <a:pPr marL="228600" marR="0" lvl="0" indent="-228600" algn="l">
              <a:lnSpc>
                <a:spcPct val="100000"/>
              </a:lnSpc>
              <a:spcBef>
                <a:spcPct val="0"/>
              </a:spcBef>
              <a:spcAft>
                <a:spcPts val="359"/>
              </a:spcAft>
              <a:buFont typeface="Arial"/>
              <a:buChar char="•"/>
              <a:defRPr/>
            </a:pPr>
            <a:r>
              <a:rPr lang="es-ES" sz="2200" b="0" i="0" strike="noStrike" cap="none" baseline="0" dirty="0" err="1">
                <a:solidFill>
                  <a:srgbClr val="000000"/>
                </a:solidFill>
                <a:effectLst/>
                <a:latin typeface="Consolas"/>
                <a:ea typeface="Consolas"/>
                <a:cs typeface="Consolas"/>
              </a:rPr>
              <a:t>create</a:t>
            </a:r>
            <a:r>
              <a:rPr lang="es-ES" sz="2200" b="0" i="0" strike="noStrike" cap="none" baseline="0" dirty="0">
                <a:solidFill>
                  <a:srgbClr val="000000"/>
                </a:solidFill>
                <a:effectLst/>
                <a:latin typeface="Consolas"/>
                <a:ea typeface="Consolas"/>
                <a:cs typeface="Consolas"/>
              </a:rPr>
              <a:t>_*_</a:t>
            </a:r>
            <a:r>
              <a:rPr lang="es-ES" sz="2200" b="0" i="0" strike="noStrike" cap="none" baseline="0" dirty="0" err="1">
                <a:solidFill>
                  <a:srgbClr val="000000"/>
                </a:solidFill>
                <a:effectLst/>
                <a:latin typeface="Consolas"/>
                <a:ea typeface="Consolas"/>
                <a:cs typeface="Consolas"/>
              </a:rPr>
              <a:t>if_not_exists</a:t>
            </a:r>
            <a:r>
              <a:rPr lang="es-ES" sz="2200" b="0" i="0" strike="noStrike" cap="none" baseline="0" dirty="0">
                <a:solidFill>
                  <a:srgbClr val="000000"/>
                </a:solidFill>
                <a:effectLst/>
                <a:latin typeface="Segoe UI"/>
                <a:ea typeface="Segoe UI"/>
                <a:cs typeface="Segoe UI"/>
              </a:rPr>
              <a:t> para la configuración idempotente</a:t>
            </a:r>
            <a:endParaRPr sz="2200" dirty="0"/>
          </a:p>
        </p:txBody>
      </p:sp>
      <p:graphicFrame>
        <p:nvGraphicFramePr>
          <p:cNvPr id="1060219154" name="Content Placeholder 5"/>
          <p:cNvGraphicFramePr/>
          <p:nvPr/>
        </p:nvGraphicFramePr>
        <p:xfrm>
          <a:off x="6373149" y="1358776"/>
          <a:ext cx="5207824" cy="3138299"/>
        </p:xfrm>
        <a:graphic>
          <a:graphicData uri="http://schemas.openxmlformats.org/drawingml/2006/table">
            <a:tbl>
              <a:tblPr firstRow="1" bandRow="1">
                <a:tableStyleId>{5C22544A-7EE6-4342-B048-85BDC9FD1C3A}</a:tableStyleId>
              </a:tblPr>
              <a:tblGrid>
                <a:gridCol w="1170000">
                  <a:extLst>
                    <a:ext uri="{9D8B030D-6E8A-4147-A177-3AD203B41FA5}">
                      <a16:colId xmlns:a16="http://schemas.microsoft.com/office/drawing/2014/main" val="20000"/>
                    </a:ext>
                  </a:extLst>
                </a:gridCol>
                <a:gridCol w="1890000">
                  <a:extLst>
                    <a:ext uri="{9D8B030D-6E8A-4147-A177-3AD203B41FA5}">
                      <a16:colId xmlns:a16="http://schemas.microsoft.com/office/drawing/2014/main" val="20001"/>
                    </a:ext>
                  </a:extLst>
                </a:gridCol>
                <a:gridCol w="2147824">
                  <a:extLst>
                    <a:ext uri="{9D8B030D-6E8A-4147-A177-3AD203B41FA5}">
                      <a16:colId xmlns:a16="http://schemas.microsoft.com/office/drawing/2014/main" val="20002"/>
                    </a:ext>
                  </a:extLst>
                </a:gridCol>
              </a:tblGrid>
              <a:tr h="389498">
                <a:tc>
                  <a:txBody>
                    <a:bodyPr/>
                    <a:lstStyle/>
                    <a:p>
                      <a:pPr>
                        <a:defRPr/>
                      </a:pPr>
                      <a:endParaRPr/>
                    </a:p>
                  </a:txBody>
                  <a:tcPr/>
                </a:tc>
                <a:tc>
                  <a:txBody>
                    <a:bodyPr/>
                    <a:lstStyle/>
                    <a:p>
                      <a:pPr marL="0" lvl="0" indent="0">
                        <a:buNone/>
                        <a:defRPr/>
                      </a:pPr>
                      <a:r>
                        <a:rPr lang="es-ES" sz="1800" b="1" i="0" strike="noStrike" cap="none" baseline="0">
                          <a:solidFill>
                            <a:srgbClr val="FFFFFF"/>
                          </a:solidFill>
                          <a:effectLst/>
                          <a:latin typeface="Segoe UI"/>
                          <a:ea typeface="Segoe UI"/>
                          <a:cs typeface="Segoe UI"/>
                        </a:rPr>
                        <a:t>Lectura puntual</a:t>
                      </a:r>
                    </a:p>
                  </a:txBody>
                  <a:tcPr/>
                </a:tc>
                <a:tc>
                  <a:txBody>
                    <a:bodyPr/>
                    <a:lstStyle/>
                    <a:p>
                      <a:pPr marL="0" lvl="0" indent="0">
                        <a:buNone/>
                        <a:defRPr/>
                      </a:pPr>
                      <a:r>
                        <a:rPr lang="es-ES" sz="1800" b="1" i="0" strike="noStrike" cap="none" baseline="0">
                          <a:solidFill>
                            <a:srgbClr val="FFFFFF"/>
                          </a:solidFill>
                          <a:effectLst/>
                          <a:latin typeface="Segoe UI"/>
                          <a:ea typeface="Segoe UI"/>
                          <a:cs typeface="Segoe UI"/>
                        </a:rPr>
                        <a:t>Consulta</a:t>
                      </a:r>
                    </a:p>
                  </a:txBody>
                  <a:tcPr/>
                </a:tc>
                <a:extLst>
                  <a:ext uri="{0D108BD9-81ED-4DB2-BD59-A6C34878D82A}">
                    <a16:rowId xmlns:a16="http://schemas.microsoft.com/office/drawing/2014/main" val="10000"/>
                  </a:ext>
                </a:extLst>
              </a:tr>
              <a:tr h="996061">
                <a:tc>
                  <a:txBody>
                    <a:bodyPr/>
                    <a:lstStyle/>
                    <a:p>
                      <a:pPr marL="0" lvl="0" indent="0">
                        <a:buNone/>
                        <a:defRPr/>
                      </a:pPr>
                      <a:r>
                        <a:rPr lang="es-ES" sz="1800" b="0" i="0" strike="noStrike" cap="none" baseline="0">
                          <a:solidFill>
                            <a:srgbClr val="000000"/>
                          </a:solidFill>
                          <a:effectLst/>
                          <a:latin typeface="Segoe UI Semibold"/>
                          <a:ea typeface="Segoe UI Semibold"/>
                          <a:cs typeface="Segoe UI Semibold"/>
                        </a:rPr>
                        <a:t>Si...</a:t>
                      </a:r>
                      <a:endParaRPr b="0">
                        <a:latin typeface="Segoe UI Semibold"/>
                        <a:cs typeface="Segoe UI Semibold"/>
                      </a:endParaRPr>
                    </a:p>
                  </a:txBody>
                  <a:tcPr/>
                </a:tc>
                <a:tc>
                  <a:txBody>
                    <a:bodyPr/>
                    <a:lstStyle/>
                    <a:p>
                      <a:pPr marL="0" marR="0" lvl="0" indent="0" algn="l">
                        <a:lnSpc>
                          <a:spcPct val="100000"/>
                        </a:lnSpc>
                        <a:spcBef>
                          <a:spcPct val="0"/>
                        </a:spcBef>
                        <a:spcAft>
                          <a:spcPct val="0"/>
                        </a:spcAft>
                        <a:buNone/>
                        <a:defRPr/>
                      </a:pPr>
                      <a:r>
                        <a:rPr lang="es-ES" sz="1800" b="0" i="0" strike="noStrike" cap="none" baseline="0">
                          <a:solidFill>
                            <a:srgbClr val="000000"/>
                          </a:solidFill>
                          <a:effectLst/>
                          <a:latin typeface="Segoe UI"/>
                          <a:ea typeface="Segoe UI"/>
                          <a:cs typeface="Segoe UI"/>
                        </a:rPr>
                        <a:t>Conocimiento de </a:t>
                      </a:r>
                      <a:r>
                        <a:rPr lang="es-ES" sz="1800" b="0" i="0" strike="noStrike" cap="none" baseline="0">
                          <a:solidFill>
                            <a:srgbClr val="000000"/>
                          </a:solidFill>
                          <a:effectLst/>
                          <a:latin typeface="Cascadia Code Light"/>
                          <a:ea typeface="Cascadia Code Light"/>
                          <a:cs typeface="Cascadia Code Light"/>
                        </a:rPr>
                        <a:t>id</a:t>
                      </a:r>
                      <a:r>
                        <a:rPr lang="es-ES" sz="1800" b="0" i="0" strike="noStrike" cap="none" baseline="0">
                          <a:solidFill>
                            <a:srgbClr val="000000"/>
                          </a:solidFill>
                          <a:effectLst/>
                          <a:latin typeface="Segoe UI"/>
                          <a:ea typeface="Segoe UI"/>
                          <a:cs typeface="Segoe UI"/>
                        </a:rPr>
                        <a:t> + clave de partición</a:t>
                      </a:r>
                    </a:p>
                  </a:txBody>
                  <a:tcPr/>
                </a:tc>
                <a:tc>
                  <a:txBody>
                    <a:bodyPr/>
                    <a:lstStyle/>
                    <a:p>
                      <a:pPr marL="0" lvl="0" indent="0">
                        <a:buNone/>
                        <a:defRPr/>
                      </a:pPr>
                      <a:r>
                        <a:rPr lang="es-ES" sz="1800" b="0" i="0" strike="noStrike" cap="none" baseline="0">
                          <a:solidFill>
                            <a:srgbClr val="000000"/>
                          </a:solidFill>
                          <a:effectLst/>
                          <a:latin typeface="Segoe UI"/>
                          <a:ea typeface="Segoe UI"/>
                          <a:cs typeface="Segoe UI"/>
                        </a:rPr>
                        <a:t>Necesidad de filtrar/buscar</a:t>
                      </a:r>
                    </a:p>
                  </a:txBody>
                  <a:tcPr/>
                </a:tc>
                <a:extLst>
                  <a:ext uri="{0D108BD9-81ED-4DB2-BD59-A6C34878D82A}">
                    <a16:rowId xmlns:a16="http://schemas.microsoft.com/office/drawing/2014/main" val="10001"/>
                  </a:ext>
                </a:extLst>
              </a:tr>
              <a:tr h="681621">
                <a:tc>
                  <a:txBody>
                    <a:bodyPr/>
                    <a:lstStyle/>
                    <a:p>
                      <a:pPr marL="0" lvl="0" indent="0">
                        <a:buNone/>
                        <a:defRPr/>
                      </a:pPr>
                      <a:r>
                        <a:rPr lang="es-ES" sz="1800" b="0" i="0" strike="noStrike" cap="none" baseline="0">
                          <a:solidFill>
                            <a:srgbClr val="000000"/>
                          </a:solidFill>
                          <a:effectLst/>
                          <a:latin typeface="Segoe UI Semibold"/>
                          <a:ea typeface="Segoe UI Semibold"/>
                          <a:cs typeface="Segoe UI Semibold"/>
                        </a:rPr>
                        <a:t>Costo</a:t>
                      </a:r>
                      <a:endParaRPr b="0">
                        <a:latin typeface="Segoe UI Semibold"/>
                        <a:cs typeface="Segoe UI Semibold"/>
                      </a:endParaRPr>
                    </a:p>
                  </a:txBody>
                  <a:tcPr/>
                </a:tc>
                <a:tc>
                  <a:txBody>
                    <a:bodyPr/>
                    <a:lstStyle/>
                    <a:p>
                      <a:pPr marL="0" lvl="0" indent="0">
                        <a:buNone/>
                        <a:defRPr/>
                      </a:pPr>
                      <a:r>
                        <a:rPr lang="es-ES" sz="1800" b="0" i="0" strike="noStrike" cap="none" baseline="0">
                          <a:solidFill>
                            <a:srgbClr val="000000"/>
                          </a:solidFill>
                          <a:effectLst/>
                          <a:latin typeface="Segoe UI"/>
                          <a:ea typeface="Segoe UI"/>
                          <a:cs typeface="Segoe UI"/>
                        </a:rPr>
                        <a:t>~1 RU (1 KB)</a:t>
                      </a:r>
                    </a:p>
                  </a:txBody>
                  <a:tcPr/>
                </a:tc>
                <a:tc>
                  <a:txBody>
                    <a:bodyPr/>
                    <a:lstStyle/>
                    <a:p>
                      <a:pPr marL="0" lvl="0" indent="0">
                        <a:buNone/>
                        <a:defRPr/>
                      </a:pPr>
                      <a:r>
                        <a:rPr lang="es-ES" sz="1800" b="0" i="0" strike="noStrike" cap="none" baseline="0">
                          <a:solidFill>
                            <a:srgbClr val="000000"/>
                          </a:solidFill>
                          <a:effectLst/>
                          <a:latin typeface="Segoe UI"/>
                          <a:ea typeface="Segoe UI"/>
                          <a:cs typeface="Segoe UI"/>
                        </a:rPr>
                        <a:t>3-cientos de RU</a:t>
                      </a:r>
                    </a:p>
                  </a:txBody>
                  <a:tcPr/>
                </a:tc>
                <a:extLst>
                  <a:ext uri="{0D108BD9-81ED-4DB2-BD59-A6C34878D82A}">
                    <a16:rowId xmlns:a16="http://schemas.microsoft.com/office/drawing/2014/main" val="10002"/>
                  </a:ext>
                </a:extLst>
              </a:tr>
              <a:tr h="389498">
                <a:tc>
                  <a:txBody>
                    <a:bodyPr/>
                    <a:lstStyle/>
                    <a:p>
                      <a:pPr marL="0" lvl="0" indent="0">
                        <a:buNone/>
                        <a:defRPr/>
                      </a:pPr>
                      <a:r>
                        <a:rPr lang="es-ES" sz="1800" b="0" i="0" strike="noStrike" cap="none" baseline="0">
                          <a:solidFill>
                            <a:srgbClr val="000000"/>
                          </a:solidFill>
                          <a:effectLst/>
                          <a:latin typeface="Segoe UI Semibold"/>
                          <a:ea typeface="Segoe UI Semibold"/>
                          <a:cs typeface="Segoe UI Semibold"/>
                        </a:rPr>
                        <a:t>Latencia</a:t>
                      </a:r>
                      <a:endParaRPr b="0">
                        <a:latin typeface="Segoe UI Semibold"/>
                        <a:cs typeface="Segoe UI Semibold"/>
                      </a:endParaRPr>
                    </a:p>
                  </a:txBody>
                  <a:tcPr/>
                </a:tc>
                <a:tc>
                  <a:txBody>
                    <a:bodyPr/>
                    <a:lstStyle/>
                    <a:p>
                      <a:pPr marL="0" lvl="0" indent="0">
                        <a:buNone/>
                        <a:defRPr/>
                      </a:pPr>
                      <a:r>
                        <a:rPr lang="es-ES" sz="1800" b="0" i="0" strike="noStrike" cap="none" baseline="0">
                          <a:solidFill>
                            <a:srgbClr val="000000"/>
                          </a:solidFill>
                          <a:effectLst/>
                          <a:latin typeface="Segoe UI"/>
                          <a:ea typeface="Segoe UI"/>
                          <a:cs typeface="Segoe UI"/>
                        </a:rPr>
                        <a:t>Mínima</a:t>
                      </a:r>
                    </a:p>
                  </a:txBody>
                  <a:tcPr/>
                </a:tc>
                <a:tc>
                  <a:txBody>
                    <a:bodyPr/>
                    <a:lstStyle/>
                    <a:p>
                      <a:pPr marL="0" lvl="0" indent="0">
                        <a:buNone/>
                        <a:defRPr/>
                      </a:pPr>
                      <a:r>
                        <a:rPr lang="es-ES" sz="1800" b="0" i="0" strike="noStrike" cap="none" baseline="0">
                          <a:solidFill>
                            <a:srgbClr val="000000"/>
                          </a:solidFill>
                          <a:effectLst/>
                          <a:latin typeface="Segoe UI"/>
                          <a:ea typeface="Segoe UI"/>
                          <a:cs typeface="Segoe UI"/>
                        </a:rPr>
                        <a:t>Varía</a:t>
                      </a:r>
                    </a:p>
                  </a:txBody>
                  <a:tcPr/>
                </a:tc>
                <a:extLst>
                  <a:ext uri="{0D108BD9-81ED-4DB2-BD59-A6C34878D82A}">
                    <a16:rowId xmlns:a16="http://schemas.microsoft.com/office/drawing/2014/main" val="10003"/>
                  </a:ext>
                </a:extLst>
              </a:tr>
              <a:tr h="681621">
                <a:tc>
                  <a:txBody>
                    <a:bodyPr/>
                    <a:lstStyle/>
                    <a:p>
                      <a:pPr marL="0" lvl="0" indent="0">
                        <a:buNone/>
                        <a:defRPr/>
                      </a:pPr>
                      <a:r>
                        <a:rPr lang="es-ES" sz="1800" b="0" i="0" strike="noStrike" cap="none" baseline="0">
                          <a:solidFill>
                            <a:srgbClr val="000000"/>
                          </a:solidFill>
                          <a:effectLst/>
                          <a:latin typeface="Segoe UI Semibold"/>
                          <a:ea typeface="Segoe UI Semibold"/>
                          <a:cs typeface="Segoe UI Semibold"/>
                        </a:rPr>
                        <a:t>Método</a:t>
                      </a:r>
                      <a:endParaRPr b="0">
                        <a:latin typeface="Segoe UI Semibold"/>
                        <a:cs typeface="Segoe UI Semibold"/>
                      </a:endParaRPr>
                    </a:p>
                  </a:txBody>
                  <a:tcPr/>
                </a:tc>
                <a:tc>
                  <a:txBody>
                    <a:bodyPr/>
                    <a:lstStyle/>
                    <a:p>
                      <a:pPr marL="0" lvl="0" indent="0">
                        <a:buNone/>
                        <a:defRPr/>
                      </a:pPr>
                      <a:r>
                        <a:rPr lang="es-ES" sz="1800" b="0" i="0" strike="noStrike" cap="none" baseline="0">
                          <a:solidFill>
                            <a:srgbClr val="000000"/>
                          </a:solidFill>
                          <a:effectLst/>
                          <a:latin typeface="Cascadia Code Light"/>
                          <a:ea typeface="Cascadia Code Light"/>
                          <a:cs typeface="Cascadia Code Light"/>
                        </a:rPr>
                        <a:t>read_item()</a:t>
                      </a:r>
                      <a:endParaRPr sz="1800">
                        <a:latin typeface="Cascadia Code Light"/>
                        <a:cs typeface="Cascadia Code Light"/>
                      </a:endParaRPr>
                    </a:p>
                  </a:txBody>
                  <a:tcPr/>
                </a:tc>
                <a:tc>
                  <a:txBody>
                    <a:bodyPr/>
                    <a:lstStyle/>
                    <a:p>
                      <a:pPr marL="0" lvl="0" indent="0">
                        <a:buNone/>
                        <a:defRPr/>
                      </a:pPr>
                      <a:r>
                        <a:rPr lang="es-ES" sz="1800" b="0" i="0" strike="noStrike" cap="none" baseline="0">
                          <a:solidFill>
                            <a:srgbClr val="000000"/>
                          </a:solidFill>
                          <a:effectLst/>
                          <a:latin typeface="Cascadia Code Light"/>
                          <a:ea typeface="Cascadia Code Light"/>
                          <a:cs typeface="Cascadia Code Light"/>
                        </a:rPr>
                        <a:t>query_items()</a:t>
                      </a:r>
                      <a:endParaRPr sz="1800">
                        <a:latin typeface="Cascadia Code Light"/>
                        <a:cs typeface="Cascadia Code Light"/>
                      </a:endParaRPr>
                    </a:p>
                  </a:txBody>
                  <a:tcPr/>
                </a:tc>
                <a:extLst>
                  <a:ext uri="{0D108BD9-81ED-4DB2-BD59-A6C34878D82A}">
                    <a16:rowId xmlns:a16="http://schemas.microsoft.com/office/drawing/2014/main" val="10004"/>
                  </a:ext>
                </a:extLst>
              </a:tr>
            </a:tbl>
          </a:graphicData>
        </a:graphic>
      </p:graphicFrame>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32055481" name="Title 1"/>
          <p:cNvSpPr>
            <a:spLocks noGrp="1"/>
          </p:cNvSpPr>
          <p:nvPr>
            <p:ph type="title"/>
          </p:nvPr>
        </p:nvSpPr>
        <p:spPr bwMode="auto"/>
        <p:txBody>
          <a:bodyPr/>
          <a:lstStyle/>
          <a:p>
            <a:pPr>
              <a:defRPr/>
            </a:pPr>
            <a:r>
              <a:rPr lang="es-ES" sz="3200" b="0" i="0" strike="noStrike" cap="none" baseline="0">
                <a:solidFill>
                  <a:srgbClr val="000000"/>
                </a:solidFill>
                <a:effectLst/>
                <a:latin typeface="Segoe UI Semibold"/>
                <a:ea typeface="Segoe UI Semibold"/>
                <a:cs typeface="Segoe UI Semibold"/>
              </a:rPr>
              <a:t>Consulta de Azure Cosmos DB for NoSQL (1 de 2)</a:t>
            </a:r>
            <a:endParaRPr/>
          </a:p>
        </p:txBody>
      </p:sp>
      <p:sp>
        <p:nvSpPr>
          <p:cNvPr id="289457031" name="Content Placeholder 3"/>
          <p:cNvSpPr>
            <a:spLocks noGrp="1"/>
          </p:cNvSpPr>
          <p:nvPr>
            <p:ph sz="quarter" idx="10"/>
          </p:nvPr>
        </p:nvSpPr>
        <p:spPr bwMode="auto">
          <a:xfrm>
            <a:off x="457200" y="1234439"/>
            <a:ext cx="5037670" cy="4816474"/>
          </a:xfrm>
        </p:spPr>
        <p:txBody>
          <a:bodyPr vertOverflow="overflow" horzOverflow="overflow" vert="horz" wrap="square" lIns="0" tIns="0" rIns="0" bIns="0" numCol="1" spcCol="0" rtlCol="0" fromWordArt="0" anchor="t" anchorCtr="0" forceAA="0" compatLnSpc="0">
            <a:noAutofit/>
          </a:bodyPr>
          <a:lstStyle/>
          <a:p>
            <a:pPr marL="0" lvl="0" indent="0">
              <a:buNone/>
              <a:defRPr/>
            </a:pPr>
            <a:r>
              <a:rPr lang="es-ES" sz="2800" b="0" i="0" strike="noStrike" cap="none" baseline="0" dirty="0">
                <a:solidFill>
                  <a:srgbClr val="000000"/>
                </a:solidFill>
                <a:effectLst/>
                <a:latin typeface="Segoe UI Semibold"/>
                <a:ea typeface="Segoe UI Semibold"/>
                <a:cs typeface="Segoe UI Semibold"/>
              </a:rPr>
              <a:t>Sintaxis y filtrado de SQL</a:t>
            </a:r>
            <a:endParaRPr lang="en-US" sz="2800" b="0" i="0" u="none" strike="noStrike" cap="none" spc="0" dirty="0">
              <a:solidFill>
                <a:schemeClr val="tx1"/>
              </a:solidFill>
              <a:latin typeface="Times New Roman"/>
              <a:cs typeface="Times New Roman"/>
            </a:endParaRPr>
          </a:p>
          <a:p>
            <a:pPr marL="0" lvl="0" indent="0">
              <a:buNone/>
              <a:defRPr/>
            </a:pPr>
            <a:endParaRPr sz="1000" b="0" i="0" u="none" strike="noStrike" cap="none" spc="0" dirty="0">
              <a:solidFill>
                <a:schemeClr val="tx1"/>
              </a:solidFill>
              <a:latin typeface="Segoe UI Semibold"/>
              <a:cs typeface="Segoe UI Semibold"/>
            </a:endParaRPr>
          </a:p>
          <a:p>
            <a:pPr marL="0" indent="0">
              <a:buFont typeface="Arial"/>
              <a:buNone/>
              <a:defRPr/>
            </a:pPr>
            <a:r>
              <a:rPr lang="es-ES" sz="1800" b="0" i="0" strike="noStrike" cap="none" baseline="0" dirty="0">
                <a:solidFill>
                  <a:srgbClr val="0000FF"/>
                </a:solidFill>
                <a:effectLst/>
                <a:latin typeface="Consolas"/>
                <a:ea typeface="Consolas"/>
                <a:cs typeface="Consolas"/>
              </a:rPr>
              <a:t>SELECT</a:t>
            </a:r>
            <a:r>
              <a:rPr lang="es-ES" sz="1800" b="0" i="0" strike="noStrike" cap="none" baseline="0" dirty="0">
                <a:solidFill>
                  <a:srgbClr val="000000"/>
                </a:solidFill>
                <a:effectLst/>
                <a:latin typeface="Consolas"/>
                <a:ea typeface="Consolas"/>
                <a:cs typeface="Consolas"/>
              </a:rPr>
              <a:t> </a:t>
            </a:r>
            <a:r>
              <a:rPr lang="es-ES" sz="1800" b="0" i="0" strike="noStrike" cap="none" baseline="0" dirty="0" err="1">
                <a:solidFill>
                  <a:srgbClr val="000000"/>
                </a:solidFill>
                <a:effectLst/>
                <a:latin typeface="Consolas"/>
                <a:ea typeface="Consolas"/>
                <a:cs typeface="Consolas"/>
              </a:rPr>
              <a:t>p.id</a:t>
            </a:r>
            <a:r>
              <a:rPr lang="es-ES" sz="1800" b="0" i="0" strike="noStrike" cap="none" baseline="0" dirty="0">
                <a:solidFill>
                  <a:srgbClr val="000000"/>
                </a:solidFill>
                <a:effectLst/>
                <a:latin typeface="Consolas"/>
                <a:ea typeface="Consolas"/>
                <a:cs typeface="Consolas"/>
              </a:rPr>
              <a:t>, p.name, </a:t>
            </a:r>
            <a:r>
              <a:rPr lang="es-ES" sz="1800" b="0" i="0" strike="noStrike" cap="none" baseline="0" dirty="0" err="1">
                <a:solidFill>
                  <a:srgbClr val="000000"/>
                </a:solidFill>
                <a:effectLst/>
                <a:latin typeface="Consolas"/>
                <a:ea typeface="Consolas"/>
                <a:cs typeface="Consolas"/>
              </a:rPr>
              <a:t>p.price</a:t>
            </a:r>
            <a:endParaRPr sz="7200" dirty="0">
              <a:latin typeface="Consolas"/>
            </a:endParaRPr>
          </a:p>
          <a:p>
            <a:pPr marL="0" indent="0">
              <a:buFont typeface="Arial"/>
              <a:buNone/>
              <a:defRPr/>
            </a:pPr>
            <a:r>
              <a:rPr lang="es-ES" sz="1800" b="0" i="0" strike="noStrike" cap="none" baseline="0" dirty="0">
                <a:solidFill>
                  <a:srgbClr val="0000FF"/>
                </a:solidFill>
                <a:effectLst/>
                <a:latin typeface="Consolas"/>
                <a:ea typeface="Consolas"/>
                <a:cs typeface="Consolas"/>
              </a:rPr>
              <a:t>FROM</a:t>
            </a:r>
            <a:r>
              <a:rPr lang="es-ES" sz="1800" b="0" i="0" strike="noStrike" cap="none" baseline="0" dirty="0">
                <a:solidFill>
                  <a:srgbClr val="000000"/>
                </a:solidFill>
                <a:effectLst/>
                <a:latin typeface="Consolas"/>
                <a:ea typeface="Consolas"/>
                <a:cs typeface="Consolas"/>
              </a:rPr>
              <a:t> </a:t>
            </a:r>
            <a:r>
              <a:rPr lang="es-ES" sz="1800" b="0" i="0" strike="noStrike" cap="none" baseline="0" dirty="0" err="1">
                <a:solidFill>
                  <a:srgbClr val="000000"/>
                </a:solidFill>
                <a:effectLst/>
                <a:latin typeface="Consolas"/>
                <a:ea typeface="Consolas"/>
                <a:cs typeface="Consolas"/>
              </a:rPr>
              <a:t>products</a:t>
            </a:r>
            <a:r>
              <a:rPr lang="es-ES" sz="1800" b="0" i="0" strike="noStrike" cap="none" baseline="0" dirty="0">
                <a:solidFill>
                  <a:srgbClr val="000000"/>
                </a:solidFill>
                <a:effectLst/>
                <a:latin typeface="Consolas"/>
                <a:ea typeface="Consolas"/>
                <a:cs typeface="Consolas"/>
              </a:rPr>
              <a:t> p</a:t>
            </a:r>
            <a:endParaRPr sz="7200" dirty="0">
              <a:latin typeface="Consolas"/>
            </a:endParaRPr>
          </a:p>
          <a:p>
            <a:pPr marL="0" indent="0">
              <a:buFont typeface="Arial"/>
              <a:buNone/>
              <a:defRPr/>
            </a:pPr>
            <a:r>
              <a:rPr lang="es-ES" sz="1800" b="0" i="0" strike="noStrike" cap="none" baseline="0" dirty="0">
                <a:solidFill>
                  <a:srgbClr val="0000FF"/>
                </a:solidFill>
                <a:effectLst/>
                <a:latin typeface="Consolas"/>
                <a:ea typeface="Consolas"/>
                <a:cs typeface="Consolas"/>
              </a:rPr>
              <a:t>WHERE</a:t>
            </a:r>
            <a:r>
              <a:rPr lang="es-ES" sz="1800" b="0" i="0" strike="noStrike" cap="none" baseline="0" dirty="0">
                <a:solidFill>
                  <a:srgbClr val="000000"/>
                </a:solidFill>
                <a:effectLst/>
                <a:latin typeface="Consolas"/>
                <a:ea typeface="Consolas"/>
                <a:cs typeface="Consolas"/>
              </a:rPr>
              <a:t> </a:t>
            </a:r>
            <a:r>
              <a:rPr lang="es-ES" sz="1800" b="0" i="0" strike="noStrike" cap="none" baseline="0" dirty="0" err="1">
                <a:solidFill>
                  <a:srgbClr val="000000"/>
                </a:solidFill>
                <a:effectLst/>
                <a:latin typeface="Consolas"/>
                <a:ea typeface="Consolas"/>
                <a:cs typeface="Consolas"/>
              </a:rPr>
              <a:t>p.categoryId</a:t>
            </a:r>
            <a:r>
              <a:rPr lang="es-ES" sz="1800" b="0" i="0" strike="noStrike" cap="none" baseline="0" dirty="0">
                <a:solidFill>
                  <a:srgbClr val="000000"/>
                </a:solidFill>
                <a:effectLst/>
                <a:latin typeface="Consolas"/>
                <a:ea typeface="Consolas"/>
                <a:cs typeface="Consolas"/>
              </a:rPr>
              <a:t> = </a:t>
            </a:r>
            <a:r>
              <a:rPr lang="es-ES" sz="1800" b="0" i="0" strike="noStrike" cap="none" baseline="0" dirty="0">
                <a:solidFill>
                  <a:srgbClr val="A31515"/>
                </a:solidFill>
                <a:effectLst/>
                <a:latin typeface="Consolas"/>
                <a:ea typeface="Consolas"/>
                <a:cs typeface="Consolas"/>
              </a:rPr>
              <a:t>"</a:t>
            </a:r>
            <a:r>
              <a:rPr lang="es-ES" sz="1800" b="0" i="0" strike="noStrike" cap="none" baseline="0" dirty="0" err="1">
                <a:solidFill>
                  <a:srgbClr val="A31515"/>
                </a:solidFill>
                <a:effectLst/>
                <a:latin typeface="Consolas"/>
                <a:ea typeface="Consolas"/>
                <a:cs typeface="Consolas"/>
              </a:rPr>
              <a:t>electronics</a:t>
            </a:r>
            <a:r>
              <a:rPr lang="es-ES" sz="1800" b="0" i="0" strike="noStrike" cap="none" baseline="0" dirty="0">
                <a:solidFill>
                  <a:srgbClr val="A31515"/>
                </a:solidFill>
                <a:effectLst/>
                <a:latin typeface="Consolas"/>
                <a:ea typeface="Consolas"/>
                <a:cs typeface="Consolas"/>
              </a:rPr>
              <a:t>"</a:t>
            </a:r>
            <a:endParaRPr sz="7200" dirty="0">
              <a:latin typeface="Consolas"/>
            </a:endParaRPr>
          </a:p>
          <a:p>
            <a:pPr marL="0" indent="0">
              <a:buFont typeface="Arial"/>
              <a:buNone/>
              <a:defRPr/>
            </a:pPr>
            <a:r>
              <a:rPr lang="es-ES" sz="1800" b="0" i="0" strike="noStrike" cap="none" baseline="0" dirty="0">
                <a:solidFill>
                  <a:srgbClr val="000000"/>
                </a:solidFill>
                <a:effectLst/>
                <a:latin typeface="Consolas"/>
                <a:ea typeface="Consolas"/>
                <a:cs typeface="Consolas"/>
              </a:rPr>
              <a:t> </a:t>
            </a:r>
            <a:r>
              <a:rPr lang="es-ES" sz="1800" b="0" i="0" strike="noStrike" cap="none" baseline="0" dirty="0">
                <a:solidFill>
                  <a:srgbClr val="0000FF"/>
                </a:solidFill>
                <a:effectLst/>
                <a:latin typeface="Consolas"/>
                <a:ea typeface="Consolas"/>
                <a:cs typeface="Consolas"/>
              </a:rPr>
              <a:t>AND</a:t>
            </a:r>
            <a:r>
              <a:rPr lang="es-ES" sz="1800" b="0" i="0" strike="noStrike" cap="none" baseline="0" dirty="0">
                <a:solidFill>
                  <a:srgbClr val="000000"/>
                </a:solidFill>
                <a:effectLst/>
                <a:latin typeface="Consolas"/>
                <a:ea typeface="Consolas"/>
                <a:cs typeface="Consolas"/>
              </a:rPr>
              <a:t> </a:t>
            </a:r>
            <a:r>
              <a:rPr lang="es-ES" sz="1800" b="0" i="0" strike="noStrike" cap="none" baseline="0" dirty="0" err="1">
                <a:solidFill>
                  <a:srgbClr val="000000"/>
                </a:solidFill>
                <a:effectLst/>
                <a:latin typeface="Consolas"/>
                <a:ea typeface="Consolas"/>
                <a:cs typeface="Consolas"/>
              </a:rPr>
              <a:t>p.price</a:t>
            </a:r>
            <a:r>
              <a:rPr lang="es-ES" sz="1800" b="0" i="0" strike="noStrike" cap="none" baseline="0" dirty="0">
                <a:solidFill>
                  <a:srgbClr val="000000"/>
                </a:solidFill>
                <a:effectLst/>
                <a:latin typeface="Consolas"/>
                <a:ea typeface="Consolas"/>
                <a:cs typeface="Consolas"/>
              </a:rPr>
              <a:t> &lt; </a:t>
            </a:r>
            <a:r>
              <a:rPr lang="es-ES" sz="1800" b="0" i="0" strike="noStrike" cap="none" baseline="0" dirty="0">
                <a:solidFill>
                  <a:srgbClr val="098658"/>
                </a:solidFill>
                <a:effectLst/>
                <a:latin typeface="Consolas"/>
                <a:ea typeface="Consolas"/>
                <a:cs typeface="Consolas"/>
              </a:rPr>
              <a:t>500</a:t>
            </a:r>
            <a:br>
              <a:rPr sz="1800" dirty="0"/>
            </a:br>
            <a:endParaRPr sz="1800" b="0" i="0" u="none" dirty="0">
              <a:solidFill>
                <a:srgbClr val="098658"/>
              </a:solidFill>
              <a:latin typeface="Consolas"/>
              <a:ea typeface="Cascadia Code Light"/>
              <a:cs typeface="Cascadia Code Light"/>
            </a:endParaRPr>
          </a:p>
          <a:p>
            <a:pPr marL="0" indent="0">
              <a:buFont typeface="Arial"/>
              <a:buNone/>
              <a:defRPr/>
            </a:pPr>
            <a:r>
              <a:rPr lang="es-ES" sz="1800" b="0" i="0" strike="noStrike" cap="none" baseline="0" dirty="0">
                <a:solidFill>
                  <a:srgbClr val="008000"/>
                </a:solidFill>
                <a:effectLst/>
                <a:latin typeface="Consolas"/>
                <a:ea typeface="Consolas"/>
                <a:cs typeface="Consolas"/>
              </a:rPr>
              <a:t>-- </a:t>
            </a:r>
            <a:r>
              <a:rPr lang="es-ES" sz="1800" b="0" i="0" strike="noStrike" cap="none" baseline="0" dirty="0" err="1">
                <a:solidFill>
                  <a:srgbClr val="008000"/>
                </a:solidFill>
                <a:effectLst/>
                <a:latin typeface="Consolas"/>
                <a:ea typeface="Consolas"/>
                <a:cs typeface="Consolas"/>
              </a:rPr>
              <a:t>String</a:t>
            </a:r>
            <a:r>
              <a:rPr lang="es-ES" sz="1800" b="0" i="0" strike="noStrike" cap="none" baseline="0" dirty="0">
                <a:solidFill>
                  <a:srgbClr val="008000"/>
                </a:solidFill>
                <a:effectLst/>
                <a:latin typeface="Consolas"/>
                <a:ea typeface="Consolas"/>
                <a:cs typeface="Consolas"/>
              </a:rPr>
              <a:t> </a:t>
            </a:r>
            <a:r>
              <a:rPr lang="es-ES" sz="1800" b="0" i="0" strike="noStrike" cap="none" baseline="0" dirty="0" err="1">
                <a:solidFill>
                  <a:srgbClr val="008000"/>
                </a:solidFill>
                <a:effectLst/>
                <a:latin typeface="Consolas"/>
                <a:ea typeface="Consolas"/>
                <a:cs typeface="Consolas"/>
              </a:rPr>
              <a:t>functions</a:t>
            </a:r>
            <a:endParaRPr sz="7200" dirty="0">
              <a:latin typeface="Consolas"/>
            </a:endParaRPr>
          </a:p>
          <a:p>
            <a:pPr marL="0" indent="0">
              <a:buFont typeface="Arial"/>
              <a:buNone/>
              <a:defRPr/>
            </a:pPr>
            <a:r>
              <a:rPr lang="es-ES" sz="1800" b="0" i="0" strike="noStrike" cap="none" baseline="0" dirty="0">
                <a:solidFill>
                  <a:srgbClr val="0000FF"/>
                </a:solidFill>
                <a:effectLst/>
                <a:latin typeface="Consolas"/>
                <a:ea typeface="Consolas"/>
                <a:cs typeface="Consolas"/>
              </a:rPr>
              <a:t>SELECT</a:t>
            </a:r>
            <a:r>
              <a:rPr lang="es-ES" sz="1800" b="0" i="0" strike="noStrike" cap="none" baseline="0" dirty="0">
                <a:solidFill>
                  <a:srgbClr val="000000"/>
                </a:solidFill>
                <a:effectLst/>
                <a:latin typeface="Consolas"/>
                <a:ea typeface="Consolas"/>
                <a:cs typeface="Consolas"/>
              </a:rPr>
              <a:t> * </a:t>
            </a:r>
            <a:r>
              <a:rPr lang="es-ES" sz="1800" b="0" i="0" strike="noStrike" cap="none" baseline="0" dirty="0">
                <a:solidFill>
                  <a:srgbClr val="0000FF"/>
                </a:solidFill>
                <a:effectLst/>
                <a:latin typeface="Consolas"/>
                <a:ea typeface="Consolas"/>
                <a:cs typeface="Consolas"/>
              </a:rPr>
              <a:t>FROM</a:t>
            </a:r>
            <a:r>
              <a:rPr lang="es-ES" sz="1800" b="0" i="0" strike="noStrike" cap="none" baseline="0" dirty="0">
                <a:solidFill>
                  <a:srgbClr val="000000"/>
                </a:solidFill>
                <a:effectLst/>
                <a:latin typeface="Consolas"/>
                <a:ea typeface="Consolas"/>
                <a:cs typeface="Consolas"/>
              </a:rPr>
              <a:t> </a:t>
            </a:r>
            <a:r>
              <a:rPr lang="es-ES" sz="1800" b="0" i="0" strike="noStrike" cap="none" baseline="0" dirty="0" err="1">
                <a:solidFill>
                  <a:srgbClr val="000000"/>
                </a:solidFill>
                <a:effectLst/>
                <a:latin typeface="Consolas"/>
                <a:ea typeface="Consolas"/>
                <a:cs typeface="Consolas"/>
              </a:rPr>
              <a:t>products</a:t>
            </a:r>
            <a:r>
              <a:rPr lang="es-ES" sz="1800" b="0" i="0" strike="noStrike" cap="none" baseline="0" dirty="0">
                <a:solidFill>
                  <a:srgbClr val="000000"/>
                </a:solidFill>
                <a:effectLst/>
                <a:latin typeface="Consolas"/>
                <a:ea typeface="Consolas"/>
                <a:cs typeface="Consolas"/>
              </a:rPr>
              <a:t> p</a:t>
            </a:r>
            <a:endParaRPr sz="7200" dirty="0">
              <a:latin typeface="Consolas"/>
            </a:endParaRPr>
          </a:p>
          <a:p>
            <a:pPr marL="0" lvl="0" indent="0">
              <a:buFont typeface="Arial"/>
              <a:buNone/>
              <a:defRPr/>
            </a:pPr>
            <a:r>
              <a:rPr lang="es-ES" sz="1800" b="0" i="0" strike="noStrike" cap="none" baseline="0" dirty="0">
                <a:solidFill>
                  <a:srgbClr val="0000FF"/>
                </a:solidFill>
                <a:effectLst/>
                <a:latin typeface="Consolas"/>
                <a:ea typeface="Consolas"/>
                <a:cs typeface="Consolas"/>
              </a:rPr>
              <a:t>WHERE</a:t>
            </a:r>
            <a:r>
              <a:rPr lang="es-ES" sz="1800" b="0" i="0" strike="noStrike" cap="none" baseline="0" dirty="0">
                <a:solidFill>
                  <a:srgbClr val="000000"/>
                </a:solidFill>
                <a:effectLst/>
                <a:latin typeface="Consolas"/>
                <a:ea typeface="Consolas"/>
                <a:cs typeface="Consolas"/>
              </a:rPr>
              <a:t> CONTAINS(p.name, </a:t>
            </a:r>
            <a:r>
              <a:rPr lang="es-ES" sz="1800" b="0" i="0" strike="noStrike" cap="none" baseline="0" dirty="0">
                <a:solidFill>
                  <a:srgbClr val="A31515"/>
                </a:solidFill>
                <a:effectLst/>
                <a:latin typeface="Consolas"/>
                <a:ea typeface="Consolas"/>
                <a:cs typeface="Consolas"/>
              </a:rPr>
              <a:t>"Speaker"</a:t>
            </a:r>
            <a:r>
              <a:rPr lang="es-ES" sz="1800" b="0" i="0" strike="noStrike" cap="none" baseline="0" dirty="0">
                <a:solidFill>
                  <a:srgbClr val="000000"/>
                </a:solidFill>
                <a:effectLst/>
                <a:latin typeface="Consolas"/>
                <a:ea typeface="Consolas"/>
                <a:cs typeface="Consolas"/>
              </a:rPr>
              <a:t>)</a:t>
            </a:r>
            <a:endParaRPr lang="en-US" sz="2800" b="0" i="0" u="none" strike="noStrike" cap="none" spc="0" dirty="0">
              <a:latin typeface="Consolas"/>
              <a:cs typeface="Times New Roman"/>
            </a:endParaRPr>
          </a:p>
        </p:txBody>
      </p:sp>
      <p:sp>
        <p:nvSpPr>
          <p:cNvPr id="897518370" name="Content Placeholder 3"/>
          <p:cNvSpPr>
            <a:spLocks noGrp="1"/>
          </p:cNvSpPr>
          <p:nvPr/>
        </p:nvSpPr>
        <p:spPr bwMode="auto">
          <a:xfrm>
            <a:off x="6019024" y="1234439"/>
            <a:ext cx="5561949" cy="4816474"/>
          </a:xfrm>
        </p:spPr>
        <p:txBody>
          <a:bodyPr vertOverflow="overflow" horzOverflow="overflow" vert="horz" wrap="square" lIns="0" tIns="0" rIns="0" bIns="0" numCol="1" spcCol="0" rtlCol="0" fromWordArt="0" anchor="t" anchorCtr="0" forceAA="0" compatLnSpc="0">
            <a:noAutofit/>
          </a:bodyPr>
          <a:lstStyle>
            <a:lvl1pPr marL="228600" indent="-228600" algn="l" defTabSz="914400" rtl="0">
              <a:lnSpc>
                <a:spcPct val="100000"/>
              </a:lnSpc>
              <a:spcBef>
                <a:spcPct val="0"/>
              </a:spcBef>
              <a:buFont typeface="Arial"/>
              <a:buChar char="•"/>
              <a:defRPr sz="2800">
                <a:solidFill>
                  <a:schemeClr val="tx1"/>
                </a:solidFill>
                <a:latin typeface="Segoe UI"/>
                <a:ea typeface="+mn-ea"/>
                <a:cs typeface="Segoe UI"/>
              </a:defRPr>
            </a:lvl1pPr>
            <a:lvl2pPr marL="574674" indent="-234949" algn="l" defTabSz="914400" rtl="0">
              <a:lnSpc>
                <a:spcPct val="100000"/>
              </a:lnSpc>
              <a:spcBef>
                <a:spcPct val="0"/>
              </a:spcBef>
              <a:buFont typeface="Arial"/>
              <a:buChar char="•"/>
              <a:defRPr sz="2400">
                <a:solidFill>
                  <a:schemeClr val="tx1"/>
                </a:solidFill>
                <a:latin typeface="Segoe UI"/>
                <a:ea typeface="+mn-ea"/>
                <a:cs typeface="Segoe UI"/>
              </a:defRPr>
            </a:lvl2pPr>
            <a:lvl3pPr marL="914400" indent="-227012" algn="l" defTabSz="914400" rtl="0">
              <a:lnSpc>
                <a:spcPct val="100000"/>
              </a:lnSpc>
              <a:spcBef>
                <a:spcPct val="0"/>
              </a:spcBef>
              <a:buFont typeface="Arial"/>
              <a:buChar char="•"/>
              <a:defRPr sz="2000">
                <a:solidFill>
                  <a:schemeClr val="tx1"/>
                </a:solidFill>
                <a:latin typeface="Segoe UI"/>
                <a:ea typeface="+mn-ea"/>
                <a:cs typeface="Segoe UI"/>
              </a:defRPr>
            </a:lvl3pPr>
            <a:lvl4pPr marL="1141412" indent="-169861" algn="l" defTabSz="914400" rtl="0">
              <a:lnSpc>
                <a:spcPct val="100000"/>
              </a:lnSpc>
              <a:spcBef>
                <a:spcPct val="0"/>
              </a:spcBef>
              <a:buFont typeface="Arial"/>
              <a:buChar char="•"/>
              <a:defRPr sz="1800">
                <a:solidFill>
                  <a:schemeClr val="tx1"/>
                </a:solidFill>
                <a:latin typeface="Segoe UI"/>
                <a:ea typeface="+mn-ea"/>
                <a:cs typeface="Segoe UI"/>
              </a:defRPr>
            </a:lvl4pPr>
            <a:lvl5pPr marL="1376361" indent="-179387" algn="l" defTabSz="914400" rtl="0">
              <a:lnSpc>
                <a:spcPct val="100000"/>
              </a:lnSpc>
              <a:spcBef>
                <a:spcPct val="0"/>
              </a:spcBef>
              <a:buFont typeface="Arial"/>
              <a:buChar char="•"/>
              <a:defRPr sz="1800">
                <a:solidFill>
                  <a:schemeClr val="tx1"/>
                </a:solidFill>
                <a:latin typeface="Segoe UI"/>
                <a:ea typeface="+mn-ea"/>
                <a:cs typeface="Segoe UI"/>
              </a:defRPr>
            </a:lvl5pPr>
            <a:lvl6pPr marL="2514599" indent="-228600" algn="l" defTabSz="914400" rtl="0">
              <a:lnSpc>
                <a:spcPct val="90000"/>
              </a:lnSpc>
              <a:spcBef>
                <a:spcPts val="499"/>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499"/>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499"/>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499"/>
              </a:spcBef>
              <a:buFont typeface="Arial"/>
              <a:buChar char="•"/>
              <a:defRPr sz="1800">
                <a:solidFill>
                  <a:schemeClr val="tx1"/>
                </a:solidFill>
                <a:latin typeface="+mn-lt"/>
                <a:ea typeface="+mn-ea"/>
                <a:cs typeface="+mn-cs"/>
              </a:defRPr>
            </a:lvl9pPr>
          </a:lstStyle>
          <a:p>
            <a:pPr marL="0" lvl="0" indent="0">
              <a:buNone/>
              <a:defRPr/>
            </a:pPr>
            <a:r>
              <a:rPr lang="es-ES" sz="2800" b="0" i="0" strike="noStrike" cap="none" baseline="0" dirty="0">
                <a:solidFill>
                  <a:srgbClr val="000000"/>
                </a:solidFill>
                <a:effectLst/>
                <a:latin typeface="Segoe UI Semibold"/>
                <a:ea typeface="Segoe UI Semibold"/>
                <a:cs typeface="Segoe UI Semibold"/>
              </a:rPr>
              <a:t>Consulta con parámetros</a:t>
            </a:r>
            <a:endParaRPr dirty="0"/>
          </a:p>
          <a:p>
            <a:pPr marL="0" lvl="0" indent="0">
              <a:buNone/>
              <a:defRPr/>
            </a:pPr>
            <a:endParaRPr lang="en-US" sz="800" b="0" i="0" u="none" strike="noStrike" cap="none" spc="0" dirty="0">
              <a:solidFill>
                <a:schemeClr val="tx1"/>
              </a:solidFill>
              <a:latin typeface="Times New Roman"/>
              <a:cs typeface="Times New Roman"/>
            </a:endParaRPr>
          </a:p>
          <a:p>
            <a:pPr marL="0" indent="0">
              <a:buFont typeface="Arial"/>
              <a:buNone/>
              <a:defRPr/>
            </a:pPr>
            <a:r>
              <a:rPr lang="es-ES" sz="1800" b="0" i="0" strike="noStrike" cap="none" baseline="0" dirty="0" err="1">
                <a:solidFill>
                  <a:srgbClr val="001080"/>
                </a:solidFill>
                <a:effectLst/>
                <a:latin typeface="Consolas"/>
                <a:ea typeface="Consolas"/>
                <a:cs typeface="Consolas"/>
              </a:rPr>
              <a:t>query</a:t>
            </a:r>
            <a:r>
              <a:rPr lang="es-ES" sz="1800" b="0" i="0" strike="noStrike" cap="none" baseline="0" dirty="0">
                <a:solidFill>
                  <a:srgbClr val="000000"/>
                </a:solidFill>
                <a:effectLst/>
                <a:latin typeface="Consolas"/>
                <a:ea typeface="Consolas"/>
                <a:cs typeface="Consolas"/>
              </a:rPr>
              <a:t> = </a:t>
            </a:r>
            <a:r>
              <a:rPr lang="es-ES" sz="1800" b="0" i="0" strike="noStrike" cap="none" baseline="0" dirty="0">
                <a:solidFill>
                  <a:srgbClr val="A31515"/>
                </a:solidFill>
                <a:effectLst/>
                <a:latin typeface="Consolas"/>
                <a:ea typeface="Consolas"/>
                <a:cs typeface="Consolas"/>
              </a:rPr>
              <a:t>"""</a:t>
            </a:r>
            <a:endParaRPr sz="1800" dirty="0">
              <a:latin typeface="Consolas"/>
            </a:endParaRPr>
          </a:p>
          <a:p>
            <a:pPr marL="0" indent="0">
              <a:buFont typeface="Arial"/>
              <a:buNone/>
              <a:defRPr/>
            </a:pPr>
            <a:r>
              <a:rPr lang="es-ES" sz="1800" b="0" i="0" strike="noStrike" cap="none" baseline="0" dirty="0">
                <a:solidFill>
                  <a:srgbClr val="A31515"/>
                </a:solidFill>
                <a:effectLst/>
                <a:latin typeface="Consolas"/>
                <a:ea typeface="Consolas"/>
                <a:cs typeface="Consolas"/>
              </a:rPr>
              <a:t> SELECT * FROM </a:t>
            </a:r>
            <a:r>
              <a:rPr lang="es-ES" sz="1800" b="0" i="0" strike="noStrike" cap="none" baseline="0" dirty="0" err="1">
                <a:solidFill>
                  <a:srgbClr val="A31515"/>
                </a:solidFill>
                <a:effectLst/>
                <a:latin typeface="Consolas"/>
                <a:ea typeface="Consolas"/>
                <a:cs typeface="Consolas"/>
              </a:rPr>
              <a:t>products</a:t>
            </a:r>
            <a:r>
              <a:rPr lang="es-ES" sz="1800" b="0" i="0" strike="noStrike" cap="none" baseline="0" dirty="0">
                <a:solidFill>
                  <a:srgbClr val="A31515"/>
                </a:solidFill>
                <a:effectLst/>
                <a:latin typeface="Consolas"/>
                <a:ea typeface="Consolas"/>
                <a:cs typeface="Consolas"/>
              </a:rPr>
              <a:t> p</a:t>
            </a:r>
            <a:endParaRPr sz="1800" dirty="0">
              <a:latin typeface="Consolas"/>
            </a:endParaRPr>
          </a:p>
          <a:p>
            <a:pPr marL="0" indent="0">
              <a:buFont typeface="Arial"/>
              <a:buNone/>
              <a:defRPr/>
            </a:pPr>
            <a:r>
              <a:rPr lang="es-ES" sz="1800" b="0" i="0" strike="noStrike" cap="none" baseline="0" dirty="0">
                <a:solidFill>
                  <a:srgbClr val="A31515"/>
                </a:solidFill>
                <a:effectLst/>
                <a:latin typeface="Consolas"/>
                <a:ea typeface="Consolas"/>
                <a:cs typeface="Consolas"/>
              </a:rPr>
              <a:t> WHERE </a:t>
            </a:r>
            <a:r>
              <a:rPr lang="es-ES" sz="1800" b="0" i="0" strike="noStrike" cap="none" baseline="0" dirty="0" err="1">
                <a:solidFill>
                  <a:srgbClr val="A31515"/>
                </a:solidFill>
                <a:effectLst/>
                <a:latin typeface="Consolas"/>
                <a:ea typeface="Consolas"/>
                <a:cs typeface="Consolas"/>
              </a:rPr>
              <a:t>p.categoryId</a:t>
            </a:r>
            <a:r>
              <a:rPr lang="es-ES" sz="1800" b="0" i="0" strike="noStrike" cap="none" baseline="0" dirty="0">
                <a:solidFill>
                  <a:srgbClr val="A31515"/>
                </a:solidFill>
                <a:effectLst/>
                <a:latin typeface="Consolas"/>
                <a:ea typeface="Consolas"/>
                <a:cs typeface="Consolas"/>
              </a:rPr>
              <a:t> = @category</a:t>
            </a:r>
            <a:endParaRPr sz="1800" dirty="0">
              <a:latin typeface="Consolas"/>
            </a:endParaRPr>
          </a:p>
          <a:p>
            <a:pPr marL="0" indent="0">
              <a:buFont typeface="Arial"/>
              <a:buNone/>
              <a:defRPr/>
            </a:pPr>
            <a:r>
              <a:rPr lang="es-ES" sz="1800" b="0" i="0" strike="noStrike" cap="none" baseline="0" dirty="0">
                <a:solidFill>
                  <a:srgbClr val="A31515"/>
                </a:solidFill>
                <a:effectLst/>
                <a:latin typeface="Consolas"/>
                <a:ea typeface="Consolas"/>
                <a:cs typeface="Consolas"/>
              </a:rPr>
              <a:t> AND </a:t>
            </a:r>
            <a:r>
              <a:rPr lang="es-ES" sz="1800" b="0" i="0" strike="noStrike" cap="none" baseline="0" dirty="0" err="1">
                <a:solidFill>
                  <a:srgbClr val="A31515"/>
                </a:solidFill>
                <a:effectLst/>
                <a:latin typeface="Consolas"/>
                <a:ea typeface="Consolas"/>
                <a:cs typeface="Consolas"/>
              </a:rPr>
              <a:t>p.price</a:t>
            </a:r>
            <a:r>
              <a:rPr lang="es-ES" sz="1800" b="0" i="0" strike="noStrike" cap="none" baseline="0" dirty="0">
                <a:solidFill>
                  <a:srgbClr val="A31515"/>
                </a:solidFill>
                <a:effectLst/>
                <a:latin typeface="Consolas"/>
                <a:ea typeface="Consolas"/>
                <a:cs typeface="Consolas"/>
              </a:rPr>
              <a:t> &lt; @maxPrice</a:t>
            </a:r>
            <a:endParaRPr sz="1800" dirty="0">
              <a:latin typeface="Consolas"/>
            </a:endParaRPr>
          </a:p>
          <a:p>
            <a:pPr marL="0" indent="0">
              <a:buFont typeface="Arial"/>
              <a:buNone/>
              <a:defRPr/>
            </a:pPr>
            <a:r>
              <a:rPr sz="1800" b="0" i="0" u="none" dirty="0">
                <a:solidFill>
                  <a:srgbClr val="A31515"/>
                </a:solidFill>
                <a:latin typeface="Consolas"/>
                <a:ea typeface="Cascadia Code Light"/>
                <a:cs typeface="Cascadia Code Light"/>
              </a:rPr>
              <a:t>"""</a:t>
            </a:r>
            <a:endParaRPr sz="1800" dirty="0">
              <a:latin typeface="Consolas"/>
            </a:endParaRPr>
          </a:p>
          <a:p>
            <a:pPr marL="0" indent="0">
              <a:buFont typeface="Arial"/>
              <a:buNone/>
              <a:defRPr/>
            </a:pPr>
            <a:r>
              <a:rPr lang="es-ES" sz="1800" b="0" i="0" strike="noStrike" cap="none" baseline="0" dirty="0" err="1">
                <a:solidFill>
                  <a:srgbClr val="001080"/>
                </a:solidFill>
                <a:effectLst/>
                <a:latin typeface="Consolas"/>
                <a:ea typeface="Consolas"/>
                <a:cs typeface="Consolas"/>
              </a:rPr>
              <a:t>parameters</a:t>
            </a:r>
            <a:r>
              <a:rPr lang="es-ES" sz="1800" b="0" i="0" strike="noStrike" cap="none" baseline="0" dirty="0">
                <a:solidFill>
                  <a:srgbClr val="000000"/>
                </a:solidFill>
                <a:effectLst/>
                <a:latin typeface="Consolas"/>
                <a:ea typeface="Consolas"/>
                <a:cs typeface="Consolas"/>
              </a:rPr>
              <a:t> = [</a:t>
            </a:r>
            <a:endParaRPr sz="1800" dirty="0">
              <a:latin typeface="Consolas"/>
            </a:endParaRPr>
          </a:p>
          <a:p>
            <a:pPr marL="0" indent="0">
              <a:buFont typeface="Arial"/>
              <a:buNone/>
              <a:defRPr/>
            </a:pPr>
            <a:r>
              <a:rPr lang="es-ES" sz="1800" b="0" i="0" strike="noStrike" cap="none" baseline="0" dirty="0">
                <a:solidFill>
                  <a:srgbClr val="000000"/>
                </a:solidFill>
                <a:effectLst/>
                <a:latin typeface="Consolas"/>
                <a:ea typeface="Consolas"/>
                <a:cs typeface="Consolas"/>
              </a:rPr>
              <a:t> {</a:t>
            </a:r>
            <a:r>
              <a:rPr lang="es-ES" sz="1800" b="0" i="0" strike="noStrike" cap="none" baseline="0" dirty="0">
                <a:solidFill>
                  <a:srgbClr val="A31515"/>
                </a:solidFill>
                <a:effectLst/>
                <a:latin typeface="Consolas"/>
                <a:ea typeface="Consolas"/>
                <a:cs typeface="Consolas"/>
              </a:rPr>
              <a:t>"</a:t>
            </a:r>
            <a:r>
              <a:rPr lang="es-ES" sz="1800" b="0" i="0" strike="noStrike" cap="none" baseline="0" dirty="0" err="1">
                <a:solidFill>
                  <a:srgbClr val="A31515"/>
                </a:solidFill>
                <a:effectLst/>
                <a:latin typeface="Consolas"/>
                <a:ea typeface="Consolas"/>
                <a:cs typeface="Consolas"/>
              </a:rPr>
              <a:t>name</a:t>
            </a:r>
            <a:r>
              <a:rPr lang="es-ES" sz="1800" b="0" i="0" strike="noStrike" cap="none" baseline="0" dirty="0">
                <a:solidFill>
                  <a:srgbClr val="A31515"/>
                </a:solidFill>
                <a:effectLst/>
                <a:latin typeface="Consolas"/>
                <a:ea typeface="Consolas"/>
                <a:cs typeface="Consolas"/>
              </a:rPr>
              <a:t>"</a:t>
            </a:r>
            <a:r>
              <a:rPr lang="es-ES" sz="1800" b="0" i="0" strike="noStrike" cap="none" baseline="0" dirty="0">
                <a:solidFill>
                  <a:srgbClr val="000000"/>
                </a:solidFill>
                <a:effectLst/>
                <a:latin typeface="Consolas"/>
                <a:ea typeface="Consolas"/>
                <a:cs typeface="Consolas"/>
              </a:rPr>
              <a:t>: </a:t>
            </a:r>
            <a:r>
              <a:rPr lang="es-ES" sz="1800" b="0" i="0" strike="noStrike" cap="none" baseline="0" dirty="0">
                <a:solidFill>
                  <a:srgbClr val="A31515"/>
                </a:solidFill>
                <a:effectLst/>
                <a:latin typeface="Consolas"/>
                <a:ea typeface="Consolas"/>
                <a:cs typeface="Consolas"/>
              </a:rPr>
              <a:t>"@</a:t>
            </a:r>
            <a:r>
              <a:rPr lang="es-ES" sz="1800" b="0" i="0" strike="noStrike" cap="none" baseline="0" dirty="0" err="1">
                <a:solidFill>
                  <a:srgbClr val="A31515"/>
                </a:solidFill>
                <a:effectLst/>
                <a:latin typeface="Consolas"/>
                <a:ea typeface="Consolas"/>
                <a:cs typeface="Consolas"/>
              </a:rPr>
              <a:t>category</a:t>
            </a:r>
            <a:r>
              <a:rPr lang="es-ES" sz="1800" b="0" i="0" strike="noStrike" cap="none" baseline="0" dirty="0">
                <a:solidFill>
                  <a:srgbClr val="A31515"/>
                </a:solidFill>
                <a:effectLst/>
                <a:latin typeface="Consolas"/>
                <a:ea typeface="Consolas"/>
                <a:cs typeface="Consolas"/>
              </a:rPr>
              <a:t>"</a:t>
            </a:r>
            <a:r>
              <a:rPr lang="es-ES" sz="1800" b="0" i="0" strike="noStrike" cap="none" baseline="0" dirty="0">
                <a:solidFill>
                  <a:srgbClr val="000000"/>
                </a:solidFill>
                <a:effectLst/>
                <a:latin typeface="Consolas"/>
                <a:ea typeface="Consolas"/>
                <a:cs typeface="Consolas"/>
              </a:rPr>
              <a:t>,</a:t>
            </a:r>
            <a:endParaRPr sz="1800" dirty="0">
              <a:latin typeface="Consolas"/>
            </a:endParaRPr>
          </a:p>
          <a:p>
            <a:pPr marL="0" indent="0">
              <a:buFont typeface="Arial"/>
              <a:buNone/>
              <a:defRPr/>
            </a:pPr>
            <a:r>
              <a:rPr lang="es-ES" sz="1800" b="0" i="0" strike="noStrike" cap="none" baseline="0" dirty="0">
                <a:solidFill>
                  <a:srgbClr val="000000"/>
                </a:solidFill>
                <a:effectLst/>
                <a:latin typeface="Consolas"/>
                <a:ea typeface="Consolas"/>
                <a:cs typeface="Consolas"/>
              </a:rPr>
              <a:t> </a:t>
            </a:r>
            <a:r>
              <a:rPr lang="es-ES" sz="1800" b="0" i="0" strike="noStrike" cap="none" baseline="0" dirty="0">
                <a:solidFill>
                  <a:srgbClr val="A31515"/>
                </a:solidFill>
                <a:effectLst/>
                <a:latin typeface="Consolas"/>
                <a:ea typeface="Consolas"/>
                <a:cs typeface="Consolas"/>
              </a:rPr>
              <a:t>"</a:t>
            </a:r>
            <a:r>
              <a:rPr lang="es-ES" sz="1800" b="0" i="0" strike="noStrike" cap="none" baseline="0" dirty="0" err="1">
                <a:solidFill>
                  <a:srgbClr val="A31515"/>
                </a:solidFill>
                <a:effectLst/>
                <a:latin typeface="Consolas"/>
                <a:ea typeface="Consolas"/>
                <a:cs typeface="Consolas"/>
              </a:rPr>
              <a:t>value</a:t>
            </a:r>
            <a:r>
              <a:rPr lang="es-ES" sz="1800" b="0" i="0" strike="noStrike" cap="none" baseline="0" dirty="0">
                <a:solidFill>
                  <a:srgbClr val="A31515"/>
                </a:solidFill>
                <a:effectLst/>
                <a:latin typeface="Consolas"/>
                <a:ea typeface="Consolas"/>
                <a:cs typeface="Consolas"/>
              </a:rPr>
              <a:t>"</a:t>
            </a:r>
            <a:r>
              <a:rPr lang="es-ES" sz="1800" b="0" i="0" strike="noStrike" cap="none" baseline="0" dirty="0">
                <a:solidFill>
                  <a:srgbClr val="000000"/>
                </a:solidFill>
                <a:effectLst/>
                <a:latin typeface="Consolas"/>
                <a:ea typeface="Consolas"/>
                <a:cs typeface="Consolas"/>
              </a:rPr>
              <a:t>: </a:t>
            </a:r>
            <a:r>
              <a:rPr lang="es-ES" sz="1800" b="0" i="0" strike="noStrike" cap="none" baseline="0" dirty="0">
                <a:solidFill>
                  <a:srgbClr val="A31515"/>
                </a:solidFill>
                <a:effectLst/>
                <a:latin typeface="Consolas"/>
                <a:ea typeface="Consolas"/>
                <a:cs typeface="Consolas"/>
              </a:rPr>
              <a:t>"</a:t>
            </a:r>
            <a:r>
              <a:rPr lang="es-ES" sz="1800" b="0" i="0" strike="noStrike" cap="none" baseline="0" dirty="0" err="1">
                <a:solidFill>
                  <a:srgbClr val="A31515"/>
                </a:solidFill>
                <a:effectLst/>
                <a:latin typeface="Consolas"/>
                <a:ea typeface="Consolas"/>
                <a:cs typeface="Consolas"/>
              </a:rPr>
              <a:t>electronics</a:t>
            </a:r>
            <a:r>
              <a:rPr lang="es-ES" sz="1800" b="0" i="0" strike="noStrike" cap="none" baseline="0" dirty="0">
                <a:solidFill>
                  <a:srgbClr val="A31515"/>
                </a:solidFill>
                <a:effectLst/>
                <a:latin typeface="Consolas"/>
                <a:ea typeface="Consolas"/>
                <a:cs typeface="Consolas"/>
              </a:rPr>
              <a:t>"</a:t>
            </a:r>
            <a:r>
              <a:rPr lang="es-ES" sz="1800" b="0" i="0" strike="noStrike" cap="none" baseline="0" dirty="0">
                <a:solidFill>
                  <a:srgbClr val="000000"/>
                </a:solidFill>
                <a:effectLst/>
                <a:latin typeface="Consolas"/>
                <a:ea typeface="Consolas"/>
                <a:cs typeface="Consolas"/>
              </a:rPr>
              <a:t>},</a:t>
            </a:r>
            <a:endParaRPr sz="1800" dirty="0">
              <a:latin typeface="Consolas"/>
            </a:endParaRPr>
          </a:p>
          <a:p>
            <a:pPr marL="0" indent="0">
              <a:buFont typeface="Arial"/>
              <a:buNone/>
              <a:defRPr/>
            </a:pPr>
            <a:r>
              <a:rPr lang="es-ES" sz="1800" b="0" i="0" strike="noStrike" cap="none" baseline="0" dirty="0">
                <a:solidFill>
                  <a:srgbClr val="000000"/>
                </a:solidFill>
                <a:effectLst/>
                <a:latin typeface="Consolas"/>
                <a:ea typeface="Consolas"/>
                <a:cs typeface="Consolas"/>
              </a:rPr>
              <a:t> {</a:t>
            </a:r>
            <a:r>
              <a:rPr lang="es-ES" sz="1800" b="0" i="0" strike="noStrike" cap="none" baseline="0" dirty="0">
                <a:solidFill>
                  <a:srgbClr val="A31515"/>
                </a:solidFill>
                <a:effectLst/>
                <a:latin typeface="Consolas"/>
                <a:ea typeface="Consolas"/>
                <a:cs typeface="Consolas"/>
              </a:rPr>
              <a:t>"</a:t>
            </a:r>
            <a:r>
              <a:rPr lang="es-ES" sz="1800" b="0" i="0" strike="noStrike" cap="none" baseline="0" dirty="0" err="1">
                <a:solidFill>
                  <a:srgbClr val="A31515"/>
                </a:solidFill>
                <a:effectLst/>
                <a:latin typeface="Consolas"/>
                <a:ea typeface="Consolas"/>
                <a:cs typeface="Consolas"/>
              </a:rPr>
              <a:t>name</a:t>
            </a:r>
            <a:r>
              <a:rPr lang="es-ES" sz="1800" b="0" i="0" strike="noStrike" cap="none" baseline="0" dirty="0">
                <a:solidFill>
                  <a:srgbClr val="A31515"/>
                </a:solidFill>
                <a:effectLst/>
                <a:latin typeface="Consolas"/>
                <a:ea typeface="Consolas"/>
                <a:cs typeface="Consolas"/>
              </a:rPr>
              <a:t>"</a:t>
            </a:r>
            <a:r>
              <a:rPr lang="es-ES" sz="1800" b="0" i="0" strike="noStrike" cap="none" baseline="0" dirty="0">
                <a:solidFill>
                  <a:srgbClr val="000000"/>
                </a:solidFill>
                <a:effectLst/>
                <a:latin typeface="Consolas"/>
                <a:ea typeface="Consolas"/>
                <a:cs typeface="Consolas"/>
              </a:rPr>
              <a:t>: </a:t>
            </a:r>
            <a:r>
              <a:rPr lang="es-ES" sz="1800" b="0" i="0" strike="noStrike" cap="none" baseline="0" dirty="0">
                <a:solidFill>
                  <a:srgbClr val="A31515"/>
                </a:solidFill>
                <a:effectLst/>
                <a:latin typeface="Consolas"/>
                <a:ea typeface="Consolas"/>
                <a:cs typeface="Consolas"/>
              </a:rPr>
              <a:t>"@</a:t>
            </a:r>
            <a:r>
              <a:rPr lang="es-ES" sz="1800" b="0" i="0" strike="noStrike" cap="none" baseline="0" dirty="0" err="1">
                <a:solidFill>
                  <a:srgbClr val="A31515"/>
                </a:solidFill>
                <a:effectLst/>
                <a:latin typeface="Consolas"/>
                <a:ea typeface="Consolas"/>
                <a:cs typeface="Consolas"/>
              </a:rPr>
              <a:t>maxPrice</a:t>
            </a:r>
            <a:r>
              <a:rPr lang="es-ES" sz="1800" b="0" i="0" strike="noStrike" cap="none" baseline="0" dirty="0">
                <a:solidFill>
                  <a:srgbClr val="A31515"/>
                </a:solidFill>
                <a:effectLst/>
                <a:latin typeface="Consolas"/>
                <a:ea typeface="Consolas"/>
                <a:cs typeface="Consolas"/>
              </a:rPr>
              <a:t>"</a:t>
            </a:r>
            <a:r>
              <a:rPr lang="es-ES" sz="1800" b="0" i="0" strike="noStrike" cap="none" baseline="0" dirty="0">
                <a:solidFill>
                  <a:srgbClr val="000000"/>
                </a:solidFill>
                <a:effectLst/>
                <a:latin typeface="Consolas"/>
                <a:ea typeface="Consolas"/>
                <a:cs typeface="Consolas"/>
              </a:rPr>
              <a:t>,</a:t>
            </a:r>
            <a:endParaRPr sz="1800" dirty="0">
              <a:latin typeface="Consolas"/>
            </a:endParaRPr>
          </a:p>
          <a:p>
            <a:pPr marL="0" indent="0">
              <a:buFont typeface="Arial"/>
              <a:buNone/>
              <a:defRPr/>
            </a:pPr>
            <a:r>
              <a:rPr lang="es-ES" sz="1800" b="0" i="0" strike="noStrike" cap="none" baseline="0" dirty="0">
                <a:solidFill>
                  <a:srgbClr val="000000"/>
                </a:solidFill>
                <a:effectLst/>
                <a:latin typeface="Consolas"/>
                <a:ea typeface="Consolas"/>
                <a:cs typeface="Consolas"/>
              </a:rPr>
              <a:t> </a:t>
            </a:r>
            <a:r>
              <a:rPr lang="es-ES" sz="1800" b="0" i="0" strike="noStrike" cap="none" baseline="0" dirty="0">
                <a:solidFill>
                  <a:srgbClr val="A31515"/>
                </a:solidFill>
                <a:effectLst/>
                <a:latin typeface="Consolas"/>
                <a:ea typeface="Consolas"/>
                <a:cs typeface="Consolas"/>
              </a:rPr>
              <a:t>"</a:t>
            </a:r>
            <a:r>
              <a:rPr lang="es-ES" sz="1800" b="0" i="0" strike="noStrike" cap="none" baseline="0" dirty="0" err="1">
                <a:solidFill>
                  <a:srgbClr val="A31515"/>
                </a:solidFill>
                <a:effectLst/>
                <a:latin typeface="Consolas"/>
                <a:ea typeface="Consolas"/>
                <a:cs typeface="Consolas"/>
              </a:rPr>
              <a:t>value</a:t>
            </a:r>
            <a:r>
              <a:rPr lang="es-ES" sz="1800" b="0" i="0" strike="noStrike" cap="none" baseline="0" dirty="0">
                <a:solidFill>
                  <a:srgbClr val="A31515"/>
                </a:solidFill>
                <a:effectLst/>
                <a:latin typeface="Consolas"/>
                <a:ea typeface="Consolas"/>
                <a:cs typeface="Consolas"/>
              </a:rPr>
              <a:t>"</a:t>
            </a:r>
            <a:r>
              <a:rPr lang="es-ES" sz="1800" b="0" i="0" strike="noStrike" cap="none" baseline="0" dirty="0">
                <a:solidFill>
                  <a:srgbClr val="000000"/>
                </a:solidFill>
                <a:effectLst/>
                <a:latin typeface="Consolas"/>
                <a:ea typeface="Consolas"/>
                <a:cs typeface="Consolas"/>
              </a:rPr>
              <a:t>: </a:t>
            </a:r>
            <a:r>
              <a:rPr lang="es-ES" sz="1800" b="0" i="0" strike="noStrike" cap="none" baseline="0" dirty="0">
                <a:solidFill>
                  <a:srgbClr val="098658"/>
                </a:solidFill>
                <a:effectLst/>
                <a:latin typeface="Consolas"/>
                <a:ea typeface="Consolas"/>
                <a:cs typeface="Consolas"/>
              </a:rPr>
              <a:t>500.00</a:t>
            </a:r>
            <a:r>
              <a:rPr lang="es-ES" sz="1800" b="0" i="0" strike="noStrike" cap="none" baseline="0" dirty="0">
                <a:solidFill>
                  <a:srgbClr val="000000"/>
                </a:solidFill>
                <a:effectLst/>
                <a:latin typeface="Consolas"/>
                <a:ea typeface="Consolas"/>
                <a:cs typeface="Consolas"/>
              </a:rPr>
              <a:t>}</a:t>
            </a:r>
            <a:endParaRPr sz="1800" dirty="0">
              <a:latin typeface="Consolas"/>
            </a:endParaRPr>
          </a:p>
          <a:p>
            <a:pPr marL="0" indent="0">
              <a:buFont typeface="Arial"/>
              <a:buNone/>
              <a:defRPr/>
            </a:pPr>
            <a:r>
              <a:rPr sz="1800" b="0" i="0" u="none" dirty="0">
                <a:solidFill>
                  <a:srgbClr val="000000"/>
                </a:solidFill>
                <a:latin typeface="Consolas"/>
                <a:ea typeface="Cascadia Code Light"/>
                <a:cs typeface="Cascadia Code Light"/>
              </a:rPr>
              <a:t>]</a:t>
            </a:r>
            <a:endParaRPr sz="1800" dirty="0">
              <a:latin typeface="Consolas"/>
            </a:endParaRPr>
          </a:p>
          <a:p>
            <a:pPr marL="0" indent="0">
              <a:buFont typeface="Arial"/>
              <a:buNone/>
              <a:defRPr/>
            </a:pPr>
            <a:r>
              <a:rPr lang="es-ES" sz="1800" b="0" i="0" strike="noStrike" cap="none" baseline="0" dirty="0" err="1">
                <a:solidFill>
                  <a:srgbClr val="001080"/>
                </a:solidFill>
                <a:effectLst/>
                <a:latin typeface="Consolas"/>
                <a:ea typeface="Consolas"/>
                <a:cs typeface="Consolas"/>
              </a:rPr>
              <a:t>items</a:t>
            </a:r>
            <a:r>
              <a:rPr lang="es-ES" sz="1800" b="0" i="0" strike="noStrike" cap="none" baseline="0" dirty="0">
                <a:solidFill>
                  <a:srgbClr val="000000"/>
                </a:solidFill>
                <a:effectLst/>
                <a:latin typeface="Consolas"/>
                <a:ea typeface="Consolas"/>
                <a:cs typeface="Consolas"/>
              </a:rPr>
              <a:t> = </a:t>
            </a:r>
            <a:r>
              <a:rPr lang="es-ES" sz="1800" b="0" i="0" strike="noStrike" cap="none" baseline="0" dirty="0" err="1">
                <a:solidFill>
                  <a:srgbClr val="000000"/>
                </a:solidFill>
                <a:effectLst/>
                <a:latin typeface="Consolas"/>
                <a:ea typeface="Consolas"/>
                <a:cs typeface="Consolas"/>
              </a:rPr>
              <a:t>container.query_items</a:t>
            </a:r>
            <a:r>
              <a:rPr lang="es-ES" sz="1800" b="0" i="0" strike="noStrike" cap="none" baseline="0" dirty="0">
                <a:solidFill>
                  <a:srgbClr val="000000"/>
                </a:solidFill>
                <a:effectLst/>
                <a:latin typeface="Consolas"/>
                <a:ea typeface="Consolas"/>
                <a:cs typeface="Consolas"/>
              </a:rPr>
              <a:t>(</a:t>
            </a:r>
            <a:endParaRPr sz="1800" dirty="0">
              <a:latin typeface="Consolas"/>
            </a:endParaRPr>
          </a:p>
          <a:p>
            <a:pPr marL="0" indent="0">
              <a:buFont typeface="Arial"/>
              <a:buNone/>
              <a:defRPr/>
            </a:pPr>
            <a:r>
              <a:rPr lang="es-ES" sz="1800" b="0" i="0" strike="noStrike" cap="none" baseline="0" dirty="0">
                <a:solidFill>
                  <a:srgbClr val="000000"/>
                </a:solidFill>
                <a:effectLst/>
                <a:latin typeface="Consolas"/>
                <a:ea typeface="Consolas"/>
                <a:cs typeface="Consolas"/>
              </a:rPr>
              <a:t> </a:t>
            </a:r>
            <a:r>
              <a:rPr lang="es-ES" sz="1800" b="0" i="0" strike="noStrike" cap="none" baseline="0" dirty="0" err="1">
                <a:solidFill>
                  <a:srgbClr val="001080"/>
                </a:solidFill>
                <a:effectLst/>
                <a:latin typeface="Consolas"/>
                <a:ea typeface="Consolas"/>
                <a:cs typeface="Consolas"/>
              </a:rPr>
              <a:t>query</a:t>
            </a:r>
            <a:r>
              <a:rPr lang="es-ES" sz="1800" b="0" i="0" strike="noStrike" cap="none" baseline="0" dirty="0">
                <a:solidFill>
                  <a:srgbClr val="000000"/>
                </a:solidFill>
                <a:effectLst/>
                <a:latin typeface="Consolas"/>
                <a:ea typeface="Consolas"/>
                <a:cs typeface="Consolas"/>
              </a:rPr>
              <a:t>=</a:t>
            </a:r>
            <a:r>
              <a:rPr lang="es-ES" sz="1800" b="0" i="0" strike="noStrike" cap="none" baseline="0" dirty="0" err="1">
                <a:solidFill>
                  <a:srgbClr val="001080"/>
                </a:solidFill>
                <a:effectLst/>
                <a:latin typeface="Consolas"/>
                <a:ea typeface="Consolas"/>
                <a:cs typeface="Consolas"/>
              </a:rPr>
              <a:t>query</a:t>
            </a:r>
            <a:r>
              <a:rPr lang="es-ES" sz="1800" b="0" i="0" strike="noStrike" cap="none" baseline="0" dirty="0">
                <a:solidFill>
                  <a:srgbClr val="000000"/>
                </a:solidFill>
                <a:effectLst/>
                <a:latin typeface="Consolas"/>
                <a:ea typeface="Consolas"/>
                <a:cs typeface="Consolas"/>
              </a:rPr>
              <a:t>,</a:t>
            </a:r>
            <a:endParaRPr sz="1800" dirty="0">
              <a:latin typeface="Consolas"/>
            </a:endParaRPr>
          </a:p>
          <a:p>
            <a:pPr marL="0" indent="0">
              <a:buFont typeface="Arial"/>
              <a:buNone/>
              <a:defRPr/>
            </a:pPr>
            <a:r>
              <a:rPr lang="es-ES" sz="1800" b="0" i="0" strike="noStrike" cap="none" baseline="0" dirty="0">
                <a:solidFill>
                  <a:srgbClr val="000000"/>
                </a:solidFill>
                <a:effectLst/>
                <a:latin typeface="Consolas"/>
                <a:ea typeface="Consolas"/>
                <a:cs typeface="Consolas"/>
              </a:rPr>
              <a:t> </a:t>
            </a:r>
            <a:r>
              <a:rPr lang="es-ES" sz="1800" b="0" i="0" strike="noStrike" cap="none" baseline="0" dirty="0" err="1">
                <a:solidFill>
                  <a:srgbClr val="001080"/>
                </a:solidFill>
                <a:effectLst/>
                <a:latin typeface="Consolas"/>
                <a:ea typeface="Consolas"/>
                <a:cs typeface="Consolas"/>
              </a:rPr>
              <a:t>parameters</a:t>
            </a:r>
            <a:r>
              <a:rPr lang="es-ES" sz="1800" b="0" i="0" strike="noStrike" cap="none" baseline="0" dirty="0">
                <a:solidFill>
                  <a:srgbClr val="000000"/>
                </a:solidFill>
                <a:effectLst/>
                <a:latin typeface="Consolas"/>
                <a:ea typeface="Consolas"/>
                <a:cs typeface="Consolas"/>
              </a:rPr>
              <a:t>=</a:t>
            </a:r>
            <a:r>
              <a:rPr lang="es-ES" sz="1800" b="0" i="0" strike="noStrike" cap="none" baseline="0" dirty="0" err="1">
                <a:solidFill>
                  <a:srgbClr val="001080"/>
                </a:solidFill>
                <a:effectLst/>
                <a:latin typeface="Consolas"/>
                <a:ea typeface="Consolas"/>
                <a:cs typeface="Consolas"/>
              </a:rPr>
              <a:t>parameters</a:t>
            </a:r>
            <a:r>
              <a:rPr lang="es-ES" sz="1800" b="0" i="0" strike="noStrike" cap="none" baseline="0" dirty="0">
                <a:solidFill>
                  <a:srgbClr val="000000"/>
                </a:solidFill>
                <a:effectLst/>
                <a:latin typeface="Consolas"/>
                <a:ea typeface="Consolas"/>
                <a:cs typeface="Consolas"/>
              </a:rPr>
              <a:t>,</a:t>
            </a:r>
            <a:endParaRPr sz="1800" dirty="0">
              <a:latin typeface="Consolas"/>
            </a:endParaRPr>
          </a:p>
          <a:p>
            <a:pPr marL="0" indent="0">
              <a:buFont typeface="Arial"/>
              <a:buNone/>
              <a:defRPr/>
            </a:pPr>
            <a:r>
              <a:rPr lang="es-ES" sz="1800" b="0" i="0" strike="noStrike" cap="none" baseline="0" dirty="0">
                <a:solidFill>
                  <a:srgbClr val="000000"/>
                </a:solidFill>
                <a:effectLst/>
                <a:latin typeface="Consolas"/>
                <a:ea typeface="Consolas"/>
                <a:cs typeface="Consolas"/>
              </a:rPr>
              <a:t> </a:t>
            </a:r>
            <a:r>
              <a:rPr lang="es-ES" sz="1800" b="0" i="0" strike="noStrike" cap="none" baseline="0" dirty="0" err="1">
                <a:solidFill>
                  <a:srgbClr val="001080"/>
                </a:solidFill>
                <a:effectLst/>
                <a:latin typeface="Consolas"/>
                <a:ea typeface="Consolas"/>
                <a:cs typeface="Consolas"/>
              </a:rPr>
              <a:t>partition_key</a:t>
            </a:r>
            <a:r>
              <a:rPr lang="es-ES" sz="1800" b="0" i="0" strike="noStrike" cap="none" baseline="0" dirty="0">
                <a:solidFill>
                  <a:srgbClr val="000000"/>
                </a:solidFill>
                <a:effectLst/>
                <a:latin typeface="Consolas"/>
                <a:ea typeface="Consolas"/>
                <a:cs typeface="Consolas"/>
              </a:rPr>
              <a:t>=</a:t>
            </a:r>
            <a:r>
              <a:rPr lang="es-ES" sz="1800" b="0" i="0" strike="noStrike" cap="none" baseline="0" dirty="0">
                <a:solidFill>
                  <a:srgbClr val="A31515"/>
                </a:solidFill>
                <a:effectLst/>
                <a:latin typeface="Consolas"/>
                <a:ea typeface="Consolas"/>
                <a:cs typeface="Consolas"/>
              </a:rPr>
              <a:t>"</a:t>
            </a:r>
            <a:r>
              <a:rPr lang="es-ES" sz="1800" b="0" i="0" strike="noStrike" cap="none" baseline="0" dirty="0" err="1">
                <a:solidFill>
                  <a:srgbClr val="A31515"/>
                </a:solidFill>
                <a:effectLst/>
                <a:latin typeface="Consolas"/>
                <a:ea typeface="Consolas"/>
                <a:cs typeface="Consolas"/>
              </a:rPr>
              <a:t>electronics</a:t>
            </a:r>
            <a:r>
              <a:rPr lang="es-ES" sz="1800" b="0" i="0" strike="noStrike" cap="none" baseline="0" dirty="0">
                <a:solidFill>
                  <a:srgbClr val="A31515"/>
                </a:solidFill>
                <a:effectLst/>
                <a:latin typeface="Consolas"/>
                <a:ea typeface="Consolas"/>
                <a:cs typeface="Consolas"/>
              </a:rPr>
              <a:t>"</a:t>
            </a:r>
            <a:endParaRPr sz="1800" dirty="0">
              <a:latin typeface="Consolas"/>
            </a:endParaRPr>
          </a:p>
          <a:p>
            <a:pPr marL="0" lvl="0" indent="0">
              <a:buFont typeface="Arial"/>
              <a:buNone/>
              <a:defRPr/>
            </a:pPr>
            <a:r>
              <a:rPr sz="1800" b="0" i="0" u="none" dirty="0">
                <a:solidFill>
                  <a:srgbClr val="000000"/>
                </a:solidFill>
                <a:latin typeface="Consolas"/>
                <a:ea typeface="Cascadia Code Light"/>
                <a:cs typeface="Cascadia Code Light"/>
              </a:rPr>
              <a:t>)</a:t>
            </a:r>
            <a:endParaRPr lang="en-US" sz="2800" b="0" i="0" u="none" strike="noStrike" cap="none" spc="0" dirty="0">
              <a:latin typeface="Consolas"/>
              <a:cs typeface="Times New Roman"/>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1812517" name="Title 1"/>
          <p:cNvSpPr>
            <a:spLocks noGrp="1"/>
          </p:cNvSpPr>
          <p:nvPr>
            <p:ph type="title"/>
          </p:nvPr>
        </p:nvSpPr>
        <p:spPr bwMode="auto"/>
        <p:txBody>
          <a:bodyPr/>
          <a:lstStyle/>
          <a:p>
            <a:pPr>
              <a:defRPr/>
            </a:pPr>
            <a:r>
              <a:rPr lang="es-ES" sz="3200" b="0" i="0" strike="noStrike" cap="none" baseline="0">
                <a:solidFill>
                  <a:srgbClr val="000000"/>
                </a:solidFill>
                <a:effectLst/>
                <a:latin typeface="Segoe UI Semibold"/>
                <a:ea typeface="Segoe UI Semibold"/>
                <a:cs typeface="Segoe UI Semibold"/>
              </a:rPr>
              <a:t>Consulta de Azure Cosmos DB for NoSQL (2 de 2)</a:t>
            </a:r>
            <a:endParaRPr/>
          </a:p>
        </p:txBody>
      </p:sp>
      <p:sp>
        <p:nvSpPr>
          <p:cNvPr id="971842263" name="Content Placeholder 3"/>
          <p:cNvSpPr>
            <a:spLocks noGrp="1"/>
          </p:cNvSpPr>
          <p:nvPr>
            <p:ph sz="quarter" idx="10"/>
          </p:nvPr>
        </p:nvSpPr>
        <p:spPr bwMode="auto">
          <a:xfrm>
            <a:off x="457200" y="1234439"/>
            <a:ext cx="5037670" cy="4816474"/>
          </a:xfrm>
        </p:spPr>
        <p:txBody>
          <a:bodyPr vertOverflow="overflow" horzOverflow="overflow" vert="horz" wrap="square" lIns="0" tIns="0" rIns="0" bIns="0" numCol="1" spcCol="0" rtlCol="0" fromWordArt="0" anchor="t" anchorCtr="0" forceAA="0" compatLnSpc="0">
            <a:noAutofit/>
          </a:bodyPr>
          <a:lstStyle/>
          <a:p>
            <a:pPr marL="0" lvl="0" indent="0">
              <a:buNone/>
              <a:defRPr/>
            </a:pPr>
            <a:r>
              <a:rPr lang="es-ES" sz="2800" b="0" i="0" strike="noStrike" cap="none" baseline="0">
                <a:solidFill>
                  <a:srgbClr val="000000"/>
                </a:solidFill>
                <a:effectLst/>
                <a:latin typeface="Segoe UI Semibold"/>
                <a:ea typeface="Segoe UI Semibold"/>
                <a:cs typeface="Segoe UI Semibold"/>
              </a:rPr>
              <a:t>Partición única (preferida)</a:t>
            </a:r>
            <a:endParaRPr lang="en-US" sz="2800" b="0" i="0" u="none" strike="noStrike" cap="none" spc="0">
              <a:solidFill>
                <a:schemeClr val="tx1"/>
              </a:solidFill>
              <a:latin typeface="Times New Roman"/>
              <a:cs typeface="Times New Roman"/>
            </a:endParaRPr>
          </a:p>
          <a:p>
            <a:pPr marL="0" indent="0">
              <a:buNone/>
              <a:defRPr/>
            </a:pPr>
            <a:endParaRPr lang="en-US" sz="1800">
              <a:solidFill>
                <a:srgbClr val="001080"/>
              </a:solidFill>
              <a:latin typeface="Consolas"/>
              <a:ea typeface="Cascadia Code Light"/>
              <a:cs typeface="Cascadia Code Light"/>
            </a:endParaRPr>
          </a:p>
          <a:p>
            <a:pPr marL="0" indent="0">
              <a:buFont typeface="Arial"/>
              <a:buNone/>
              <a:defRPr/>
            </a:pPr>
            <a:r>
              <a:rPr lang="es-ES" sz="1800" b="0" i="0" strike="noStrike" cap="none" baseline="0">
                <a:solidFill>
                  <a:srgbClr val="001080"/>
                </a:solidFill>
                <a:effectLst/>
                <a:latin typeface="Consolas"/>
                <a:ea typeface="Consolas"/>
                <a:cs typeface="Consolas"/>
              </a:rPr>
              <a:t>items</a:t>
            </a:r>
            <a:r>
              <a:rPr lang="es-ES" sz="1800" b="0" i="0" strike="noStrike" cap="none" baseline="0">
                <a:solidFill>
                  <a:srgbClr val="000000"/>
                </a:solidFill>
                <a:effectLst/>
                <a:latin typeface="Consolas"/>
                <a:ea typeface="Consolas"/>
                <a:cs typeface="Consolas"/>
              </a:rPr>
              <a:t> = container.query_items(</a:t>
            </a:r>
            <a:endParaRPr sz="7200"/>
          </a:p>
          <a:p>
            <a:pPr marL="0" indent="0">
              <a:buFont typeface="Arial"/>
              <a:buNone/>
              <a:defRPr/>
            </a:pPr>
            <a:r>
              <a:rPr lang="es-ES" sz="1800" b="0" i="0" strike="noStrike" cap="none" baseline="0">
                <a:solidFill>
                  <a:srgbClr val="000000"/>
                </a:solidFill>
                <a:effectLst/>
                <a:latin typeface="Consolas"/>
                <a:ea typeface="Consolas"/>
                <a:cs typeface="Consolas"/>
              </a:rPr>
              <a:t> </a:t>
            </a:r>
            <a:r>
              <a:rPr lang="es-ES" sz="1800" b="0" i="0" strike="noStrike" cap="none" baseline="0">
                <a:solidFill>
                  <a:srgbClr val="001080"/>
                </a:solidFill>
                <a:effectLst/>
                <a:latin typeface="Consolas"/>
                <a:ea typeface="Consolas"/>
                <a:cs typeface="Consolas"/>
              </a:rPr>
              <a:t>query</a:t>
            </a:r>
            <a:r>
              <a:rPr lang="es-ES" sz="1800" b="0" i="0" strike="noStrike" cap="none" baseline="0">
                <a:solidFill>
                  <a:srgbClr val="000000"/>
                </a:solidFill>
                <a:effectLst/>
                <a:latin typeface="Consolas"/>
                <a:ea typeface="Consolas"/>
                <a:cs typeface="Consolas"/>
              </a:rPr>
              <a:t>=query,</a:t>
            </a:r>
            <a:endParaRPr sz="7200"/>
          </a:p>
          <a:p>
            <a:pPr marL="0" indent="0">
              <a:buFont typeface="Arial"/>
              <a:buNone/>
              <a:defRPr/>
            </a:pPr>
            <a:r>
              <a:rPr lang="es-ES" sz="1800" b="0" i="0" strike="noStrike" cap="none" baseline="0">
                <a:solidFill>
                  <a:srgbClr val="000000"/>
                </a:solidFill>
                <a:effectLst/>
                <a:latin typeface="Consolas"/>
                <a:ea typeface="Consolas"/>
                <a:cs typeface="Consolas"/>
              </a:rPr>
              <a:t> </a:t>
            </a:r>
            <a:r>
              <a:rPr lang="es-ES" sz="1800" b="0" i="0" strike="noStrike" cap="none" baseline="0">
                <a:solidFill>
                  <a:srgbClr val="001080"/>
                </a:solidFill>
                <a:effectLst/>
                <a:latin typeface="Consolas"/>
                <a:ea typeface="Consolas"/>
                <a:cs typeface="Consolas"/>
              </a:rPr>
              <a:t>parameters</a:t>
            </a:r>
            <a:r>
              <a:rPr lang="es-ES" sz="1800" b="0" i="0" strike="noStrike" cap="none" baseline="0">
                <a:solidFill>
                  <a:srgbClr val="000000"/>
                </a:solidFill>
                <a:effectLst/>
                <a:latin typeface="Consolas"/>
                <a:ea typeface="Consolas"/>
                <a:cs typeface="Consolas"/>
              </a:rPr>
              <a:t>=params,</a:t>
            </a:r>
            <a:endParaRPr sz="7200"/>
          </a:p>
          <a:p>
            <a:pPr marL="0" indent="0">
              <a:buFont typeface="Arial"/>
              <a:buNone/>
              <a:defRPr/>
            </a:pPr>
            <a:r>
              <a:rPr lang="es-ES" sz="1800" b="0" i="0" strike="noStrike" cap="none" baseline="0">
                <a:solidFill>
                  <a:srgbClr val="000000"/>
                </a:solidFill>
                <a:effectLst/>
                <a:latin typeface="Consolas"/>
                <a:ea typeface="Consolas"/>
                <a:cs typeface="Consolas"/>
              </a:rPr>
              <a:t> </a:t>
            </a:r>
            <a:r>
              <a:rPr lang="es-ES" sz="1800" b="0" i="0" strike="noStrike" cap="none" baseline="0">
                <a:solidFill>
                  <a:srgbClr val="001080"/>
                </a:solidFill>
                <a:effectLst/>
                <a:latin typeface="Consolas"/>
                <a:ea typeface="Consolas"/>
                <a:cs typeface="Consolas"/>
              </a:rPr>
              <a:t>partition_key</a:t>
            </a:r>
            <a:r>
              <a:rPr lang="es-ES" sz="1800" b="0" i="0" strike="noStrike" cap="none" baseline="0">
                <a:solidFill>
                  <a:srgbClr val="000000"/>
                </a:solidFill>
                <a:effectLst/>
                <a:latin typeface="Consolas"/>
                <a:ea typeface="Consolas"/>
                <a:cs typeface="Consolas"/>
              </a:rPr>
              <a:t>=</a:t>
            </a:r>
            <a:r>
              <a:rPr lang="es-ES" sz="1800" b="0" i="0" strike="noStrike" cap="none" baseline="0">
                <a:solidFill>
                  <a:srgbClr val="A31515"/>
                </a:solidFill>
                <a:effectLst/>
                <a:latin typeface="Consolas"/>
                <a:ea typeface="Consolas"/>
                <a:cs typeface="Consolas"/>
              </a:rPr>
              <a:t>"electronics"</a:t>
            </a:r>
            <a:endParaRPr sz="7200"/>
          </a:p>
          <a:p>
            <a:pPr marL="0" indent="0">
              <a:buFont typeface="Arial"/>
              <a:buNone/>
              <a:defRPr/>
            </a:pPr>
            <a:r>
              <a:rPr sz="1800" b="0" i="0" u="none">
                <a:solidFill>
                  <a:srgbClr val="000000"/>
                </a:solidFill>
                <a:latin typeface="Consolas"/>
                <a:ea typeface="Consolas"/>
                <a:cs typeface="Consolas"/>
              </a:rPr>
              <a:t>)</a:t>
            </a:r>
            <a:endParaRPr sz="1800">
              <a:latin typeface="Consolas"/>
            </a:endParaRPr>
          </a:p>
          <a:p>
            <a:pPr marL="0" indent="0">
              <a:buFont typeface="Arial"/>
              <a:buNone/>
              <a:defRPr/>
            </a:pPr>
            <a:endParaRPr sz="1800" b="0" i="0" u="none">
              <a:solidFill>
                <a:srgbClr val="000000"/>
              </a:solidFill>
              <a:latin typeface="Consolas"/>
              <a:ea typeface="Cascadia Code Light"/>
              <a:cs typeface="Cascadia Code Light"/>
            </a:endParaRPr>
          </a:p>
          <a:p>
            <a:pPr lvl="0">
              <a:defRPr/>
            </a:pPr>
            <a:r>
              <a:rPr lang="es-ES" sz="2000" b="0" i="0" strike="noStrike" cap="none" baseline="0">
                <a:solidFill>
                  <a:srgbClr val="000000"/>
                </a:solidFill>
                <a:effectLst/>
                <a:latin typeface="Segoe UI"/>
                <a:ea typeface="Segoe UI"/>
                <a:cs typeface="Segoe UI"/>
              </a:rPr>
              <a:t>Rutas a una partición</a:t>
            </a:r>
            <a:endParaRPr sz="2000">
              <a:latin typeface="Segoe UI"/>
              <a:cs typeface="Segoe UI"/>
            </a:endParaRPr>
          </a:p>
          <a:p>
            <a:pPr lvl="0">
              <a:defRPr/>
            </a:pPr>
            <a:r>
              <a:rPr lang="es-ES" sz="2000" b="0" i="0" strike="noStrike" cap="none" baseline="0">
                <a:solidFill>
                  <a:srgbClr val="000000"/>
                </a:solidFill>
                <a:effectLst/>
                <a:latin typeface="Segoe UI"/>
                <a:ea typeface="Segoe UI"/>
                <a:cs typeface="Segoe UI"/>
              </a:rPr>
              <a:t>Menor coste de RU, menor latencia</a:t>
            </a:r>
            <a:endParaRPr sz="2000">
              <a:latin typeface="Segoe UI"/>
              <a:cs typeface="Segoe UI"/>
            </a:endParaRPr>
          </a:p>
          <a:p>
            <a:pPr lvl="0">
              <a:defRPr/>
            </a:pPr>
            <a:r>
              <a:rPr lang="es-ES" sz="2000" b="0" i="0" strike="noStrike" cap="none" baseline="0">
                <a:solidFill>
                  <a:srgbClr val="000000"/>
                </a:solidFill>
                <a:effectLst/>
                <a:latin typeface="Segoe UI"/>
                <a:ea typeface="Segoe UI"/>
                <a:cs typeface="Segoe UI"/>
              </a:rPr>
              <a:t>Especificación del parámetro </a:t>
            </a:r>
            <a:r>
              <a:rPr lang="es-ES" sz="1800" b="0" i="0" strike="noStrike" cap="none" baseline="0">
                <a:solidFill>
                  <a:srgbClr val="000000"/>
                </a:solidFill>
                <a:effectLst/>
                <a:latin typeface="Cascadia Code Light"/>
                <a:ea typeface="Cascadia Code Light"/>
                <a:cs typeface="Cascadia Code Light"/>
              </a:rPr>
              <a:t>partition_key</a:t>
            </a:r>
            <a:r>
              <a:rPr lang="es-ES" sz="2000" b="0" i="0" strike="noStrike" cap="none" baseline="0">
                <a:solidFill>
                  <a:srgbClr val="000000"/>
                </a:solidFill>
                <a:effectLst/>
                <a:latin typeface="Segoe UI"/>
                <a:ea typeface="Segoe UI"/>
                <a:cs typeface="Segoe UI"/>
              </a:rPr>
              <a:t> o inclusión en </a:t>
            </a:r>
            <a:r>
              <a:rPr lang="es-ES" sz="2000" b="0" i="0" strike="noStrike" cap="none" baseline="0">
                <a:solidFill>
                  <a:srgbClr val="000000"/>
                </a:solidFill>
                <a:effectLst/>
                <a:latin typeface="Cascadia Code SemiLight"/>
                <a:ea typeface="Cascadia Code SemiLight"/>
                <a:cs typeface="Cascadia Code SemiLight"/>
              </a:rPr>
              <a:t>WHERE</a:t>
            </a:r>
            <a:endParaRPr sz="1600">
              <a:latin typeface="Segoe UI"/>
              <a:cs typeface="Segoe UI"/>
            </a:endParaRPr>
          </a:p>
        </p:txBody>
      </p:sp>
      <p:sp>
        <p:nvSpPr>
          <p:cNvPr id="620051253" name="Content Placeholder 3"/>
          <p:cNvSpPr>
            <a:spLocks noGrp="1"/>
          </p:cNvSpPr>
          <p:nvPr/>
        </p:nvSpPr>
        <p:spPr bwMode="auto">
          <a:xfrm>
            <a:off x="6019025" y="1234439"/>
            <a:ext cx="5037670" cy="4816474"/>
          </a:xfrm>
        </p:spPr>
        <p:txBody>
          <a:bodyPr vertOverflow="overflow" horzOverflow="overflow" vert="horz" wrap="square" lIns="0" tIns="0" rIns="0" bIns="0" numCol="1" spcCol="0" rtlCol="0" fromWordArt="0" anchor="t" anchorCtr="0" forceAA="0" compatLnSpc="0">
            <a:noAutofit/>
          </a:bodyPr>
          <a:lstStyle>
            <a:lvl1pPr marL="228600" indent="-228600" algn="l" defTabSz="914400" rtl="0">
              <a:lnSpc>
                <a:spcPct val="100000"/>
              </a:lnSpc>
              <a:spcBef>
                <a:spcPct val="0"/>
              </a:spcBef>
              <a:buFont typeface="Arial"/>
              <a:buChar char="•"/>
              <a:defRPr sz="2800">
                <a:solidFill>
                  <a:schemeClr val="tx1"/>
                </a:solidFill>
                <a:latin typeface="Segoe UI"/>
                <a:ea typeface="+mn-ea"/>
                <a:cs typeface="Segoe UI"/>
              </a:defRPr>
            </a:lvl1pPr>
            <a:lvl2pPr marL="574674" indent="-234949" algn="l" defTabSz="914400" rtl="0">
              <a:lnSpc>
                <a:spcPct val="100000"/>
              </a:lnSpc>
              <a:spcBef>
                <a:spcPct val="0"/>
              </a:spcBef>
              <a:buFont typeface="Arial"/>
              <a:buChar char="•"/>
              <a:defRPr sz="2400">
                <a:solidFill>
                  <a:schemeClr val="tx1"/>
                </a:solidFill>
                <a:latin typeface="Segoe UI"/>
                <a:ea typeface="+mn-ea"/>
                <a:cs typeface="Segoe UI"/>
              </a:defRPr>
            </a:lvl2pPr>
            <a:lvl3pPr marL="914400" indent="-227012" algn="l" defTabSz="914400" rtl="0">
              <a:lnSpc>
                <a:spcPct val="100000"/>
              </a:lnSpc>
              <a:spcBef>
                <a:spcPct val="0"/>
              </a:spcBef>
              <a:buFont typeface="Arial"/>
              <a:buChar char="•"/>
              <a:defRPr sz="2000">
                <a:solidFill>
                  <a:schemeClr val="tx1"/>
                </a:solidFill>
                <a:latin typeface="Segoe UI"/>
                <a:ea typeface="+mn-ea"/>
                <a:cs typeface="Segoe UI"/>
              </a:defRPr>
            </a:lvl3pPr>
            <a:lvl4pPr marL="1141412" indent="-169861" algn="l" defTabSz="914400" rtl="0">
              <a:lnSpc>
                <a:spcPct val="100000"/>
              </a:lnSpc>
              <a:spcBef>
                <a:spcPct val="0"/>
              </a:spcBef>
              <a:buFont typeface="Arial"/>
              <a:buChar char="•"/>
              <a:defRPr sz="1800">
                <a:solidFill>
                  <a:schemeClr val="tx1"/>
                </a:solidFill>
                <a:latin typeface="Segoe UI"/>
                <a:ea typeface="+mn-ea"/>
                <a:cs typeface="Segoe UI"/>
              </a:defRPr>
            </a:lvl4pPr>
            <a:lvl5pPr marL="1376361" indent="-179387" algn="l" defTabSz="914400" rtl="0">
              <a:lnSpc>
                <a:spcPct val="100000"/>
              </a:lnSpc>
              <a:spcBef>
                <a:spcPct val="0"/>
              </a:spcBef>
              <a:buFont typeface="Arial"/>
              <a:buChar char="•"/>
              <a:defRPr sz="1800">
                <a:solidFill>
                  <a:schemeClr val="tx1"/>
                </a:solidFill>
                <a:latin typeface="Segoe UI"/>
                <a:ea typeface="+mn-ea"/>
                <a:cs typeface="Segoe UI"/>
              </a:defRPr>
            </a:lvl5pPr>
            <a:lvl6pPr marL="2514599" indent="-228600" algn="l" defTabSz="914400" rtl="0">
              <a:lnSpc>
                <a:spcPct val="90000"/>
              </a:lnSpc>
              <a:spcBef>
                <a:spcPts val="499"/>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499"/>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499"/>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499"/>
              </a:spcBef>
              <a:buFont typeface="Arial"/>
              <a:buChar char="•"/>
              <a:defRPr sz="1800">
                <a:solidFill>
                  <a:schemeClr val="tx1"/>
                </a:solidFill>
                <a:latin typeface="+mn-lt"/>
                <a:ea typeface="+mn-ea"/>
                <a:cs typeface="+mn-cs"/>
              </a:defRPr>
            </a:lvl9pPr>
          </a:lstStyle>
          <a:p>
            <a:pPr marL="0" lvl="0" indent="0">
              <a:buNone/>
              <a:defRPr/>
            </a:pPr>
            <a:r>
              <a:rPr lang="es-ES" sz="2800" b="0" i="0" strike="noStrike" cap="none" baseline="0" dirty="0">
                <a:solidFill>
                  <a:srgbClr val="000000"/>
                </a:solidFill>
                <a:effectLst/>
                <a:latin typeface="Segoe UI Semibold"/>
                <a:ea typeface="Segoe UI Semibold"/>
                <a:cs typeface="Segoe UI Semibold"/>
              </a:rPr>
              <a:t>Partición cruzada</a:t>
            </a:r>
            <a:endParaRPr sz="2800" b="0" i="0" u="none" strike="noStrike" cap="none" spc="0" dirty="0">
              <a:solidFill>
                <a:schemeClr val="tx1"/>
              </a:solidFill>
              <a:latin typeface="Segoe UI Semibold"/>
              <a:cs typeface="Segoe UI Semibold"/>
            </a:endParaRPr>
          </a:p>
          <a:p>
            <a:pPr marL="0" indent="0">
              <a:buNone/>
              <a:defRPr/>
            </a:pPr>
            <a:endParaRPr lang="en-US" sz="1800" dirty="0">
              <a:solidFill>
                <a:srgbClr val="001080"/>
              </a:solidFill>
              <a:latin typeface="Consolas"/>
              <a:ea typeface="Cascadia Code Light"/>
              <a:cs typeface="Cascadia Code Light"/>
            </a:endParaRPr>
          </a:p>
          <a:p>
            <a:pPr marL="0" marR="0" lvl="0" indent="0">
              <a:buNone/>
              <a:defRPr/>
            </a:pPr>
            <a:r>
              <a:rPr lang="es-ES" sz="1800" b="0" i="0" strike="noStrike" cap="none" baseline="0" dirty="0" err="1">
                <a:solidFill>
                  <a:srgbClr val="001080"/>
                </a:solidFill>
                <a:effectLst/>
                <a:latin typeface="Consolas"/>
                <a:ea typeface="Consolas"/>
                <a:cs typeface="Consolas"/>
              </a:rPr>
              <a:t>items</a:t>
            </a:r>
            <a:r>
              <a:rPr lang="es-ES" sz="1800" b="0" i="0" strike="noStrike" cap="none" baseline="0" dirty="0">
                <a:solidFill>
                  <a:srgbClr val="000000"/>
                </a:solidFill>
                <a:effectLst/>
                <a:latin typeface="Consolas"/>
                <a:ea typeface="Consolas"/>
                <a:cs typeface="Consolas"/>
              </a:rPr>
              <a:t> = </a:t>
            </a:r>
            <a:r>
              <a:rPr lang="es-ES" sz="1800" b="0" i="0" strike="noStrike" cap="none" baseline="0" dirty="0" err="1">
                <a:solidFill>
                  <a:srgbClr val="000000"/>
                </a:solidFill>
                <a:effectLst/>
                <a:latin typeface="Consolas"/>
                <a:ea typeface="Consolas"/>
                <a:cs typeface="Consolas"/>
              </a:rPr>
              <a:t>container.query_items</a:t>
            </a:r>
            <a:r>
              <a:rPr lang="es-ES" sz="1800" b="0" i="0" strike="noStrike" cap="none" baseline="0" dirty="0">
                <a:solidFill>
                  <a:srgbClr val="000000"/>
                </a:solidFill>
                <a:effectLst/>
                <a:latin typeface="Consolas"/>
                <a:ea typeface="Consolas"/>
                <a:cs typeface="Consolas"/>
              </a:rPr>
              <a:t>(</a:t>
            </a:r>
            <a:endParaRPr sz="1800" dirty="0">
              <a:latin typeface="Consolas"/>
            </a:endParaRPr>
          </a:p>
          <a:p>
            <a:pPr marL="0" indent="0">
              <a:buFont typeface="Arial"/>
              <a:buNone/>
              <a:defRPr/>
            </a:pPr>
            <a:r>
              <a:rPr lang="es-ES" sz="1800" b="0" i="0" strike="noStrike" cap="none" baseline="0" dirty="0">
                <a:solidFill>
                  <a:srgbClr val="000000"/>
                </a:solidFill>
                <a:effectLst/>
                <a:latin typeface="Consolas"/>
                <a:ea typeface="Consolas"/>
                <a:cs typeface="Consolas"/>
              </a:rPr>
              <a:t> </a:t>
            </a:r>
            <a:r>
              <a:rPr lang="es-ES" sz="1800" b="0" i="0" strike="noStrike" cap="none" baseline="0" dirty="0" err="1">
                <a:solidFill>
                  <a:srgbClr val="001080"/>
                </a:solidFill>
                <a:effectLst/>
                <a:latin typeface="Consolas"/>
                <a:ea typeface="Consolas"/>
                <a:cs typeface="Consolas"/>
              </a:rPr>
              <a:t>query</a:t>
            </a:r>
            <a:r>
              <a:rPr lang="es-ES" sz="1800" b="0" i="0" strike="noStrike" cap="none" baseline="0" dirty="0">
                <a:solidFill>
                  <a:srgbClr val="000000"/>
                </a:solidFill>
                <a:effectLst/>
                <a:latin typeface="Consolas"/>
                <a:ea typeface="Consolas"/>
                <a:cs typeface="Consolas"/>
              </a:rPr>
              <a:t>=</a:t>
            </a:r>
            <a:r>
              <a:rPr lang="es-ES" sz="1800" b="0" i="0" strike="noStrike" cap="none" baseline="0" dirty="0" err="1">
                <a:solidFill>
                  <a:srgbClr val="000000"/>
                </a:solidFill>
                <a:effectLst/>
                <a:latin typeface="Consolas"/>
                <a:ea typeface="Consolas"/>
                <a:cs typeface="Consolas"/>
              </a:rPr>
              <a:t>query</a:t>
            </a:r>
            <a:r>
              <a:rPr lang="es-ES" sz="1800" b="0" i="0" strike="noStrike" cap="none" baseline="0" dirty="0">
                <a:solidFill>
                  <a:srgbClr val="000000"/>
                </a:solidFill>
                <a:effectLst/>
                <a:latin typeface="Consolas"/>
                <a:ea typeface="Consolas"/>
                <a:cs typeface="Consolas"/>
              </a:rPr>
              <a:t>,</a:t>
            </a:r>
            <a:endParaRPr sz="1800" dirty="0">
              <a:latin typeface="Consolas"/>
            </a:endParaRPr>
          </a:p>
          <a:p>
            <a:pPr marL="0" indent="0">
              <a:buFont typeface="Arial"/>
              <a:buNone/>
              <a:defRPr/>
            </a:pPr>
            <a:r>
              <a:rPr lang="es-ES" sz="1800" b="0" i="0" strike="noStrike" cap="none" baseline="0" dirty="0">
                <a:solidFill>
                  <a:srgbClr val="000000"/>
                </a:solidFill>
                <a:effectLst/>
                <a:latin typeface="Consolas"/>
                <a:ea typeface="Consolas"/>
                <a:cs typeface="Consolas"/>
              </a:rPr>
              <a:t> </a:t>
            </a:r>
            <a:r>
              <a:rPr lang="es-ES" sz="1800" b="0" i="0" strike="noStrike" cap="none" baseline="0" dirty="0" err="1">
                <a:solidFill>
                  <a:srgbClr val="001080"/>
                </a:solidFill>
                <a:effectLst/>
                <a:latin typeface="Consolas"/>
                <a:ea typeface="Consolas"/>
                <a:cs typeface="Consolas"/>
              </a:rPr>
              <a:t>parameters</a:t>
            </a:r>
            <a:r>
              <a:rPr lang="es-ES" sz="1800" b="0" i="0" strike="noStrike" cap="none" baseline="0" dirty="0">
                <a:solidFill>
                  <a:srgbClr val="000000"/>
                </a:solidFill>
                <a:effectLst/>
                <a:latin typeface="Consolas"/>
                <a:ea typeface="Consolas"/>
                <a:cs typeface="Consolas"/>
              </a:rPr>
              <a:t>=</a:t>
            </a:r>
            <a:r>
              <a:rPr lang="es-ES" sz="1800" b="0" i="0" strike="noStrike" cap="none" baseline="0" dirty="0" err="1">
                <a:solidFill>
                  <a:srgbClr val="000000"/>
                </a:solidFill>
                <a:effectLst/>
                <a:latin typeface="Consolas"/>
                <a:ea typeface="Consolas"/>
                <a:cs typeface="Consolas"/>
              </a:rPr>
              <a:t>params</a:t>
            </a:r>
            <a:r>
              <a:rPr lang="es-ES" sz="1800" b="0" i="0" strike="noStrike" cap="none" baseline="0" dirty="0">
                <a:solidFill>
                  <a:srgbClr val="000000"/>
                </a:solidFill>
                <a:effectLst/>
                <a:latin typeface="Consolas"/>
                <a:ea typeface="Consolas"/>
                <a:cs typeface="Consolas"/>
              </a:rPr>
              <a:t>,</a:t>
            </a:r>
            <a:endParaRPr sz="1800" dirty="0">
              <a:latin typeface="Consolas"/>
            </a:endParaRPr>
          </a:p>
          <a:p>
            <a:pPr marL="0" indent="0">
              <a:buFont typeface="Arial"/>
              <a:buNone/>
              <a:defRPr/>
            </a:pPr>
            <a:r>
              <a:rPr lang="es-ES" sz="1800" b="0" i="0" strike="noStrike" cap="none" baseline="0" dirty="0">
                <a:solidFill>
                  <a:srgbClr val="000000"/>
                </a:solidFill>
                <a:effectLst/>
                <a:latin typeface="Consolas"/>
                <a:ea typeface="Consolas"/>
                <a:cs typeface="Consolas"/>
              </a:rPr>
              <a:t> </a:t>
            </a:r>
            <a:r>
              <a:rPr lang="es-ES" sz="1800" b="0" i="0" strike="noStrike" cap="none" baseline="0" dirty="0" err="1">
                <a:solidFill>
                  <a:srgbClr val="001080"/>
                </a:solidFill>
                <a:effectLst/>
                <a:latin typeface="Consolas"/>
                <a:ea typeface="Consolas"/>
                <a:cs typeface="Consolas"/>
              </a:rPr>
              <a:t>enable_cross_partition_query</a:t>
            </a:r>
            <a:r>
              <a:rPr lang="es-ES" sz="1800" b="0" i="0" strike="noStrike" cap="none" baseline="0" dirty="0">
                <a:solidFill>
                  <a:srgbClr val="000000"/>
                </a:solidFill>
                <a:effectLst/>
                <a:latin typeface="Consolas"/>
                <a:ea typeface="Consolas"/>
                <a:cs typeface="Consolas"/>
              </a:rPr>
              <a:t>=</a:t>
            </a:r>
            <a:r>
              <a:rPr lang="es-ES" sz="1800" b="0" i="0" strike="noStrike" cap="none" baseline="0" dirty="0">
                <a:solidFill>
                  <a:srgbClr val="0070C1"/>
                </a:solidFill>
                <a:effectLst/>
                <a:latin typeface="Consolas"/>
                <a:ea typeface="Consolas"/>
                <a:cs typeface="Consolas"/>
              </a:rPr>
              <a:t>True</a:t>
            </a:r>
            <a:endParaRPr sz="1800" dirty="0">
              <a:latin typeface="Consolas"/>
            </a:endParaRPr>
          </a:p>
          <a:p>
            <a:pPr marL="0" indent="0">
              <a:buFont typeface="Arial"/>
              <a:buNone/>
              <a:defRPr/>
            </a:pPr>
            <a:r>
              <a:rPr sz="1800" b="0" i="0" u="none" dirty="0">
                <a:solidFill>
                  <a:srgbClr val="000000"/>
                </a:solidFill>
                <a:latin typeface="Consolas"/>
                <a:ea typeface="Cascadia Code Light"/>
                <a:cs typeface="Cascadia Code Light"/>
              </a:rPr>
              <a:t>)</a:t>
            </a:r>
            <a:endParaRPr sz="1800" dirty="0">
              <a:latin typeface="Consolas"/>
            </a:endParaRPr>
          </a:p>
          <a:p>
            <a:pPr marL="0" lvl="0" indent="0">
              <a:buFont typeface="Arial"/>
              <a:buNone/>
              <a:defRPr/>
            </a:pPr>
            <a:endParaRPr lang="en-US" sz="2800" b="0" i="0" u="none" strike="noStrike" cap="none" spc="0" dirty="0">
              <a:solidFill>
                <a:schemeClr val="tx1"/>
              </a:solidFill>
              <a:latin typeface="Times New Roman"/>
              <a:cs typeface="Times New Roman"/>
            </a:endParaRPr>
          </a:p>
          <a:p>
            <a:pPr marL="228600" marR="0" indent="-228600" algn="l">
              <a:lnSpc>
                <a:spcPct val="100000"/>
              </a:lnSpc>
              <a:spcBef>
                <a:spcPct val="0"/>
              </a:spcBef>
              <a:spcAft>
                <a:spcPct val="0"/>
              </a:spcAft>
              <a:buChar char="•"/>
              <a:defRPr/>
            </a:pPr>
            <a:r>
              <a:rPr lang="es-ES" sz="2000" b="0" i="0" strike="noStrike" cap="none" baseline="0" dirty="0">
                <a:solidFill>
                  <a:srgbClr val="000000"/>
                </a:solidFill>
                <a:effectLst/>
                <a:latin typeface="Segoe UI"/>
                <a:ea typeface="Segoe UI"/>
                <a:cs typeface="Segoe UI"/>
              </a:rPr>
              <a:t>Distribución ramificada a todas las particiones</a:t>
            </a:r>
            <a:endParaRPr lang="en-US" sz="2000" b="0" i="0" u="none" strike="noStrike" cap="none" spc="0" dirty="0">
              <a:solidFill>
                <a:schemeClr val="tx1"/>
              </a:solidFill>
              <a:latin typeface="Segoe UI"/>
              <a:cs typeface="Segoe UI"/>
            </a:endParaRPr>
          </a:p>
          <a:p>
            <a:pPr marL="228600" marR="0" indent="-228600" algn="l">
              <a:lnSpc>
                <a:spcPct val="100000"/>
              </a:lnSpc>
              <a:spcBef>
                <a:spcPct val="0"/>
              </a:spcBef>
              <a:spcAft>
                <a:spcPct val="0"/>
              </a:spcAft>
              <a:buChar char="•"/>
              <a:defRPr/>
            </a:pPr>
            <a:r>
              <a:rPr lang="es-ES" sz="2000" b="0" i="0" strike="noStrike" cap="none" baseline="0" dirty="0">
                <a:solidFill>
                  <a:srgbClr val="000000"/>
                </a:solidFill>
                <a:effectLst/>
                <a:latin typeface="Segoe UI"/>
                <a:ea typeface="Segoe UI"/>
                <a:cs typeface="Segoe UI"/>
              </a:rPr>
              <a:t>Mayor coste de RU</a:t>
            </a:r>
            <a:endParaRPr lang="en-US" sz="2000" b="0" i="0" u="none" strike="noStrike" cap="none" spc="0" dirty="0">
              <a:solidFill>
                <a:schemeClr val="tx1"/>
              </a:solidFill>
              <a:latin typeface="Segoe UI"/>
              <a:cs typeface="Segoe UI"/>
            </a:endParaRPr>
          </a:p>
          <a:p>
            <a:pPr marL="228600" marR="0" lvl="0" indent="-228600" algn="l">
              <a:lnSpc>
                <a:spcPct val="100000"/>
              </a:lnSpc>
              <a:spcBef>
                <a:spcPct val="0"/>
              </a:spcBef>
              <a:spcAft>
                <a:spcPct val="0"/>
              </a:spcAft>
              <a:buChar char="•"/>
              <a:defRPr/>
            </a:pPr>
            <a:r>
              <a:rPr lang="es-ES" sz="2000" b="0" i="0" strike="noStrike" cap="none" baseline="0" dirty="0">
                <a:solidFill>
                  <a:srgbClr val="000000"/>
                </a:solidFill>
                <a:effectLst/>
                <a:latin typeface="Segoe UI"/>
                <a:ea typeface="Segoe UI"/>
                <a:cs typeface="Segoe UI"/>
              </a:rPr>
              <a:t>Necesaria cuando el filtro no incluye la clave de partición</a:t>
            </a:r>
            <a:endParaRPr lang="en-US" sz="2000" b="0" i="0" u="none" strike="noStrike" cap="none" spc="0" dirty="0">
              <a:latin typeface="Segoe UI"/>
              <a:cs typeface="Segoe UI"/>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55538029" name="Title 1"/>
          <p:cNvSpPr>
            <a:spLocks noGrp="1"/>
          </p:cNvSpPr>
          <p:nvPr>
            <p:ph type="title"/>
          </p:nvPr>
        </p:nvSpPr>
        <p:spPr bwMode="auto">
          <a:xfrm>
            <a:off x="588261" y="585216"/>
            <a:ext cx="5653640" cy="426720"/>
          </a:xfrm>
        </p:spPr>
        <p:txBody>
          <a:bodyPr/>
          <a:lstStyle/>
          <a:p>
            <a:pPr>
              <a:defRPr/>
            </a:pPr>
            <a:r>
              <a:rPr lang="es-ES" sz="2800" b="0" i="0" strike="noStrike" cap="none" baseline="0">
                <a:solidFill>
                  <a:srgbClr val="000000"/>
                </a:solidFill>
                <a:effectLst/>
                <a:latin typeface="Segoe UI Semibold"/>
                <a:ea typeface="Segoe UI Semibold"/>
                <a:cs typeface="Segoe UI Semibold"/>
              </a:rPr>
              <a:t>Ejercicio</a:t>
            </a:r>
            <a:endParaRPr sz="2800"/>
          </a:p>
        </p:txBody>
      </p:sp>
      <p:pic>
        <p:nvPicPr>
          <p:cNvPr id="316280387" name="Picture Placeholder 6">
            <a:extLst>
              <a:ext uri="{C183D7F6-B498-43B3-948B-1728B52AA6E4}">
                <adec:decorative xmlns:adec="http://schemas.microsoft.com/office/drawing/2017/decorative" val="1"/>
              </a:ext>
            </a:extLst>
          </p:cNvPr>
          <p:cNvPicPr>
            <a:picLocks noGrp="1" noChangeAspect="1"/>
          </p:cNvPicPr>
          <p:nvPr>
            <p:ph type="pic" sz="quarter" idx="20"/>
          </p:nvPr>
        </p:nvPicPr>
        <p:blipFill>
          <a:blip r:embed="rId3"/>
          <a:srcRect l="118" r="117"/>
          <a:stretch>
            <a:fillRect/>
          </a:stretch>
        </p:blipFill>
        <p:spPr bwMode="ltGray">
          <a:xfrm>
            <a:off x="7724774" y="2043464"/>
            <a:ext cx="4467225" cy="3307646"/>
          </a:xfrm>
          <a:prstGeom prst="rect">
            <a:avLst/>
          </a:prstGeom>
          <a:solidFill>
            <a:srgbClr val="F4F4F7"/>
          </a:solidFill>
          <a:ln>
            <a:noFill/>
          </a:ln>
        </p:spPr>
      </p:pic>
      <p:sp>
        <p:nvSpPr>
          <p:cNvPr id="1073011004" name="Text Placeholder 4"/>
          <p:cNvSpPr>
            <a:spLocks noGrp="1"/>
          </p:cNvSpPr>
          <p:nvPr>
            <p:ph type="body" sz="quarter" idx="16"/>
          </p:nvPr>
        </p:nvSpPr>
        <p:spPr bwMode="auto">
          <a:xfrm>
            <a:off x="584199" y="1594155"/>
            <a:ext cx="5654573" cy="731520"/>
          </a:xfrm>
        </p:spPr>
        <p:txBody>
          <a:bodyPr/>
          <a:lstStyle/>
          <a:p>
            <a:pPr>
              <a:defRPr/>
            </a:pPr>
            <a:r>
              <a:rPr lang="es-ES" sz="1600" b="0" i="0" strike="noStrike" cap="none" baseline="0">
                <a:solidFill>
                  <a:srgbClr val="000000"/>
                </a:solidFill>
                <a:effectLst/>
                <a:latin typeface="Segoe UI Semibold"/>
                <a:ea typeface="Segoe UI Semibold"/>
                <a:cs typeface="Segoe UI Semibold"/>
              </a:rPr>
              <a:t>Crear un almacén de documentos RAG en Azure Cosmos DB for NoSQL</a:t>
            </a:r>
            <a:endParaRPr lang="en-US"/>
          </a:p>
          <a:p>
            <a:pPr>
              <a:defRPr/>
            </a:pPr>
            <a:endParaRPr lang="en-US"/>
          </a:p>
        </p:txBody>
      </p:sp>
      <p:sp>
        <p:nvSpPr>
          <p:cNvPr id="1008492891" name="Text Placeholder 61"/>
          <p:cNvSpPr>
            <a:spLocks noGrp="1"/>
          </p:cNvSpPr>
          <p:nvPr>
            <p:ph type="body" sz="quarter" idx="15"/>
          </p:nvPr>
        </p:nvSpPr>
        <p:spPr bwMode="auto">
          <a:xfrm>
            <a:off x="585788" y="2085975"/>
            <a:ext cx="5653087" cy="2438401"/>
          </a:xfrm>
        </p:spPr>
        <p:txBody>
          <a:bodyPr vert="horz" wrap="square" lIns="0" tIns="0" rIns="0" bIns="0" rtlCol="0" anchor="t">
            <a:spAutoFit/>
          </a:bodyPr>
          <a:lstStyle/>
          <a:p>
            <a:pPr marL="0" indent="0">
              <a:buNone/>
              <a:defRPr/>
            </a:pPr>
            <a:r>
              <a:rPr lang="es-ES" sz="1600" b="0" i="0" strike="noStrike" cap="none" baseline="0">
                <a:solidFill>
                  <a:srgbClr val="000000"/>
                </a:solidFill>
                <a:effectLst/>
                <a:latin typeface="Segoe UI"/>
                <a:ea typeface="Segoe UI"/>
                <a:cs typeface="Segoe UI"/>
              </a:rPr>
              <a:t>En este ejercicio, crearás una base de datos de Azure Cosmos DB for NoSQL que actúa como almacén de documentos para aplicaciones de generación aumentada por recuperación (RAG).</a:t>
            </a:r>
            <a:endParaRPr/>
          </a:p>
          <a:p>
            <a:pPr marL="0" indent="0">
              <a:buNone/>
              <a:defRPr/>
            </a:pPr>
            <a:endParaRPr lang="en-US">
              <a:cs typeface="Segoe UI"/>
            </a:endParaRPr>
          </a:p>
          <a:p>
            <a:pPr marL="0" indent="0">
              <a:buNone/>
              <a:defRPr/>
            </a:pPr>
            <a:r>
              <a:rPr lang="es-ES" sz="1600" b="0" i="0" strike="noStrike" cap="none" baseline="0">
                <a:solidFill>
                  <a:srgbClr val="000000"/>
                </a:solidFill>
                <a:effectLst/>
                <a:latin typeface="Segoe UI Semibold"/>
                <a:ea typeface="Segoe UI Semibold"/>
                <a:cs typeface="Segoe UI Semibold"/>
              </a:rPr>
              <a:t>Tiempo estimado: </a:t>
            </a:r>
            <a:r>
              <a:rPr lang="es-ES" sz="1600" b="0" i="0" strike="noStrike" cap="none" baseline="0">
                <a:solidFill>
                  <a:srgbClr val="000000"/>
                </a:solidFill>
                <a:effectLst/>
                <a:latin typeface="Segoe UI"/>
                <a:ea typeface="Segoe UI"/>
                <a:cs typeface="Segoe UI"/>
              </a:rPr>
              <a:t>30 minutos</a:t>
            </a:r>
            <a:endParaRPr/>
          </a:p>
          <a:p>
            <a:pPr>
              <a:defRPr/>
            </a:pPr>
            <a:endParaRPr lang="en-US">
              <a:cs typeface="Segoe UI"/>
            </a:endParaRPr>
          </a:p>
          <a:p>
            <a:pPr marL="0" indent="0">
              <a:buNone/>
              <a:defRPr/>
            </a:pPr>
            <a:r>
              <a:rPr lang="es-ES" sz="1600" b="0" i="0" strike="noStrike" cap="none" baseline="0">
                <a:solidFill>
                  <a:srgbClr val="000000"/>
                </a:solidFill>
                <a:effectLst/>
                <a:latin typeface="Segoe UI"/>
                <a:ea typeface="Segoe UI"/>
                <a:cs typeface="Segoe UI"/>
              </a:rPr>
              <a:t>Inicia el ejercicio en:</a:t>
            </a:r>
            <a:endParaRPr lang="en-US"/>
          </a:p>
          <a:p>
            <a:pPr marL="0" indent="0">
              <a:buNone/>
              <a:defRPr/>
            </a:pPr>
            <a:r>
              <a:rPr lang="es-ES" sz="1600" b="0" i="0" u="sng" strike="noStrike" cap="none" baseline="0">
                <a:solidFill>
                  <a:srgbClr val="000000"/>
                </a:solidFill>
                <a:effectLst/>
                <a:uFill>
                  <a:solidFill>
                    <a:srgbClr val="000000"/>
                  </a:solidFill>
                </a:uFill>
                <a:latin typeface="Segoe UI"/>
                <a:ea typeface="Segoe UI"/>
                <a:cs typeface="Segoe UI"/>
                <a:hlinkClick r:id="rId4" history="0"/>
              </a:rPr>
              <a:t>https://go.microsoft.com/fwlink/?linkid=2350700</a:t>
            </a:r>
            <a:endParaRPr/>
          </a:p>
          <a:p>
            <a:pPr marL="0" indent="0">
              <a:buNone/>
              <a:defRPr/>
            </a:pPr>
            <a:endParaRPr lang="en-US"/>
          </a:p>
        </p:txBody>
      </p:sp>
      <p:sp>
        <p:nvSpPr>
          <p:cNvPr id="1596989041" name="Flowchart: Off-page Connector 7"/>
          <p:cNvSpPr/>
          <p:nvPr/>
        </p:nvSpPr>
        <p:spPr bwMode="auto">
          <a:xfrm rot="5400000">
            <a:off x="6119824" y="2297181"/>
            <a:ext cx="1865376" cy="3566160"/>
          </a:xfrm>
          <a:prstGeom prst="flowChartOffpageConnector">
            <a:avLst/>
          </a:prstGeom>
          <a:solidFill>
            <a:schemeClr val="accent3">
              <a:lumMod val="75000"/>
            </a:schemeClr>
          </a:solidFill>
          <a:ln>
            <a:noFill/>
            <a:headEnd type="none" w="med" len="med"/>
            <a:tailEnd type="none" w="med" len="med"/>
          </a:ln>
          <a:effectLst>
            <a:outerShdw blurRad="3175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vert270" wrap="square" lIns="274320" tIns="585216" rIns="274320" bIns="182880" numCol="1" spcCol="0" rtlCol="0" fromWordArt="0" anchor="ctr" anchorCtr="0" forceAA="0" compatLnSpc="1">
            <a:prstTxWarp prst="textNoShape">
              <a:avLst/>
            </a:prstTxWarp>
            <a:noAutofit/>
          </a:bodyPr>
          <a:lstStyle>
            <a:defPPr>
              <a:defRPr lang="en-US"/>
            </a:defPPr>
            <a:lvl1pPr marL="0" algn="l" defTabSz="914367" rtl="0">
              <a:defRPr sz="1750">
                <a:solidFill>
                  <a:schemeClr val="lt1"/>
                </a:solidFill>
                <a:latin typeface="+mn-lt"/>
                <a:ea typeface="+mn-ea"/>
                <a:cs typeface="+mn-cs"/>
              </a:defRPr>
            </a:lvl1pPr>
            <a:lvl2pPr marL="457183" algn="l" defTabSz="914367" rtl="0">
              <a:defRPr sz="1750">
                <a:solidFill>
                  <a:schemeClr val="lt1"/>
                </a:solidFill>
                <a:latin typeface="+mn-lt"/>
                <a:ea typeface="+mn-ea"/>
                <a:cs typeface="+mn-cs"/>
              </a:defRPr>
            </a:lvl2pPr>
            <a:lvl3pPr marL="914367" algn="l" defTabSz="914367" rtl="0">
              <a:defRPr sz="1750">
                <a:solidFill>
                  <a:schemeClr val="lt1"/>
                </a:solidFill>
                <a:latin typeface="+mn-lt"/>
                <a:ea typeface="+mn-ea"/>
                <a:cs typeface="+mn-cs"/>
              </a:defRPr>
            </a:lvl3pPr>
            <a:lvl4pPr marL="1371550" algn="l" defTabSz="914367" rtl="0">
              <a:defRPr sz="1750">
                <a:solidFill>
                  <a:schemeClr val="lt1"/>
                </a:solidFill>
                <a:latin typeface="+mn-lt"/>
                <a:ea typeface="+mn-ea"/>
                <a:cs typeface="+mn-cs"/>
              </a:defRPr>
            </a:lvl4pPr>
            <a:lvl5pPr marL="1828734" algn="l" defTabSz="914367" rtl="0">
              <a:defRPr sz="1750">
                <a:solidFill>
                  <a:schemeClr val="lt1"/>
                </a:solidFill>
                <a:latin typeface="+mn-lt"/>
                <a:ea typeface="+mn-ea"/>
                <a:cs typeface="+mn-cs"/>
              </a:defRPr>
            </a:lvl5pPr>
            <a:lvl6pPr marL="2285918" algn="l" defTabSz="914367" rtl="0">
              <a:defRPr sz="1750">
                <a:solidFill>
                  <a:schemeClr val="lt1"/>
                </a:solidFill>
                <a:latin typeface="+mn-lt"/>
                <a:ea typeface="+mn-ea"/>
                <a:cs typeface="+mn-cs"/>
              </a:defRPr>
            </a:lvl6pPr>
            <a:lvl7pPr marL="2743101" algn="l" defTabSz="914367" rtl="0">
              <a:defRPr sz="1750">
                <a:solidFill>
                  <a:schemeClr val="lt1"/>
                </a:solidFill>
                <a:latin typeface="+mn-lt"/>
                <a:ea typeface="+mn-ea"/>
                <a:cs typeface="+mn-cs"/>
              </a:defRPr>
            </a:lvl7pPr>
            <a:lvl8pPr marL="3200283" algn="l" defTabSz="914367" rtl="0">
              <a:defRPr sz="1750">
                <a:solidFill>
                  <a:schemeClr val="lt1"/>
                </a:solidFill>
                <a:latin typeface="+mn-lt"/>
                <a:ea typeface="+mn-ea"/>
                <a:cs typeface="+mn-cs"/>
              </a:defRPr>
            </a:lvl8pPr>
            <a:lvl9pPr marL="3657469" algn="l" defTabSz="914367" rtl="0">
              <a:defRPr sz="1750">
                <a:solidFill>
                  <a:schemeClr val="lt1"/>
                </a:solidFill>
                <a:latin typeface="+mn-lt"/>
                <a:ea typeface="+mn-ea"/>
                <a:cs typeface="+mn-cs"/>
              </a:defRPr>
            </a:lvl9pPr>
          </a:lstStyle>
          <a:p>
            <a:pPr marL="0" marR="0" lvl="0" indent="0" algn="l" defTabSz="932472" rtl="0">
              <a:lnSpc>
                <a:spcPct val="100000"/>
              </a:lnSpc>
              <a:spcBef>
                <a:spcPct val="0"/>
              </a:spcBef>
              <a:spcAft>
                <a:spcPts val="600"/>
              </a:spcAft>
              <a:buClrTx/>
              <a:buSzTx/>
              <a:buFontTx/>
              <a:buNone/>
              <a:defRPr/>
            </a:pPr>
            <a:r>
              <a:rPr lang="es-ES" sz="1600" b="1" i="0" strike="noStrike" cap="none" baseline="0" dirty="0">
                <a:solidFill>
                  <a:srgbClr val="000000"/>
                </a:solidFill>
                <a:effectLst/>
                <a:latin typeface="Segoe UI Semibold"/>
                <a:ea typeface="Segoe UI Semibold"/>
                <a:cs typeface="Segoe UI Semibold"/>
              </a:rPr>
              <a:t>Instructores: </a:t>
            </a:r>
            <a:endParaRPr lang="en-US" sz="1200" b="1" i="0" u="none" strike="noStrike" cap="none" spc="0" dirty="0">
              <a:ln>
                <a:noFill/>
              </a:ln>
              <a:solidFill>
                <a:srgbClr val="000000"/>
              </a:solidFill>
              <a:latin typeface="Segoe UI Semibold"/>
              <a:ea typeface="Segoe UI"/>
              <a:cs typeface="Segoe UI"/>
            </a:endParaRPr>
          </a:p>
          <a:p>
            <a:pPr marL="0" marR="0" lvl="0" indent="0" algn="l" defTabSz="932472" rtl="0">
              <a:lnSpc>
                <a:spcPct val="100000"/>
              </a:lnSpc>
              <a:spcBef>
                <a:spcPct val="0"/>
              </a:spcBef>
              <a:spcAft>
                <a:spcPts val="600"/>
              </a:spcAft>
              <a:buClrTx/>
              <a:buSzTx/>
              <a:buFontTx/>
              <a:buNone/>
              <a:defRPr/>
            </a:pPr>
            <a:r>
              <a:rPr lang="es-ES" sz="1200" b="0" i="0" strike="noStrike" cap="none" baseline="0" dirty="0">
                <a:solidFill>
                  <a:srgbClr val="000000"/>
                </a:solidFill>
                <a:effectLst/>
                <a:latin typeface="Segoe UI"/>
                <a:ea typeface="Segoe UI"/>
                <a:cs typeface="Segoe UI"/>
              </a:rPr>
              <a:t>Personaliza esta diapositiva para incluir el vínculo al entorno de laboratorio hospedado y las instrucciones personalizadas.</a:t>
            </a:r>
            <a:endParaRPr sz="1600" dirty="0"/>
          </a:p>
          <a:p>
            <a:pPr marL="0" marR="0" lvl="0" indent="0" algn="l" defTabSz="932472" rtl="0">
              <a:lnSpc>
                <a:spcPct val="100000"/>
              </a:lnSpc>
              <a:spcBef>
                <a:spcPct val="0"/>
              </a:spcBef>
              <a:spcAft>
                <a:spcPts val="600"/>
              </a:spcAft>
              <a:buClrTx/>
              <a:buSzTx/>
              <a:buFontTx/>
              <a:buNone/>
              <a:defRPr/>
            </a:pPr>
            <a:r>
              <a:rPr lang="es-ES" sz="1200" b="0" i="0" strike="noStrike" cap="none" baseline="0" dirty="0">
                <a:solidFill>
                  <a:srgbClr val="000000"/>
                </a:solidFill>
                <a:effectLst/>
                <a:latin typeface="Segoe UI"/>
                <a:ea typeface="Segoe UI"/>
                <a:cs typeface="Segoe UI"/>
              </a:rPr>
              <a:t>(a continuación, quita esta flecha)</a:t>
            </a:r>
            <a:endParaRPr sz="1600" dirty="0"/>
          </a:p>
        </p:txBody>
      </p:sp>
      <p:sp>
        <p:nvSpPr>
          <p:cNvPr id="1176206297" name="Footer Placeholder 4"/>
          <p:cNvSpPr>
            <a:spLocks noGrp="1"/>
          </p:cNvSpPr>
          <p:nvPr>
            <p:ph type="ftr" sz="quarter" idx="3"/>
          </p:nvPr>
        </p:nvSpPr>
        <p:spPr bwMode="auto">
          <a:xfrm>
            <a:off x="579438" y="6421083"/>
            <a:ext cx="4151312" cy="197976"/>
          </a:xfrm>
        </p:spPr>
        <p:txBody>
          <a:bodyPr/>
          <a:lstStyle/>
          <a:p>
            <a:pPr>
              <a:defRPr/>
            </a:pPr>
            <a:r>
              <a:rPr lang="es-ES" sz="1000" b="0" i="0" strike="noStrike" cap="none" baseline="0">
                <a:solidFill>
                  <a:srgbClr val="000000"/>
                </a:solidFill>
                <a:effectLst/>
                <a:latin typeface="Segoe UI"/>
                <a:ea typeface="Segoe UI"/>
                <a:cs typeface="Segoe UI"/>
              </a:rPr>
              <a:t>© Copyright Microsoft Corporation. Todos los derechos reservados.</a:t>
            </a:r>
            <a:endParaRPr/>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37700689" name="Title 4"/>
          <p:cNvSpPr>
            <a:spLocks noGrp="1"/>
          </p:cNvSpPr>
          <p:nvPr>
            <p:ph type="title"/>
          </p:nvPr>
        </p:nvSpPr>
        <p:spPr bwMode="auto"/>
        <p:txBody>
          <a:bodyPr/>
          <a:lstStyle/>
          <a:p>
            <a:pPr>
              <a:defRPr/>
            </a:pPr>
            <a:r>
              <a:rPr lang="es-ES" sz="3200" b="0" i="0" strike="noStrike" cap="none" baseline="0">
                <a:solidFill>
                  <a:srgbClr val="000000"/>
                </a:solidFill>
                <a:effectLst/>
                <a:latin typeface="Segoe UI Semibold"/>
                <a:ea typeface="Segoe UI Semibold"/>
                <a:cs typeface="Segoe UI Semibold"/>
              </a:rPr>
              <a:t>Prueba de conocimientos del módulo 1</a:t>
            </a:r>
            <a:endParaRPr/>
          </a:p>
        </p:txBody>
      </p:sp>
      <p:sp>
        <p:nvSpPr>
          <p:cNvPr id="788130741" name="Oval 8"/>
          <p:cNvSpPr/>
          <p:nvPr/>
        </p:nvSpPr>
        <p:spPr bwMode="auto">
          <a:xfrm>
            <a:off x="697223" y="1783918"/>
            <a:ext cx="636371" cy="636371"/>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597">
              <a:defRPr/>
            </a:pPr>
            <a:r>
              <a:rPr lang="es-ES" sz="2400" b="1" i="0" strike="noStrike" cap="none" baseline="0">
                <a:solidFill>
                  <a:srgbClr val="FFFFFF"/>
                </a:solidFill>
                <a:effectLst/>
                <a:latin typeface="Segoe UI"/>
                <a:ea typeface="Segoe UI"/>
                <a:cs typeface="Segoe UI"/>
              </a:rPr>
              <a:t>1</a:t>
            </a:r>
            <a:endParaRPr lang="en-IN" sz="2400" b="1">
              <a:solidFill>
                <a:schemeClr val="bg1"/>
              </a:solidFill>
            </a:endParaRPr>
          </a:p>
        </p:txBody>
      </p:sp>
      <p:sp>
        <p:nvSpPr>
          <p:cNvPr id="165266834" name="Text Placeholder 43"/>
          <p:cNvSpPr txBox="1"/>
          <p:nvPr/>
        </p:nvSpPr>
        <p:spPr bwMode="auto">
          <a:xfrm>
            <a:off x="1641206" y="1783917"/>
            <a:ext cx="9217197" cy="1932419"/>
          </a:xfrm>
          <a:prstGeom prst="rect">
            <a:avLst/>
          </a:prstGeom>
        </p:spPr>
        <p:txBody>
          <a:bodyPr vert="horz" lIns="0" tIns="0" rIns="0" bIns="0" rtlCol="0" anchor="t">
            <a:noAutofit/>
          </a:bodyPr>
          <a:lstStyle>
            <a:lvl1pPr marL="228600" indent="-228600" algn="l" defTabSz="914400" rtl="0">
              <a:lnSpc>
                <a:spcPct val="100000"/>
              </a:lnSpc>
              <a:spcBef>
                <a:spcPct val="0"/>
              </a:spcBef>
              <a:buFont typeface="Arial"/>
              <a:buChar char="•"/>
              <a:defRPr sz="2800">
                <a:solidFill>
                  <a:schemeClr val="tx1"/>
                </a:solidFill>
                <a:latin typeface="Segoe UI"/>
                <a:ea typeface="+mn-ea"/>
                <a:cs typeface="Segoe UI"/>
              </a:defRPr>
            </a:lvl1pPr>
            <a:lvl2pPr marL="574675" indent="-234950" algn="l" defTabSz="914400" rtl="0">
              <a:lnSpc>
                <a:spcPct val="100000"/>
              </a:lnSpc>
              <a:spcBef>
                <a:spcPct val="0"/>
              </a:spcBef>
              <a:buFont typeface="Arial"/>
              <a:buChar char="•"/>
              <a:defRPr sz="2400">
                <a:solidFill>
                  <a:schemeClr val="tx1"/>
                </a:solidFill>
                <a:latin typeface="Segoe UI"/>
                <a:ea typeface="+mn-ea"/>
                <a:cs typeface="Segoe UI"/>
              </a:defRPr>
            </a:lvl2pPr>
            <a:lvl3pPr marL="914400" indent="-227013" algn="l" defTabSz="914400" rtl="0">
              <a:lnSpc>
                <a:spcPct val="100000"/>
              </a:lnSpc>
              <a:spcBef>
                <a:spcPct val="0"/>
              </a:spcBef>
              <a:buFont typeface="Arial"/>
              <a:buChar char="•"/>
              <a:defRPr sz="2000">
                <a:solidFill>
                  <a:schemeClr val="tx1"/>
                </a:solidFill>
                <a:latin typeface="Segoe UI"/>
                <a:ea typeface="+mn-ea"/>
                <a:cs typeface="Segoe UI"/>
              </a:defRPr>
            </a:lvl3pPr>
            <a:lvl4pPr marL="1141413" indent="-169862" algn="l" defTabSz="914400" rtl="0">
              <a:lnSpc>
                <a:spcPct val="100000"/>
              </a:lnSpc>
              <a:spcBef>
                <a:spcPct val="0"/>
              </a:spcBef>
              <a:buFont typeface="Arial"/>
              <a:buChar char="•"/>
              <a:defRPr sz="1800">
                <a:solidFill>
                  <a:schemeClr val="tx1"/>
                </a:solidFill>
                <a:latin typeface="Segoe UI"/>
                <a:ea typeface="+mn-ea"/>
                <a:cs typeface="Segoe UI"/>
              </a:defRPr>
            </a:lvl4pPr>
            <a:lvl5pPr marL="1376363" indent="-179388" algn="l" defTabSz="914400" rtl="0">
              <a:lnSpc>
                <a:spcPct val="100000"/>
              </a:lnSpc>
              <a:spcBef>
                <a:spcPct val="0"/>
              </a:spcBef>
              <a:buFont typeface="Arial"/>
              <a:buChar char="•"/>
              <a:defRPr sz="1800">
                <a:solidFill>
                  <a:schemeClr val="tx1"/>
                </a:solidFill>
                <a:latin typeface="Segoe UI"/>
                <a:ea typeface="+mn-ea"/>
                <a:cs typeface="Segoe UI"/>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a:lstStyle>
          <a:p>
            <a:pPr marL="0" indent="0">
              <a:lnSpc>
                <a:spcPct val="110000"/>
              </a:lnSpc>
              <a:spcAft>
                <a:spcPts val="600"/>
              </a:spcAft>
              <a:buNone/>
              <a:defRPr/>
            </a:pPr>
            <a:r>
              <a:rPr lang="es-ES" sz="1600" b="0" i="0" strike="noStrike" cap="none" baseline="0">
                <a:solidFill>
                  <a:srgbClr val="000000"/>
                </a:solidFill>
                <a:effectLst/>
                <a:latin typeface="Segoe UI"/>
                <a:ea typeface="Segoe UI"/>
                <a:cs typeface="Segoe UI"/>
              </a:rPr>
              <a:t>Un desarrollador está diseñando un contenedor para una aplicación de IA que almacena registros de interacción del usuario. Cada documento incluye una propiedad userId. La aplicación recupera con frecuencia todos los registros de un usuario específico. ¿Qué clave de partición proporciona el mejor rendimiento?</a:t>
            </a:r>
            <a:endParaRPr/>
          </a:p>
          <a:p>
            <a:pPr marL="228600" marR="0" indent="-228600">
              <a:buAutoNum type="alphaUcPeriod"/>
              <a:defRPr/>
            </a:pPr>
            <a:r>
              <a:rPr lang="es-ES" sz="1600" b="0" i="0" strike="noStrike" cap="none" baseline="0">
                <a:solidFill>
                  <a:srgbClr val="000000"/>
                </a:solidFill>
                <a:effectLst/>
                <a:latin typeface="Segoe UI"/>
                <a:ea typeface="Segoe UI"/>
                <a:cs typeface="Segoe UI"/>
              </a:rPr>
              <a:t>Uso de </a:t>
            </a:r>
            <a:r>
              <a:rPr lang="es-ES" sz="1600" b="0" i="0" strike="noStrike" cap="none" baseline="0">
                <a:solidFill>
                  <a:srgbClr val="000000"/>
                </a:solidFill>
                <a:effectLst/>
                <a:latin typeface="Consolas"/>
                <a:ea typeface="Consolas"/>
                <a:cs typeface="Consolas"/>
              </a:rPr>
              <a:t>userId </a:t>
            </a:r>
            <a:r>
              <a:rPr lang="es-ES" sz="1600" b="0" i="0" strike="noStrike" cap="none" baseline="0">
                <a:solidFill>
                  <a:srgbClr val="000000"/>
                </a:solidFill>
                <a:effectLst/>
                <a:latin typeface="Segoe UI"/>
                <a:ea typeface="Segoe UI"/>
                <a:cs typeface="Segoe UI"/>
              </a:rPr>
              <a:t>como clave de partición</a:t>
            </a:r>
            <a:endParaRPr sz="2600"/>
          </a:p>
          <a:p>
            <a:pPr marL="228600" marR="0" indent="-228600">
              <a:buAutoNum type="alphaUcPeriod"/>
              <a:defRPr/>
            </a:pPr>
            <a:r>
              <a:rPr lang="es-ES" sz="1600" b="0" i="0" strike="noStrike" cap="none" baseline="0">
                <a:solidFill>
                  <a:srgbClr val="000000"/>
                </a:solidFill>
                <a:effectLst/>
                <a:latin typeface="Segoe UI"/>
                <a:ea typeface="Segoe UI"/>
                <a:cs typeface="Segoe UI"/>
              </a:rPr>
              <a:t>Uso de una propiedad de marca de tiempo como clave de partición</a:t>
            </a:r>
            <a:endParaRPr sz="2600"/>
          </a:p>
          <a:p>
            <a:pPr marL="228600" marR="0" indent="-228600">
              <a:buAutoNum type="alphaUcPeriod"/>
              <a:defRPr/>
            </a:pPr>
            <a:r>
              <a:rPr lang="es-ES" sz="1600" b="0" i="0" strike="noStrike" cap="none" baseline="0">
                <a:solidFill>
                  <a:srgbClr val="000000"/>
                </a:solidFill>
                <a:effectLst/>
                <a:latin typeface="Segoe UI"/>
                <a:ea typeface="Segoe UI"/>
                <a:cs typeface="Segoe UI"/>
              </a:rPr>
              <a:t>Uso de una propiedad </a:t>
            </a:r>
            <a:r>
              <a:rPr lang="es-ES" sz="1600" b="0" i="0" strike="noStrike" cap="none" baseline="0">
                <a:solidFill>
                  <a:srgbClr val="000000"/>
                </a:solidFill>
                <a:effectLst/>
                <a:latin typeface="Consolas"/>
                <a:ea typeface="Consolas"/>
                <a:cs typeface="Consolas"/>
              </a:rPr>
              <a:t>isProcessed</a:t>
            </a:r>
            <a:r>
              <a:rPr lang="es-ES" sz="1600" b="0" i="0" strike="noStrike" cap="none" baseline="0">
                <a:solidFill>
                  <a:srgbClr val="000000"/>
                </a:solidFill>
                <a:effectLst/>
                <a:latin typeface="Segoe UI"/>
                <a:ea typeface="Segoe UI"/>
                <a:cs typeface="Segoe UI"/>
              </a:rPr>
              <a:t> booleana como clave de partición</a:t>
            </a:r>
            <a:endParaRPr sz="2600"/>
          </a:p>
        </p:txBody>
      </p:sp>
      <p:sp>
        <p:nvSpPr>
          <p:cNvPr id="1956432667" name="Oval 10"/>
          <p:cNvSpPr/>
          <p:nvPr/>
        </p:nvSpPr>
        <p:spPr bwMode="auto">
          <a:xfrm>
            <a:off x="697223" y="3862417"/>
            <a:ext cx="636371" cy="636371"/>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597">
              <a:defRPr/>
            </a:pPr>
            <a:r>
              <a:rPr lang="es-ES" sz="2400" b="1" i="0" strike="noStrike" cap="none" baseline="0">
                <a:solidFill>
                  <a:srgbClr val="FFFFFF"/>
                </a:solidFill>
                <a:effectLst/>
                <a:latin typeface="Segoe UI"/>
                <a:ea typeface="Segoe UI"/>
                <a:cs typeface="Segoe UI"/>
              </a:rPr>
              <a:t>2</a:t>
            </a:r>
            <a:endParaRPr lang="en-IN" sz="2400" b="1">
              <a:solidFill>
                <a:schemeClr val="bg1"/>
              </a:solidFill>
            </a:endParaRPr>
          </a:p>
        </p:txBody>
      </p:sp>
      <p:sp>
        <p:nvSpPr>
          <p:cNvPr id="1414596240" name="Text Placeholder 43"/>
          <p:cNvSpPr txBox="1"/>
          <p:nvPr/>
        </p:nvSpPr>
        <p:spPr bwMode="auto">
          <a:xfrm>
            <a:off x="1641206" y="3860982"/>
            <a:ext cx="9217198" cy="2242802"/>
          </a:xfrm>
          <a:prstGeom prst="rect">
            <a:avLst/>
          </a:prstGeom>
        </p:spPr>
        <p:txBody>
          <a:bodyPr vert="horz" lIns="0" tIns="0" rIns="0" bIns="0" rtlCol="0" anchor="t">
            <a:noAutofit/>
          </a:bodyPr>
          <a:lstStyle>
            <a:lvl1pPr marL="228600" indent="-228600" algn="l" defTabSz="914400" rtl="0">
              <a:lnSpc>
                <a:spcPct val="100000"/>
              </a:lnSpc>
              <a:spcBef>
                <a:spcPct val="0"/>
              </a:spcBef>
              <a:buFont typeface="Arial"/>
              <a:buChar char="•"/>
              <a:defRPr sz="2800">
                <a:solidFill>
                  <a:schemeClr val="tx1"/>
                </a:solidFill>
                <a:latin typeface="Segoe UI"/>
                <a:ea typeface="+mn-ea"/>
                <a:cs typeface="Segoe UI"/>
              </a:defRPr>
            </a:lvl1pPr>
            <a:lvl2pPr marL="574675" indent="-234950" algn="l" defTabSz="914400" rtl="0">
              <a:lnSpc>
                <a:spcPct val="100000"/>
              </a:lnSpc>
              <a:spcBef>
                <a:spcPct val="0"/>
              </a:spcBef>
              <a:buFont typeface="Arial"/>
              <a:buChar char="•"/>
              <a:defRPr sz="2400">
                <a:solidFill>
                  <a:schemeClr val="tx1"/>
                </a:solidFill>
                <a:latin typeface="Segoe UI"/>
                <a:ea typeface="+mn-ea"/>
                <a:cs typeface="Segoe UI"/>
              </a:defRPr>
            </a:lvl2pPr>
            <a:lvl3pPr marL="914400" indent="-227013" algn="l" defTabSz="914400" rtl="0">
              <a:lnSpc>
                <a:spcPct val="100000"/>
              </a:lnSpc>
              <a:spcBef>
                <a:spcPct val="0"/>
              </a:spcBef>
              <a:buFont typeface="Arial"/>
              <a:buChar char="•"/>
              <a:defRPr sz="2000">
                <a:solidFill>
                  <a:schemeClr val="tx1"/>
                </a:solidFill>
                <a:latin typeface="Segoe UI"/>
                <a:ea typeface="+mn-ea"/>
                <a:cs typeface="Segoe UI"/>
              </a:defRPr>
            </a:lvl3pPr>
            <a:lvl4pPr marL="1141413" indent="-169862" algn="l" defTabSz="914400" rtl="0">
              <a:lnSpc>
                <a:spcPct val="100000"/>
              </a:lnSpc>
              <a:spcBef>
                <a:spcPct val="0"/>
              </a:spcBef>
              <a:buFont typeface="Arial"/>
              <a:buChar char="•"/>
              <a:defRPr sz="1800">
                <a:solidFill>
                  <a:schemeClr val="tx1"/>
                </a:solidFill>
                <a:latin typeface="Segoe UI"/>
                <a:ea typeface="+mn-ea"/>
                <a:cs typeface="Segoe UI"/>
              </a:defRPr>
            </a:lvl4pPr>
            <a:lvl5pPr marL="1376363" indent="-179388" algn="l" defTabSz="914400" rtl="0">
              <a:lnSpc>
                <a:spcPct val="100000"/>
              </a:lnSpc>
              <a:spcBef>
                <a:spcPct val="0"/>
              </a:spcBef>
              <a:buFont typeface="Arial"/>
              <a:buChar char="•"/>
              <a:defRPr sz="1800">
                <a:solidFill>
                  <a:schemeClr val="tx1"/>
                </a:solidFill>
                <a:latin typeface="Segoe UI"/>
                <a:ea typeface="+mn-ea"/>
                <a:cs typeface="Segoe UI"/>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a:lstStyle>
          <a:p>
            <a:pPr marL="0" indent="0">
              <a:lnSpc>
                <a:spcPct val="110000"/>
              </a:lnSpc>
              <a:spcAft>
                <a:spcPts val="600"/>
              </a:spcAft>
              <a:buNone/>
              <a:defRPr/>
            </a:pPr>
            <a:r>
              <a:rPr lang="es-ES" sz="1600" b="0" i="0" strike="noStrike" cap="none" baseline="0">
                <a:solidFill>
                  <a:srgbClr val="000000"/>
                </a:solidFill>
                <a:effectLst/>
                <a:latin typeface="Segoe UI"/>
                <a:ea typeface="Segoe UI"/>
                <a:cs typeface="Segoe UI"/>
              </a:rPr>
              <a:t>Una aplicación de IA almacena recomendaciones de productos con Id. de documentos. La aplicación debe recuperar una recomendación específica por su Id. y categoría conocidos. ¿Qué método proporciona la recuperación más eficaz?</a:t>
            </a:r>
            <a:endParaRPr lang="en-US"/>
          </a:p>
          <a:p>
            <a:pPr marL="228600" marR="0" indent="-228600">
              <a:lnSpc>
                <a:spcPct val="100000"/>
              </a:lnSpc>
              <a:spcBef>
                <a:spcPct val="0"/>
              </a:spcBef>
              <a:spcAft>
                <a:spcPct val="0"/>
              </a:spcAft>
              <a:buFont typeface="Arial"/>
              <a:buAutoNum type="alphaUcPeriod"/>
              <a:defRPr/>
            </a:pPr>
            <a:r>
              <a:rPr lang="es-ES" sz="1600" b="0" i="0" strike="noStrike" cap="none" baseline="0">
                <a:solidFill>
                  <a:srgbClr val="000000"/>
                </a:solidFill>
                <a:effectLst/>
                <a:latin typeface="Segoe UI"/>
                <a:ea typeface="Segoe UI"/>
                <a:cs typeface="Segoe UI"/>
              </a:rPr>
              <a:t>Uso de </a:t>
            </a:r>
            <a:r>
              <a:rPr lang="es-ES" sz="1600" b="0" i="0" strike="noStrike" cap="none" baseline="0">
                <a:solidFill>
                  <a:srgbClr val="000000"/>
                </a:solidFill>
                <a:effectLst/>
                <a:latin typeface="Consolas"/>
                <a:ea typeface="Consolas"/>
                <a:cs typeface="Consolas"/>
              </a:rPr>
              <a:t>query_items()</a:t>
            </a:r>
            <a:r>
              <a:rPr lang="es-ES" sz="1600" b="0" i="0" strike="noStrike" cap="none" baseline="0">
                <a:solidFill>
                  <a:srgbClr val="000000"/>
                </a:solidFill>
                <a:effectLst/>
                <a:latin typeface="Segoe UI"/>
                <a:ea typeface="Segoe UI"/>
                <a:cs typeface="Segoe UI"/>
              </a:rPr>
              <a:t> con una cláusula </a:t>
            </a:r>
            <a:r>
              <a:rPr lang="es-ES" sz="1600" b="0" i="0" strike="noStrike" cap="none" baseline="0">
                <a:solidFill>
                  <a:srgbClr val="000000"/>
                </a:solidFill>
                <a:effectLst/>
                <a:latin typeface="Consolas"/>
                <a:ea typeface="Consolas"/>
                <a:cs typeface="Consolas"/>
              </a:rPr>
              <a:t>WHERE</a:t>
            </a:r>
            <a:r>
              <a:rPr lang="es-ES" sz="1600" b="0" i="0" strike="noStrike" cap="none" baseline="0">
                <a:solidFill>
                  <a:srgbClr val="000000"/>
                </a:solidFill>
                <a:effectLst/>
                <a:latin typeface="Segoe UI"/>
                <a:ea typeface="Segoe UI"/>
                <a:cs typeface="Segoe UI"/>
              </a:rPr>
              <a:t> filtrando por </a:t>
            </a:r>
            <a:r>
              <a:rPr lang="es-ES" sz="1600" b="0" i="0" strike="noStrike" cap="none" baseline="0">
                <a:solidFill>
                  <a:srgbClr val="000000"/>
                </a:solidFill>
                <a:effectLst/>
                <a:latin typeface="Consolas"/>
                <a:ea typeface="Consolas"/>
                <a:cs typeface="Consolas"/>
              </a:rPr>
              <a:t>Id.</a:t>
            </a:r>
            <a:endParaRPr sz="2600"/>
          </a:p>
          <a:p>
            <a:pPr marL="228600" marR="0" indent="-228600">
              <a:lnSpc>
                <a:spcPct val="100000"/>
              </a:lnSpc>
              <a:spcBef>
                <a:spcPct val="0"/>
              </a:spcBef>
              <a:spcAft>
                <a:spcPct val="0"/>
              </a:spcAft>
              <a:buFont typeface="Arial"/>
              <a:buAutoNum type="alphaUcPeriod"/>
              <a:defRPr/>
            </a:pPr>
            <a:r>
              <a:rPr lang="es-ES" sz="1600" b="0" i="0" strike="noStrike" cap="none" baseline="0">
                <a:solidFill>
                  <a:srgbClr val="000000"/>
                </a:solidFill>
                <a:effectLst/>
                <a:latin typeface="Segoe UI"/>
                <a:ea typeface="Segoe UI"/>
                <a:cs typeface="Segoe UI"/>
              </a:rPr>
              <a:t>Uso de </a:t>
            </a:r>
            <a:r>
              <a:rPr lang="es-ES" sz="1600" b="0" i="0" strike="noStrike" cap="none" baseline="0">
                <a:solidFill>
                  <a:srgbClr val="000000"/>
                </a:solidFill>
                <a:effectLst/>
                <a:latin typeface="Consolas"/>
                <a:ea typeface="Consolas"/>
                <a:cs typeface="Consolas"/>
              </a:rPr>
              <a:t>read_item()</a:t>
            </a:r>
            <a:r>
              <a:rPr lang="es-ES" sz="1600" b="0" i="0" strike="noStrike" cap="none" baseline="0">
                <a:solidFill>
                  <a:srgbClr val="000000"/>
                </a:solidFill>
                <a:effectLst/>
                <a:latin typeface="Segoe UI"/>
                <a:ea typeface="Segoe UI"/>
                <a:cs typeface="Segoe UI"/>
              </a:rPr>
              <a:t> con el </a:t>
            </a:r>
            <a:r>
              <a:rPr lang="es-ES" sz="1600" b="0" i="0" strike="noStrike" cap="none" baseline="0">
                <a:solidFill>
                  <a:srgbClr val="000000"/>
                </a:solidFill>
                <a:effectLst/>
                <a:latin typeface="Consolas"/>
                <a:ea typeface="Consolas"/>
                <a:cs typeface="Consolas"/>
              </a:rPr>
              <a:t>Id.</a:t>
            </a:r>
            <a:r>
              <a:rPr lang="es-ES" sz="1600" b="0" i="0" strike="noStrike" cap="none" baseline="0">
                <a:solidFill>
                  <a:srgbClr val="000000"/>
                </a:solidFill>
                <a:effectLst/>
                <a:latin typeface="Segoe UI"/>
                <a:ea typeface="Segoe UI"/>
                <a:cs typeface="Segoe UI"/>
              </a:rPr>
              <a:t> de artículo y la clave de partición</a:t>
            </a:r>
            <a:endParaRPr sz="2600"/>
          </a:p>
          <a:p>
            <a:pPr marL="228600" marR="0" indent="-228600">
              <a:lnSpc>
                <a:spcPct val="100000"/>
              </a:lnSpc>
              <a:spcBef>
                <a:spcPct val="0"/>
              </a:spcBef>
              <a:spcAft>
                <a:spcPct val="0"/>
              </a:spcAft>
              <a:buFont typeface="Arial"/>
              <a:buAutoNum type="alphaUcPeriod"/>
              <a:defRPr/>
            </a:pPr>
            <a:r>
              <a:rPr lang="es-ES" sz="1600" b="0" i="0" strike="noStrike" cap="none" baseline="0">
                <a:solidFill>
                  <a:srgbClr val="000000"/>
                </a:solidFill>
                <a:effectLst/>
                <a:latin typeface="Segoe UI"/>
                <a:ea typeface="Segoe UI"/>
                <a:cs typeface="Segoe UI"/>
              </a:rPr>
              <a:t>Uso de </a:t>
            </a:r>
            <a:r>
              <a:rPr lang="es-ES" sz="1600" b="0" i="0" strike="noStrike" cap="none" baseline="0">
                <a:solidFill>
                  <a:srgbClr val="000000"/>
                </a:solidFill>
                <a:effectLst/>
                <a:latin typeface="Consolas"/>
                <a:ea typeface="Consolas"/>
                <a:cs typeface="Consolas"/>
              </a:rPr>
              <a:t>query_items() </a:t>
            </a:r>
            <a:r>
              <a:rPr lang="es-ES" sz="1600" b="0" i="0" strike="noStrike" cap="none" baseline="0">
                <a:solidFill>
                  <a:srgbClr val="000000"/>
                </a:solidFill>
                <a:effectLst/>
                <a:latin typeface="Segoe UI"/>
                <a:ea typeface="Segoe UI"/>
                <a:cs typeface="Segoe UI"/>
              </a:rPr>
              <a:t>con </a:t>
            </a:r>
            <a:r>
              <a:rPr lang="es-ES" sz="1600" b="0" i="0" strike="noStrike" cap="none" baseline="0">
                <a:solidFill>
                  <a:srgbClr val="000000"/>
                </a:solidFill>
                <a:effectLst/>
                <a:latin typeface="Consolas"/>
                <a:ea typeface="Consolas"/>
                <a:cs typeface="Consolas"/>
              </a:rPr>
              <a:t>enable_cross_partition_query=True</a:t>
            </a:r>
            <a:endParaRPr sz="2600"/>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2032571867" name="Title 16"/>
          <p:cNvSpPr txBox="1">
            <a:spLocks noGrp="1"/>
          </p:cNvSpPr>
          <p:nvPr>
            <p:ph type="title"/>
          </p:nvPr>
        </p:nvSpPr>
        <p:spPr bwMode="auto">
          <a:xfrm>
            <a:off x="457200" y="411480"/>
            <a:ext cx="11222610" cy="553998"/>
          </a:xfrm>
          <a:prstGeom prst="rect">
            <a:avLst/>
          </a:prstGeom>
          <a:noFill/>
          <a:ln>
            <a:noFill/>
            <a:prstDash val="solid"/>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a:lnSpc>
                <a:spcPct val="100000"/>
              </a:lnSpc>
              <a:spcBef>
                <a:spcPct val="0"/>
              </a:spcBef>
              <a:buNone/>
              <a:defRPr lang="en-US" sz="3200" b="0" i="0" cap="none" spc="0">
                <a:ln w="3175">
                  <a:noFill/>
                </a:ln>
                <a:solidFill>
                  <a:schemeClr val="tx1"/>
                </a:solidFill>
                <a:latin typeface="+mj-lt"/>
                <a:ea typeface="+mn-ea"/>
                <a:cs typeface="Segoe UI Semibold"/>
              </a:defRPr>
            </a:lvl1pPr>
          </a:lstStyle>
          <a:p>
            <a:pPr>
              <a:defRPr/>
            </a:pPr>
            <a:r>
              <a:rPr lang="en-US" sz="3600">
                <a:cs typeface="Segoe UI Semibold"/>
              </a:rPr>
              <a:t>Interactive Knowledge</a:t>
            </a:r>
            <a:r>
              <a:rPr lang="en-US" sz="3600" b="0" i="0" u="none" strike="noStrike" cap="none" spc="0">
                <a:ln w="3175">
                  <a:noFill/>
                </a:ln>
                <a:latin typeface="+mj-lt"/>
                <a:ea typeface="+mn-ea"/>
                <a:cs typeface="Segoe UI Semibold"/>
              </a:rPr>
              <a:t> check </a:t>
            </a:r>
            <a:endParaRPr/>
          </a:p>
        </p:txBody>
      </p:sp>
      <p:sp>
        <p:nvSpPr>
          <p:cNvPr id="1015653372" name="Text Placeholder 1"/>
          <p:cNvSpPr>
            <a:spLocks noGrp="1"/>
          </p:cNvSpPr>
          <p:nvPr>
            <p:ph type="body" sz="quarter" idx="4294967295"/>
          </p:nvPr>
        </p:nvSpPr>
        <p:spPr bwMode="auto">
          <a:xfrm>
            <a:off x="4798237" y="2051474"/>
            <a:ext cx="6698251" cy="3231239"/>
          </a:xfrm>
        </p:spPr>
        <p:txBody>
          <a:bodyPr vert="horz" wrap="square" lIns="0" tIns="0" rIns="0" bIns="0" rtlCol="0" anchor="t">
            <a:spAutoFit/>
          </a:bodyPr>
          <a:lstStyle/>
          <a:p>
            <a:pPr marL="0" indent="0">
              <a:buNone/>
              <a:defRPr/>
            </a:pPr>
            <a:r>
              <a:rPr lang="en-US" sz="2400" b="0">
                <a:latin typeface="Segoe UI Semibold"/>
                <a:ea typeface="Segoe UI Semibold"/>
                <a:cs typeface="Segoe UI Semibold"/>
              </a:rPr>
              <a:t>Test your knowledge with this real time quiz. </a:t>
            </a:r>
            <a:endParaRPr b="0">
              <a:latin typeface="Segoe UI Semibold"/>
              <a:cs typeface="Segoe UI Semibold"/>
            </a:endParaRPr>
          </a:p>
          <a:p>
            <a:pPr marL="0" indent="0">
              <a:buNone/>
              <a:defRPr/>
            </a:pPr>
            <a:r>
              <a:rPr lang="en-US" sz="2400" b="0">
                <a:latin typeface="Segoe UI Semibold"/>
                <a:ea typeface="Segoe UI Semibold"/>
                <a:cs typeface="Segoe UI Semibold"/>
              </a:rPr>
              <a:t>Prompt Microsoft Copilot Chat: </a:t>
            </a:r>
            <a:endParaRPr lang="en-US"/>
          </a:p>
          <a:p>
            <a:pPr marL="0" indent="0">
              <a:buNone/>
              <a:defRPr/>
            </a:pPr>
            <a:endParaRPr lang="en-US" sz="2400" b="1"/>
          </a:p>
          <a:p>
            <a:pPr marL="0" indent="0">
              <a:buNone/>
              <a:defRPr/>
            </a:pPr>
            <a:r>
              <a:rPr lang="en-US" sz="2000">
                <a:latin typeface="Segoe UI"/>
                <a:ea typeface="Segoe UI"/>
                <a:cs typeface="Segoe UI"/>
              </a:rPr>
              <a:t>As a CosmosDB expert, please create three multiple-choice questions that assess knowledge of the Azure Cosmos DB for NoSQL resource model and how to build queries. Present one question at a time and wait for my response before continuing. After each answer, provide a brief explanation of the correct choice before moving on to the next question.</a:t>
            </a:r>
            <a:endParaRPr/>
          </a:p>
        </p:txBody>
      </p:sp>
      <p:pic>
        <p:nvPicPr>
          <p:cNvPr id="1695018878" name="Picture 7">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bwMode="auto">
          <a:xfrm>
            <a:off x="807647" y="2160062"/>
            <a:ext cx="3726421" cy="3257795"/>
          </a:xfrm>
          <a:prstGeom prst="rect">
            <a:avLst/>
          </a:prstGeom>
          <a:ln w="38100">
            <a:solidFill>
              <a:srgbClr val="C73ECC"/>
            </a:solid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79277872" name="Title 9"/>
          <p:cNvSpPr>
            <a:spLocks noGrp="1"/>
          </p:cNvSpPr>
          <p:nvPr>
            <p:ph type="title"/>
          </p:nvPr>
        </p:nvSpPr>
        <p:spPr bwMode="auto"/>
        <p:txBody>
          <a:bodyPr>
            <a:noAutofit/>
          </a:bodyPr>
          <a:lstStyle/>
          <a:p>
            <a:pPr>
              <a:defRPr/>
            </a:pPr>
            <a:r>
              <a:rPr lang="es-ES" sz="2800" b="0" i="0" strike="noStrike" cap="none" baseline="0">
                <a:solidFill>
                  <a:srgbClr val="000000"/>
                </a:solidFill>
                <a:effectLst/>
                <a:latin typeface="Segoe UI Semibold"/>
                <a:ea typeface="Segoe UI Semibold"/>
                <a:cs typeface="Segoe UI Semibold"/>
              </a:rPr>
              <a:t>Resumen del módulo 1</a:t>
            </a:r>
            <a:endParaRPr sz="2800"/>
          </a:p>
        </p:txBody>
      </p:sp>
      <p:sp>
        <p:nvSpPr>
          <p:cNvPr id="17982063" name="Rounded Rectangle 3_1">
            <a:extLst>
              <a:ext uri="{C183D7F6-B498-43B3-948B-1728B52AA6E4}">
                <adec:decorative xmlns:adec="http://schemas.microsoft.com/office/drawing/2017/decorative" val="1"/>
              </a:ext>
            </a:extLst>
          </p:cNvPr>
          <p:cNvSpPr/>
          <p:nvPr/>
        </p:nvSpPr>
        <p:spPr bwMode="auto">
          <a:xfrm>
            <a:off x="594774" y="1097168"/>
            <a:ext cx="10618657" cy="4328362"/>
          </a:xfrm>
          <a:prstGeom prst="roundRect">
            <a:avLst>
              <a:gd name="adj" fmla="val 11300"/>
            </a:avLst>
          </a:prstGeom>
          <a:solidFill>
            <a:schemeClr val="bg1"/>
          </a:solidFill>
          <a:ln>
            <a:noFill/>
          </a:ln>
          <a:effectLst>
            <a:outerShdw blurRad="127000" dist="38100" dir="8100000" sx="101000" sy="101000" algn="tr" rotWithShape="0">
              <a:srgbClr val="CAC5B8">
                <a:alpha val="6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numCol="1" spcCol="457200" rtlCol="0" anchor="t"/>
          <a:lstStyle/>
          <a:p>
            <a:pPr marL="0" marR="0" lvl="0" indent="0" algn="l" defTabSz="932742" rtl="0">
              <a:lnSpc>
                <a:spcPct val="100000"/>
              </a:lnSpc>
              <a:spcBef>
                <a:spcPts val="1200"/>
              </a:spcBef>
              <a:spcAft>
                <a:spcPct val="0"/>
              </a:spcAft>
              <a:buClrTx/>
              <a:buSzPct val="90000"/>
              <a:buFont typeface="Wingdings"/>
              <a:buNone/>
              <a:defRPr/>
            </a:pPr>
            <a:r>
              <a:rPr lang="es-ES" sz="1800" b="0" i="0" strike="noStrike" cap="none" baseline="0">
                <a:solidFill>
                  <a:srgbClr val="FFFFFF"/>
                </a:solidFill>
                <a:effectLst/>
                <a:latin typeface="Segoe UI"/>
                <a:ea typeface="Segoe UI"/>
                <a:cs typeface="Segoe UI"/>
              </a:rPr>
              <a:t>La clave de partición es tu decisión de diseño más importante (no se puede cambiar más adelante el cliente singleton). Reutiliza CosmosClient para la agrupación de conexiones y el almacenamiento en caché. Usa lecturas puntuales sobre consultas si conoces el Id. y la clave de partición. Parametriza consultas para la seguridad y el almacenamiento en caché del plan de consulta. Las consultas de partición única cuestan menos que las consultas entre particiones. Supervisa el consumo de RU para identificar oportunidades de optimización. </a:t>
            </a:r>
            <a:endParaRPr lang="en-US" sz="1800">
              <a:solidFill>
                <a:schemeClr val="tx1"/>
              </a:solidFill>
              <a:cs typeface="Segoe UI"/>
            </a:endParaRPr>
          </a:p>
        </p:txBody>
      </p:sp>
      <p:sp>
        <p:nvSpPr>
          <p:cNvPr id="1383873133" name="TextBox 2"/>
          <p:cNvSpPr txBox="1"/>
          <p:nvPr/>
        </p:nvSpPr>
        <p:spPr bwMode="auto">
          <a:xfrm>
            <a:off x="889964" y="1435230"/>
            <a:ext cx="9828025" cy="3543909"/>
          </a:xfrm>
          <a:prstGeom prst="rect">
            <a:avLst/>
          </a:prstGeom>
          <a:noFill/>
        </p:spPr>
        <p:txBody>
          <a:bodyPr wrap="square" lIns="91440" tIns="45720" rIns="91440" bIns="45720" anchor="t">
            <a:noAutofit/>
          </a:bodyPr>
          <a:lstStyle/>
          <a:p>
            <a:pPr marL="228600" indent="-228600">
              <a:lnSpc>
                <a:spcPct val="100000"/>
              </a:lnSpc>
              <a:spcBef>
                <a:spcPct val="0"/>
              </a:spcBef>
              <a:spcAft>
                <a:spcPts val="719"/>
              </a:spcAft>
              <a:buFont typeface="Arial"/>
              <a:buChar char="•"/>
              <a:defRPr/>
            </a:pPr>
            <a:r>
              <a:rPr lang="es-ES" sz="2000" b="0" i="0" strike="noStrike" cap="none" baseline="0">
                <a:solidFill>
                  <a:srgbClr val="000000"/>
                </a:solidFill>
                <a:effectLst/>
                <a:latin typeface="Segoe UI Semibold"/>
                <a:ea typeface="Segoe UI Semibold"/>
                <a:cs typeface="Segoe UI Semibold"/>
              </a:rPr>
              <a:t>La clave de partición</a:t>
            </a:r>
            <a:r>
              <a:rPr lang="es-ES" sz="2000" b="0" i="0" strike="noStrike" cap="none" baseline="0">
                <a:solidFill>
                  <a:srgbClr val="000000"/>
                </a:solidFill>
                <a:effectLst/>
                <a:latin typeface="Segoe UI"/>
                <a:ea typeface="Segoe UI"/>
                <a:cs typeface="Segoe UI"/>
              </a:rPr>
              <a:t> es tu decisión de diseño más importante, pero no puede cambiarse más adelante</a:t>
            </a:r>
            <a:endParaRPr sz="2000">
              <a:solidFill>
                <a:prstClr val="black"/>
              </a:solidFill>
              <a:latin typeface="Segoe UI"/>
              <a:cs typeface="Segoe UI"/>
            </a:endParaRPr>
          </a:p>
          <a:p>
            <a:pPr marL="228600" indent="-228600">
              <a:lnSpc>
                <a:spcPct val="100000"/>
              </a:lnSpc>
              <a:spcBef>
                <a:spcPct val="0"/>
              </a:spcBef>
              <a:spcAft>
                <a:spcPts val="719"/>
              </a:spcAft>
              <a:buFont typeface="Arial"/>
              <a:buChar char="•"/>
              <a:defRPr/>
            </a:pPr>
            <a:r>
              <a:rPr lang="es-ES" sz="2000" b="0" i="0" strike="noStrike" cap="none" baseline="0">
                <a:solidFill>
                  <a:srgbClr val="000000"/>
                </a:solidFill>
                <a:effectLst/>
                <a:latin typeface="Segoe UI Semibold"/>
                <a:ea typeface="Segoe UI Semibold"/>
                <a:cs typeface="Segoe UI Semibold"/>
              </a:rPr>
              <a:t>Cliente singleton</a:t>
            </a:r>
            <a:r>
              <a:rPr lang="es-ES" sz="2000" b="0" i="0" strike="noStrike" cap="none" baseline="0">
                <a:solidFill>
                  <a:srgbClr val="000000"/>
                </a:solidFill>
                <a:effectLst/>
                <a:latin typeface="Segoe UI"/>
                <a:ea typeface="Segoe UI"/>
                <a:cs typeface="Segoe UI"/>
              </a:rPr>
              <a:t>: reutiliza </a:t>
            </a:r>
            <a:r>
              <a:rPr lang="es-ES" sz="2000" b="0" i="0" strike="noStrike" cap="none" baseline="0">
                <a:solidFill>
                  <a:srgbClr val="000000"/>
                </a:solidFill>
                <a:effectLst/>
                <a:latin typeface="Consolas"/>
                <a:ea typeface="Consolas"/>
                <a:cs typeface="Consolas"/>
              </a:rPr>
              <a:t>CosmosClient</a:t>
            </a:r>
            <a:r>
              <a:rPr lang="es-ES" sz="2000" b="0" i="0" strike="noStrike" cap="none" baseline="0">
                <a:solidFill>
                  <a:srgbClr val="000000"/>
                </a:solidFill>
                <a:effectLst/>
                <a:latin typeface="Segoe UI"/>
                <a:ea typeface="Segoe UI"/>
                <a:cs typeface="Segoe UI"/>
              </a:rPr>
              <a:t> para la agrupación de conexiones y el almacenamiento en caché</a:t>
            </a:r>
            <a:endParaRPr sz="1600">
              <a:solidFill>
                <a:prstClr val="black"/>
              </a:solidFill>
            </a:endParaRPr>
          </a:p>
          <a:p>
            <a:pPr marL="228600" indent="-228600">
              <a:lnSpc>
                <a:spcPct val="100000"/>
              </a:lnSpc>
              <a:spcBef>
                <a:spcPct val="0"/>
              </a:spcBef>
              <a:spcAft>
                <a:spcPts val="719"/>
              </a:spcAft>
              <a:buFont typeface="Arial"/>
              <a:buChar char="•"/>
              <a:defRPr/>
            </a:pPr>
            <a:r>
              <a:rPr lang="es-ES" sz="2000" b="0" i="0" strike="noStrike" cap="none" baseline="0">
                <a:solidFill>
                  <a:srgbClr val="000000"/>
                </a:solidFill>
                <a:effectLst/>
                <a:latin typeface="Segoe UI Semibold"/>
                <a:ea typeface="Segoe UI Semibold"/>
                <a:cs typeface="Segoe UI Semibold"/>
              </a:rPr>
              <a:t>Las lecturas puntuales sobre consultas</a:t>
            </a:r>
            <a:r>
              <a:rPr lang="es-ES" sz="2000" b="0" i="0" strike="noStrike" cap="none" baseline="0">
                <a:solidFill>
                  <a:srgbClr val="000000"/>
                </a:solidFill>
                <a:effectLst/>
                <a:latin typeface="Segoe UI"/>
                <a:ea typeface="Segoe UI"/>
                <a:cs typeface="Segoe UI"/>
              </a:rPr>
              <a:t> cuando conoces </a:t>
            </a:r>
            <a:r>
              <a:rPr lang="es-ES" sz="2000" b="0" i="0" strike="noStrike" cap="none" baseline="0">
                <a:solidFill>
                  <a:srgbClr val="000000"/>
                </a:solidFill>
                <a:effectLst/>
                <a:latin typeface="Consolas"/>
                <a:ea typeface="Consolas"/>
                <a:cs typeface="Consolas"/>
              </a:rPr>
              <a:t>Id.</a:t>
            </a:r>
            <a:r>
              <a:rPr lang="es-ES" sz="2000" b="0" i="0" strike="noStrike" cap="none" baseline="0">
                <a:solidFill>
                  <a:srgbClr val="000000"/>
                </a:solidFill>
                <a:effectLst/>
                <a:latin typeface="Segoe UI"/>
                <a:ea typeface="Segoe UI"/>
                <a:cs typeface="Segoe UI"/>
              </a:rPr>
              <a:t> + clave de partición</a:t>
            </a:r>
            <a:endParaRPr sz="1600">
              <a:solidFill>
                <a:prstClr val="black"/>
              </a:solidFill>
            </a:endParaRPr>
          </a:p>
          <a:p>
            <a:pPr marL="228600" indent="-228600">
              <a:lnSpc>
                <a:spcPct val="100000"/>
              </a:lnSpc>
              <a:spcBef>
                <a:spcPct val="0"/>
              </a:spcBef>
              <a:spcAft>
                <a:spcPts val="719"/>
              </a:spcAft>
              <a:buFont typeface="Arial"/>
              <a:buChar char="•"/>
              <a:defRPr/>
            </a:pPr>
            <a:r>
              <a:rPr lang="es-ES" sz="2000" b="0" i="0" strike="noStrike" cap="none" baseline="0">
                <a:solidFill>
                  <a:srgbClr val="000000"/>
                </a:solidFill>
                <a:effectLst/>
                <a:latin typeface="Segoe UI Semibold"/>
                <a:ea typeface="Segoe UI Semibold"/>
                <a:cs typeface="Segoe UI Semibold"/>
              </a:rPr>
              <a:t>Parametrización de consultas</a:t>
            </a:r>
            <a:r>
              <a:rPr lang="es-ES" sz="2000" b="0" i="0" strike="noStrike" cap="none" baseline="0">
                <a:solidFill>
                  <a:srgbClr val="000000"/>
                </a:solidFill>
                <a:effectLst/>
                <a:latin typeface="Segoe UI"/>
                <a:ea typeface="Segoe UI"/>
                <a:cs typeface="Segoe UI"/>
              </a:rPr>
              <a:t> para el almacenamiento en caché del plan de consulta y seguridad</a:t>
            </a:r>
            <a:endParaRPr sz="1600"/>
          </a:p>
          <a:p>
            <a:pPr marL="228600" indent="-228600">
              <a:lnSpc>
                <a:spcPct val="100000"/>
              </a:lnSpc>
              <a:spcBef>
                <a:spcPct val="0"/>
              </a:spcBef>
              <a:spcAft>
                <a:spcPts val="719"/>
              </a:spcAft>
              <a:buFont typeface="Arial"/>
              <a:buChar char="•"/>
              <a:defRPr/>
            </a:pPr>
            <a:r>
              <a:rPr lang="es-ES" sz="2000" b="0" i="0" strike="noStrike" cap="none" baseline="0">
                <a:solidFill>
                  <a:srgbClr val="000000"/>
                </a:solidFill>
                <a:effectLst/>
                <a:latin typeface="Segoe UI Semibold"/>
                <a:ea typeface="Segoe UI Semibold"/>
                <a:cs typeface="Segoe UI Semibold"/>
              </a:rPr>
              <a:t>Las consultas de partición única</a:t>
            </a:r>
            <a:r>
              <a:rPr lang="es-ES" sz="2000" b="0" i="0" strike="noStrike" cap="none" baseline="0">
                <a:solidFill>
                  <a:srgbClr val="000000"/>
                </a:solidFill>
                <a:effectLst/>
                <a:latin typeface="Segoe UI"/>
                <a:ea typeface="Segoe UI"/>
                <a:cs typeface="Segoe UI"/>
              </a:rPr>
              <a:t> cuestan menos que las particiones cruzadas</a:t>
            </a:r>
            <a:endParaRPr sz="1600"/>
          </a:p>
          <a:p>
            <a:pPr marL="228600" indent="-228600">
              <a:lnSpc>
                <a:spcPct val="100000"/>
              </a:lnSpc>
              <a:spcBef>
                <a:spcPct val="0"/>
              </a:spcBef>
              <a:spcAft>
                <a:spcPts val="719"/>
              </a:spcAft>
              <a:buFont typeface="Arial"/>
              <a:buChar char="•"/>
              <a:defRPr/>
            </a:pPr>
            <a:r>
              <a:rPr lang="es-ES" sz="2000" b="0" i="0" strike="noStrike" cap="none" baseline="0">
                <a:solidFill>
                  <a:srgbClr val="000000"/>
                </a:solidFill>
                <a:effectLst/>
                <a:latin typeface="Segoe UI Semibold"/>
                <a:ea typeface="Segoe UI Semibold"/>
                <a:cs typeface="Segoe UI Semibold"/>
              </a:rPr>
              <a:t>Supervisión del consumo de RU</a:t>
            </a:r>
            <a:r>
              <a:rPr lang="es-ES" sz="2000" b="0" i="0" strike="noStrike" cap="none" baseline="0">
                <a:solidFill>
                  <a:srgbClr val="000000"/>
                </a:solidFill>
                <a:effectLst/>
                <a:latin typeface="Segoe UI"/>
                <a:ea typeface="Segoe UI"/>
                <a:cs typeface="Segoe UI"/>
              </a:rPr>
              <a:t> para identificar oportunidades de optimización</a:t>
            </a:r>
            <a:endParaRPr lang="en-US" sz="1600">
              <a:solidFill>
                <a:prstClr val="black"/>
              </a:solidFill>
            </a:endParaRPr>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42192954" name="Title 3"/>
          <p:cNvSpPr>
            <a:spLocks noGrp="1"/>
          </p:cNvSpPr>
          <p:nvPr>
            <p:ph type="title"/>
          </p:nvPr>
        </p:nvSpPr>
        <p:spPr bwMode="auto">
          <a:xfrm>
            <a:off x="581340" y="1114014"/>
            <a:ext cx="6472474" cy="3386795"/>
          </a:xfrm>
        </p:spPr>
        <p:txBody>
          <a:bodyPr/>
          <a:lstStyle/>
          <a:p>
            <a:pPr>
              <a:defRPr/>
            </a:pPr>
            <a:r>
              <a:rPr lang="es-ES" sz="4100" b="0" i="0" strike="noStrike" cap="none" baseline="0">
                <a:solidFill>
                  <a:srgbClr val="000000"/>
                </a:solidFill>
                <a:effectLst/>
                <a:latin typeface="Segoe UI"/>
                <a:ea typeface="Segoe UI"/>
                <a:cs typeface="Segoe UI"/>
              </a:rPr>
              <a:t>Módulo 2: Implementación del vector de búsqueda en Azure Cosmos DB for NoSQL</a:t>
            </a:r>
            <a:endParaRPr/>
          </a:p>
          <a:p>
            <a:pPr>
              <a:defRPr/>
            </a:pPr>
            <a:endParaRPr lang="en-US"/>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39501855" name="Title 3"/>
          <p:cNvSpPr>
            <a:spLocks noGrp="1"/>
          </p:cNvSpPr>
          <p:nvPr>
            <p:ph type="title"/>
          </p:nvPr>
        </p:nvSpPr>
        <p:spPr bwMode="auto"/>
        <p:txBody>
          <a:bodyPr/>
          <a:lstStyle/>
          <a:p>
            <a:pPr>
              <a:defRPr/>
            </a:pPr>
            <a:r>
              <a:rPr lang="es-ES" sz="3200" b="0" i="0" strike="noStrike" cap="none" baseline="0">
                <a:solidFill>
                  <a:srgbClr val="000000"/>
                </a:solidFill>
                <a:effectLst/>
                <a:latin typeface="Segoe UI Semibold"/>
                <a:ea typeface="Segoe UI Semibold"/>
                <a:cs typeface="Segoe UI Semibold"/>
              </a:rPr>
              <a:t>Objetivos de aprendizaje</a:t>
            </a:r>
            <a:endParaRPr/>
          </a:p>
        </p:txBody>
      </p:sp>
      <p:sp>
        <p:nvSpPr>
          <p:cNvPr id="274502533" name="Content Placeholder 2"/>
          <p:cNvSpPr>
            <a:spLocks noGrp="1"/>
          </p:cNvSpPr>
          <p:nvPr>
            <p:ph sz="quarter" idx="10"/>
          </p:nvPr>
        </p:nvSpPr>
        <p:spPr bwMode="auto"/>
        <p:txBody>
          <a:bodyPr vert="horz" lIns="0" tIns="0" rIns="0" bIns="0" rtlCol="0" anchor="t">
            <a:normAutofit/>
          </a:bodyPr>
          <a:lstStyle/>
          <a:p>
            <a:pPr>
              <a:spcAft>
                <a:spcPts val="600"/>
              </a:spcAft>
              <a:defRPr/>
            </a:pPr>
            <a:r>
              <a:rPr lang="es-ES" sz="2400" b="0" i="0" strike="noStrike" cap="none" baseline="0">
                <a:solidFill>
                  <a:srgbClr val="000000"/>
                </a:solidFill>
                <a:effectLst/>
                <a:latin typeface="Segoe UI"/>
                <a:ea typeface="Segoe UI"/>
                <a:cs typeface="Segoe UI"/>
              </a:rPr>
              <a:t>Almacenar y recuperar inserciones de vectores en contenedores con directivas de vector configuradas correctamente</a:t>
            </a:r>
            <a:endParaRPr lang="en-US"/>
          </a:p>
          <a:p>
            <a:pPr>
              <a:spcAft>
                <a:spcPts val="600"/>
              </a:spcAft>
              <a:defRPr/>
            </a:pPr>
            <a:r>
              <a:rPr lang="es-ES" sz="2400" b="0" i="0" strike="noStrike" cap="none" baseline="0">
                <a:solidFill>
                  <a:srgbClr val="000000"/>
                </a:solidFill>
                <a:effectLst/>
                <a:latin typeface="Segoe UI"/>
                <a:ea typeface="Segoe UI"/>
                <a:cs typeface="Segoe UI"/>
              </a:rPr>
              <a:t>Ejecutar consultas de similitud vectorial mediante la función </a:t>
            </a:r>
            <a:r>
              <a:rPr lang="es-ES" sz="2400" b="0" i="0" strike="noStrike" cap="none" baseline="0">
                <a:solidFill>
                  <a:srgbClr val="000000"/>
                </a:solidFill>
                <a:effectLst/>
                <a:latin typeface="Consolas"/>
                <a:ea typeface="Consolas"/>
                <a:cs typeface="Consolas"/>
              </a:rPr>
              <a:t>VectorDistance</a:t>
            </a:r>
            <a:endParaRPr/>
          </a:p>
          <a:p>
            <a:pPr>
              <a:spcAft>
                <a:spcPts val="600"/>
              </a:spcAft>
              <a:defRPr/>
            </a:pPr>
            <a:r>
              <a:rPr lang="es-ES" sz="2400" b="0" i="0" strike="noStrike" cap="none" baseline="0">
                <a:solidFill>
                  <a:srgbClr val="000000"/>
                </a:solidFill>
                <a:effectLst/>
                <a:latin typeface="Segoe UI"/>
                <a:ea typeface="Segoe UI"/>
                <a:cs typeface="Segoe UI"/>
              </a:rPr>
              <a:t>Combinar el vector de búsqueda con filtros de metadatos y la búsqueda de texto completo usando consultas híbridas</a:t>
            </a:r>
            <a:endParaRPr/>
          </a:p>
          <a:p>
            <a:pPr>
              <a:spcAft>
                <a:spcPts val="600"/>
              </a:spcAft>
              <a:defRPr/>
            </a:pPr>
            <a:r>
              <a:rPr lang="es-ES" sz="2400" b="0" i="0" strike="noStrike" cap="none" baseline="0">
                <a:solidFill>
                  <a:srgbClr val="000000"/>
                </a:solidFill>
                <a:effectLst/>
                <a:latin typeface="Segoe UI"/>
                <a:ea typeface="Segoe UI"/>
                <a:cs typeface="Segoe UI"/>
              </a:rPr>
              <a:t>Implementar el procesamiento de la fuente de cambios para actualizar automáticamente inserciones cuando cambian los documentos</a:t>
            </a:r>
            <a:endParaRPr lang="en-US"/>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89449486" name="Title 2"/>
          <p:cNvSpPr>
            <a:spLocks noGrp="1"/>
          </p:cNvSpPr>
          <p:nvPr>
            <p:ph type="title"/>
          </p:nvPr>
        </p:nvSpPr>
        <p:spPr bwMode="auto"/>
        <p:txBody>
          <a:bodyPr/>
          <a:lstStyle/>
          <a:p>
            <a:pPr>
              <a:defRPr/>
            </a:pPr>
            <a:r>
              <a:rPr lang="es-ES" sz="3200" b="0" i="0" strike="noStrike" cap="none" baseline="0">
                <a:solidFill>
                  <a:srgbClr val="000000"/>
                </a:solidFill>
                <a:effectLst/>
                <a:latin typeface="Segoe UI Semibold"/>
                <a:ea typeface="Segoe UI Semibold"/>
                <a:cs typeface="Segoe UI Semibold"/>
              </a:rPr>
              <a:t>Introducción</a:t>
            </a:r>
            <a:endParaRPr/>
          </a:p>
        </p:txBody>
      </p:sp>
      <p:sp>
        <p:nvSpPr>
          <p:cNvPr id="1301578822" name="Content Placeholder 3"/>
          <p:cNvSpPr>
            <a:spLocks noGrp="1"/>
          </p:cNvSpPr>
          <p:nvPr>
            <p:ph sz="quarter" idx="10"/>
          </p:nvPr>
        </p:nvSpPr>
        <p:spPr bwMode="auto"/>
        <p:txBody>
          <a:bodyPr vert="horz" lIns="0" tIns="0" rIns="0" bIns="0" rtlCol="0" anchor="t">
            <a:normAutofit/>
          </a:bodyPr>
          <a:lstStyle/>
          <a:p>
            <a:pPr>
              <a:spcAft>
                <a:spcPts val="1200"/>
              </a:spcAft>
              <a:defRPr/>
            </a:pPr>
            <a:r>
              <a:rPr lang="es-ES" sz="2400" b="0" i="0" strike="noStrike" cap="none" baseline="0">
                <a:solidFill>
                  <a:srgbClr val="000000"/>
                </a:solidFill>
                <a:effectLst/>
                <a:latin typeface="Segoe UI"/>
                <a:ea typeface="Segoe UI"/>
                <a:cs typeface="Segoe UI"/>
              </a:rPr>
              <a:t>Vector de búsqueda integrado en Azure Cosmos DB for NoSQL, no se requiere ninguna base de datos vectorial independiente</a:t>
            </a:r>
            <a:endParaRPr sz="2400"/>
          </a:p>
          <a:p>
            <a:pPr>
              <a:spcAft>
                <a:spcPts val="1200"/>
              </a:spcAft>
              <a:defRPr/>
            </a:pPr>
            <a:r>
              <a:rPr lang="es-ES" sz="2400" b="0" i="0" strike="noStrike" cap="none" baseline="0">
                <a:solidFill>
                  <a:srgbClr val="000000"/>
                </a:solidFill>
                <a:effectLst/>
                <a:latin typeface="Segoe UI"/>
                <a:ea typeface="Segoe UI"/>
                <a:cs typeface="Segoe UI"/>
              </a:rPr>
              <a:t>Almacenamiento de inserciones junto con datos profesionales en los mismos documentos</a:t>
            </a:r>
            <a:endParaRPr sz="2400"/>
          </a:p>
          <a:p>
            <a:pPr>
              <a:spcAft>
                <a:spcPts val="1200"/>
              </a:spcAft>
              <a:defRPr/>
            </a:pPr>
            <a:r>
              <a:rPr lang="es-ES" sz="2400" b="0" i="0" strike="noStrike" cap="none" baseline="0">
                <a:solidFill>
                  <a:srgbClr val="000000"/>
                </a:solidFill>
                <a:effectLst/>
                <a:latin typeface="Segoe UI"/>
                <a:ea typeface="Segoe UI"/>
                <a:cs typeface="Segoe UI"/>
              </a:rPr>
              <a:t>Admite varias funciones de distancia: coseno, producto escalar y euclidiana</a:t>
            </a:r>
            <a:endParaRPr sz="2400"/>
          </a:p>
          <a:p>
            <a:pPr>
              <a:spcAft>
                <a:spcPts val="1200"/>
              </a:spcAft>
              <a:defRPr/>
            </a:pPr>
            <a:r>
              <a:rPr lang="es-ES" sz="2400" b="0" i="0" strike="noStrike" cap="none" baseline="0">
                <a:solidFill>
                  <a:srgbClr val="000000"/>
                </a:solidFill>
                <a:effectLst/>
                <a:latin typeface="Segoe UI"/>
                <a:ea typeface="Segoe UI"/>
                <a:cs typeface="Segoe UI"/>
              </a:rPr>
              <a:t>Tres tipos de índice: flat (exact), quantizedFlat (comprimido) y DiskANN (aproximado)</a:t>
            </a:r>
            <a:endParaRPr sz="2400"/>
          </a:p>
          <a:p>
            <a:pPr>
              <a:spcAft>
                <a:spcPts val="1200"/>
              </a:spcAft>
              <a:defRPr/>
            </a:pPr>
            <a:r>
              <a:rPr lang="es-ES" sz="2400" b="0" i="0" strike="noStrike" cap="none" baseline="0">
                <a:solidFill>
                  <a:srgbClr val="000000"/>
                </a:solidFill>
                <a:effectLst/>
                <a:latin typeface="Segoe UI"/>
                <a:ea typeface="Segoe UI"/>
                <a:cs typeface="Segoe UI"/>
              </a:rPr>
              <a:t>La búsqueda híbrida combina la similitud vectorial con filtros de palabra clave y metadatos</a:t>
            </a:r>
            <a:endParaRPr sz="2400"/>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8532683" name="Title 1"/>
          <p:cNvSpPr>
            <a:spLocks noGrp="1"/>
          </p:cNvSpPr>
          <p:nvPr>
            <p:ph type="title"/>
          </p:nvPr>
        </p:nvSpPr>
        <p:spPr bwMode="auto"/>
        <p:txBody>
          <a:bodyPr/>
          <a:lstStyle/>
          <a:p>
            <a:pPr>
              <a:defRPr/>
            </a:pPr>
            <a:r>
              <a:rPr lang="es-ES" sz="3200" b="0" i="0" strike="noStrike" cap="none" baseline="0" dirty="0">
                <a:solidFill>
                  <a:srgbClr val="000000"/>
                </a:solidFill>
                <a:effectLst/>
                <a:latin typeface="Segoe UI Semibold"/>
                <a:ea typeface="Segoe UI Semibold"/>
                <a:cs typeface="Segoe UI Semibold"/>
              </a:rPr>
              <a:t>Almacenamiento y recuperación de incrustaciones en Azure Cosmos DB</a:t>
            </a:r>
            <a:endParaRPr lang="en-US" dirty="0"/>
          </a:p>
        </p:txBody>
      </p:sp>
      <p:sp>
        <p:nvSpPr>
          <p:cNvPr id="809563951" name="Content Placeholder 2"/>
          <p:cNvSpPr>
            <a:spLocks noGrp="1"/>
          </p:cNvSpPr>
          <p:nvPr>
            <p:ph sz="quarter" idx="10"/>
          </p:nvPr>
        </p:nvSpPr>
        <p:spPr bwMode="auto">
          <a:xfrm>
            <a:off x="457200" y="1430655"/>
            <a:ext cx="4877468" cy="4807380"/>
          </a:xfrm>
        </p:spPr>
        <p:txBody>
          <a:bodyPr vert="horz" wrap="square" lIns="45720" tIns="0" rIns="0" bIns="0" rtlCol="0" anchor="t">
            <a:noAutofit/>
          </a:bodyPr>
          <a:lstStyle/>
          <a:p>
            <a:pPr marL="0" indent="0">
              <a:spcAft>
                <a:spcPts val="1000"/>
              </a:spcAft>
              <a:buNone/>
              <a:defRPr/>
            </a:pPr>
            <a:r>
              <a:rPr lang="es-ES" sz="2000" b="0" i="0" strike="noStrike" cap="none" baseline="0" dirty="0">
                <a:solidFill>
                  <a:srgbClr val="000000"/>
                </a:solidFill>
                <a:effectLst/>
                <a:latin typeface="Segoe UI Semibold"/>
                <a:ea typeface="Segoe UI Semibold"/>
                <a:cs typeface="Segoe UI Semibold"/>
              </a:rPr>
              <a:t>Directiva de vectores (establecida en la creación del contenedor)</a:t>
            </a:r>
            <a:endParaRPr lang="en-US" dirty="0"/>
          </a:p>
          <a:p>
            <a:pPr>
              <a:defRPr/>
            </a:pPr>
            <a:r>
              <a:rPr lang="es-ES" sz="1800" b="0" i="0" strike="noStrike" cap="none" baseline="0" dirty="0" err="1">
                <a:solidFill>
                  <a:srgbClr val="000000"/>
                </a:solidFill>
                <a:effectLst/>
                <a:latin typeface="Segoe UI Semibold"/>
                <a:ea typeface="Segoe UI Semibold"/>
                <a:cs typeface="Segoe UI Semibold"/>
              </a:rPr>
              <a:t>path</a:t>
            </a:r>
            <a:r>
              <a:rPr lang="es-ES" sz="1800" b="0" i="0" strike="noStrike" cap="none" baseline="0" dirty="0">
                <a:solidFill>
                  <a:srgbClr val="000000"/>
                </a:solidFill>
                <a:effectLst/>
                <a:latin typeface="Segoe UI Semibold"/>
                <a:ea typeface="Segoe UI Semibold"/>
                <a:cs typeface="Segoe UI Semibold"/>
              </a:rPr>
              <a:t>:</a:t>
            </a:r>
            <a:r>
              <a:rPr lang="es-ES" sz="1800" b="0" i="0" strike="noStrike" cap="none" baseline="0" dirty="0">
                <a:solidFill>
                  <a:srgbClr val="000000"/>
                </a:solidFill>
                <a:effectLst/>
                <a:latin typeface="Consolas"/>
                <a:ea typeface="Consolas"/>
                <a:cs typeface="Consolas"/>
              </a:rPr>
              <a:t> </a:t>
            </a:r>
            <a:r>
              <a:rPr lang="es-ES" sz="1800" b="0" i="0" strike="noStrike" cap="none" baseline="0" dirty="0">
                <a:solidFill>
                  <a:srgbClr val="000000"/>
                </a:solidFill>
                <a:effectLst/>
                <a:latin typeface="Segoe UI"/>
                <a:ea typeface="Segoe UI"/>
                <a:cs typeface="Segoe UI"/>
              </a:rPr>
              <a:t>JSON </a:t>
            </a:r>
            <a:r>
              <a:rPr lang="es-ES" sz="1800" b="0" i="0" strike="noStrike" cap="none" baseline="0" dirty="0" err="1">
                <a:solidFill>
                  <a:srgbClr val="000000"/>
                </a:solidFill>
                <a:effectLst/>
                <a:latin typeface="Segoe UI"/>
                <a:ea typeface="Segoe UI"/>
                <a:cs typeface="Segoe UI"/>
              </a:rPr>
              <a:t>path</a:t>
            </a:r>
            <a:r>
              <a:rPr lang="es-ES" sz="1800" b="0" i="0" strike="noStrike" cap="none" baseline="0" dirty="0">
                <a:solidFill>
                  <a:srgbClr val="000000"/>
                </a:solidFill>
                <a:effectLst/>
                <a:latin typeface="Segoe UI"/>
                <a:ea typeface="Segoe UI"/>
                <a:cs typeface="Segoe UI"/>
              </a:rPr>
              <a:t> </a:t>
            </a:r>
            <a:r>
              <a:rPr lang="es-ES" sz="1800" b="0" i="0" strike="noStrike" cap="none" baseline="0" dirty="0" err="1">
                <a:solidFill>
                  <a:srgbClr val="000000"/>
                </a:solidFill>
                <a:effectLst/>
                <a:latin typeface="Segoe UI"/>
                <a:ea typeface="Segoe UI"/>
                <a:cs typeface="Segoe UI"/>
              </a:rPr>
              <a:t>to</a:t>
            </a:r>
            <a:r>
              <a:rPr lang="es-ES" sz="1800" b="0" i="0" strike="noStrike" cap="none" baseline="0" dirty="0">
                <a:solidFill>
                  <a:srgbClr val="000000"/>
                </a:solidFill>
                <a:effectLst/>
                <a:latin typeface="Segoe UI"/>
                <a:ea typeface="Segoe UI"/>
                <a:cs typeface="Segoe UI"/>
              </a:rPr>
              <a:t> </a:t>
            </a:r>
            <a:r>
              <a:rPr lang="es-ES" sz="1800" b="0" i="0" strike="noStrike" cap="none" baseline="0" dirty="0" err="1">
                <a:solidFill>
                  <a:srgbClr val="000000"/>
                </a:solidFill>
                <a:effectLst/>
                <a:latin typeface="Segoe UI"/>
                <a:ea typeface="Segoe UI"/>
                <a:cs typeface="Segoe UI"/>
              </a:rPr>
              <a:t>embedding</a:t>
            </a:r>
            <a:r>
              <a:rPr lang="es-ES" sz="1800" b="0" i="0" strike="noStrike" cap="none" baseline="0" dirty="0">
                <a:solidFill>
                  <a:srgbClr val="000000"/>
                </a:solidFill>
                <a:effectLst/>
                <a:latin typeface="Segoe UI"/>
                <a:ea typeface="Segoe UI"/>
                <a:cs typeface="Segoe UI"/>
              </a:rPr>
              <a:t> </a:t>
            </a:r>
            <a:r>
              <a:rPr lang="es-ES" sz="1800" b="0" i="0" strike="noStrike" cap="none" baseline="0" dirty="0" err="1">
                <a:solidFill>
                  <a:srgbClr val="000000"/>
                </a:solidFill>
                <a:effectLst/>
                <a:latin typeface="Segoe UI"/>
                <a:ea typeface="Segoe UI"/>
                <a:cs typeface="Segoe UI"/>
              </a:rPr>
              <a:t>property</a:t>
            </a:r>
            <a:endParaRPr lang="en-US" sz="1800" dirty="0"/>
          </a:p>
          <a:p>
            <a:pPr>
              <a:defRPr/>
            </a:pPr>
            <a:r>
              <a:rPr lang="es-ES" sz="1800" b="0" i="0" strike="noStrike" cap="none" baseline="0" dirty="0">
                <a:solidFill>
                  <a:srgbClr val="000000"/>
                </a:solidFill>
                <a:effectLst/>
                <a:latin typeface="Segoe UI Semibold"/>
                <a:ea typeface="Segoe UI Semibold"/>
                <a:cs typeface="Segoe UI Semibold"/>
              </a:rPr>
              <a:t>dataType</a:t>
            </a:r>
            <a:r>
              <a:rPr lang="es-ES" sz="1800" b="0" i="0" strike="noStrike" cap="none" baseline="0" dirty="0">
                <a:solidFill>
                  <a:srgbClr val="000000"/>
                </a:solidFill>
                <a:effectLst/>
                <a:latin typeface="Segoe UI"/>
                <a:ea typeface="Segoe UI"/>
                <a:cs typeface="Segoe UI"/>
              </a:rPr>
              <a:t>:</a:t>
            </a:r>
            <a:r>
              <a:rPr lang="es-ES" sz="1800" b="0" i="0" strike="noStrike" cap="none" baseline="0" dirty="0">
                <a:solidFill>
                  <a:srgbClr val="000000"/>
                </a:solidFill>
                <a:effectLst/>
                <a:latin typeface="Consolas"/>
                <a:ea typeface="Consolas"/>
                <a:cs typeface="Consolas"/>
              </a:rPr>
              <a:t>float32</a:t>
            </a:r>
            <a:r>
              <a:rPr lang="es-ES" sz="1800" b="0" i="0" strike="noStrike" cap="none" baseline="0" dirty="0">
                <a:solidFill>
                  <a:srgbClr val="000000"/>
                </a:solidFill>
                <a:effectLst/>
                <a:latin typeface="Segoe UI"/>
                <a:ea typeface="Segoe UI"/>
                <a:cs typeface="Segoe UI"/>
              </a:rPr>
              <a:t>, </a:t>
            </a:r>
            <a:r>
              <a:rPr lang="es-ES" sz="1800" b="0" i="0" strike="noStrike" cap="none" baseline="0" dirty="0">
                <a:solidFill>
                  <a:srgbClr val="000000"/>
                </a:solidFill>
                <a:effectLst/>
                <a:latin typeface="Consolas"/>
                <a:ea typeface="Consolas"/>
                <a:cs typeface="Consolas"/>
              </a:rPr>
              <a:t>float16</a:t>
            </a:r>
            <a:r>
              <a:rPr lang="es-ES" sz="1800" b="0" i="0" strike="noStrike" cap="none" baseline="0" dirty="0">
                <a:solidFill>
                  <a:srgbClr val="000000"/>
                </a:solidFill>
                <a:effectLst/>
                <a:latin typeface="Segoe UI"/>
                <a:ea typeface="Segoe UI"/>
                <a:cs typeface="Segoe UI"/>
              </a:rPr>
              <a:t>, </a:t>
            </a:r>
            <a:r>
              <a:rPr lang="es-ES" sz="1800" b="0" i="0" strike="noStrike" cap="none" baseline="0" dirty="0">
                <a:solidFill>
                  <a:srgbClr val="000000"/>
                </a:solidFill>
                <a:effectLst/>
                <a:latin typeface="Consolas"/>
                <a:ea typeface="Consolas"/>
                <a:cs typeface="Consolas"/>
              </a:rPr>
              <a:t>int8</a:t>
            </a:r>
            <a:r>
              <a:rPr lang="es-ES" sz="1800" b="0" i="0" strike="noStrike" cap="none" baseline="0" dirty="0">
                <a:solidFill>
                  <a:srgbClr val="000000"/>
                </a:solidFill>
                <a:effectLst/>
                <a:latin typeface="Segoe UI"/>
                <a:ea typeface="Segoe UI"/>
                <a:cs typeface="Segoe UI"/>
              </a:rPr>
              <a:t> y </a:t>
            </a:r>
            <a:r>
              <a:rPr lang="es-ES" sz="1800" b="0" i="0" strike="noStrike" cap="none" baseline="0" dirty="0">
                <a:solidFill>
                  <a:srgbClr val="000000"/>
                </a:solidFill>
                <a:effectLst/>
                <a:latin typeface="Consolas"/>
                <a:ea typeface="Consolas"/>
                <a:cs typeface="Consolas"/>
              </a:rPr>
              <a:t>uint8</a:t>
            </a:r>
            <a:endParaRPr dirty="0"/>
          </a:p>
          <a:p>
            <a:pPr>
              <a:defRPr/>
            </a:pPr>
            <a:r>
              <a:rPr lang="es-ES" sz="1800" b="0" i="0" strike="noStrike" cap="none" baseline="0" dirty="0" err="1">
                <a:solidFill>
                  <a:srgbClr val="000000"/>
                </a:solidFill>
                <a:effectLst/>
                <a:latin typeface="Segoe UI Semibold"/>
                <a:ea typeface="Segoe UI Semibold"/>
                <a:cs typeface="Segoe UI Semibold"/>
              </a:rPr>
              <a:t>dimensions</a:t>
            </a:r>
            <a:r>
              <a:rPr lang="es-ES" sz="1800" b="0" i="0" strike="noStrike" cap="none" baseline="0" dirty="0">
                <a:solidFill>
                  <a:srgbClr val="000000"/>
                </a:solidFill>
                <a:effectLst/>
                <a:latin typeface="Segoe UI Semibold"/>
                <a:ea typeface="Segoe UI Semibold"/>
                <a:cs typeface="Segoe UI Semibold"/>
              </a:rPr>
              <a:t>:</a:t>
            </a:r>
            <a:r>
              <a:rPr lang="es-ES" sz="1800" b="0" i="0" strike="noStrike" cap="none" baseline="0" dirty="0">
                <a:solidFill>
                  <a:srgbClr val="000000"/>
                </a:solidFill>
                <a:effectLst/>
                <a:latin typeface="Segoe UI"/>
                <a:ea typeface="Segoe UI"/>
                <a:cs typeface="Segoe UI"/>
              </a:rPr>
              <a:t> debe coincidir con tu modelo (1536 para ada-002)</a:t>
            </a:r>
            <a:endParaRPr lang="en-US" sz="1800" dirty="0"/>
          </a:p>
          <a:p>
            <a:pPr>
              <a:defRPr/>
            </a:pPr>
            <a:r>
              <a:rPr lang="es-ES" sz="1800" b="0" i="0" strike="noStrike" cap="none" baseline="0" dirty="0" err="1">
                <a:solidFill>
                  <a:srgbClr val="000000"/>
                </a:solidFill>
                <a:effectLst/>
                <a:latin typeface="Segoe UI Semibold"/>
                <a:ea typeface="Segoe UI Semibold"/>
                <a:cs typeface="Segoe UI Semibold"/>
              </a:rPr>
              <a:t>distanceFunction</a:t>
            </a:r>
            <a:r>
              <a:rPr lang="es-ES" sz="1800" b="0" i="0" strike="noStrike" cap="none" baseline="0" dirty="0">
                <a:solidFill>
                  <a:srgbClr val="000000"/>
                </a:solidFill>
                <a:effectLst/>
                <a:latin typeface="Segoe UI Semibold"/>
                <a:ea typeface="Segoe UI Semibold"/>
                <a:cs typeface="Segoe UI Semibold"/>
              </a:rPr>
              <a:t>:</a:t>
            </a:r>
            <a:r>
              <a:rPr lang="es-ES" sz="1800" b="0" i="0" strike="noStrike" cap="none" baseline="0" dirty="0">
                <a:solidFill>
                  <a:srgbClr val="000000"/>
                </a:solidFill>
                <a:effectLst/>
                <a:latin typeface="Segoe UI"/>
                <a:ea typeface="Segoe UI"/>
                <a:cs typeface="Segoe UI"/>
              </a:rPr>
              <a:t> coseno, producto escalar y euclidiana</a:t>
            </a:r>
            <a:endParaRPr lang="en-US" sz="1800" dirty="0"/>
          </a:p>
          <a:p>
            <a:pPr marL="0" indent="0">
              <a:buNone/>
              <a:defRPr/>
            </a:pPr>
            <a:endParaRPr lang="en-US" sz="1800" dirty="0">
              <a:ea typeface="Calibri"/>
            </a:endParaRPr>
          </a:p>
          <a:p>
            <a:pPr marL="0" indent="0">
              <a:spcAft>
                <a:spcPts val="800"/>
              </a:spcAft>
              <a:buNone/>
              <a:defRPr/>
            </a:pPr>
            <a:r>
              <a:rPr lang="es-ES" sz="2000" b="0" i="0" strike="noStrike" cap="none" baseline="0" dirty="0">
                <a:solidFill>
                  <a:srgbClr val="000000"/>
                </a:solidFill>
                <a:effectLst/>
                <a:latin typeface="Segoe UI Semibold"/>
                <a:ea typeface="Segoe UI Semibold"/>
                <a:cs typeface="Segoe UI Semibold"/>
              </a:rPr>
              <a:t>Tipos de índice</a:t>
            </a:r>
            <a:endParaRPr sz="2000" dirty="0">
              <a:latin typeface="Segoe UI Semibold"/>
              <a:ea typeface="Calibri"/>
              <a:cs typeface="Segoe UI Semibold"/>
            </a:endParaRPr>
          </a:p>
          <a:p>
            <a:pPr>
              <a:defRPr/>
            </a:pPr>
            <a:r>
              <a:rPr lang="es-ES" sz="1800" b="0" i="0" strike="noStrike" cap="none" baseline="0" dirty="0">
                <a:solidFill>
                  <a:srgbClr val="000000"/>
                </a:solidFill>
                <a:effectLst/>
                <a:latin typeface="Segoe UI Semibold"/>
                <a:ea typeface="Segoe UI Semibold"/>
                <a:cs typeface="Segoe UI Semibold"/>
              </a:rPr>
              <a:t>flat:</a:t>
            </a:r>
            <a:r>
              <a:rPr lang="es-ES" sz="1800" b="0" i="0" strike="noStrike" cap="none" baseline="0" dirty="0">
                <a:solidFill>
                  <a:srgbClr val="000000"/>
                </a:solidFill>
                <a:effectLst/>
                <a:latin typeface="Segoe UI"/>
                <a:ea typeface="Segoe UI"/>
                <a:cs typeface="Segoe UI"/>
              </a:rPr>
              <a:t> búsqueda exacta y 505 dimensiones como máximo</a:t>
            </a:r>
            <a:endParaRPr sz="1800" dirty="0">
              <a:ea typeface="Calibri"/>
            </a:endParaRPr>
          </a:p>
          <a:p>
            <a:pPr>
              <a:defRPr/>
            </a:pPr>
            <a:r>
              <a:rPr lang="es-ES" sz="1800" b="0" i="0" strike="noStrike" cap="none" baseline="0" dirty="0" err="1">
                <a:solidFill>
                  <a:srgbClr val="000000"/>
                </a:solidFill>
                <a:effectLst/>
                <a:latin typeface="Segoe UI Semibold"/>
                <a:ea typeface="Segoe UI Semibold"/>
                <a:cs typeface="Segoe UI Semibold"/>
              </a:rPr>
              <a:t>quantizedFlat</a:t>
            </a:r>
            <a:r>
              <a:rPr lang="es-ES" sz="1800" b="0" i="0" strike="noStrike" cap="none" baseline="0" dirty="0">
                <a:solidFill>
                  <a:srgbClr val="000000"/>
                </a:solidFill>
                <a:effectLst/>
                <a:latin typeface="Segoe UI Semibold"/>
                <a:ea typeface="Segoe UI Semibold"/>
                <a:cs typeface="Segoe UI Semibold"/>
              </a:rPr>
              <a:t>:</a:t>
            </a:r>
            <a:r>
              <a:rPr lang="es-ES" sz="1800" b="0" i="0" strike="noStrike" cap="none" baseline="0" dirty="0">
                <a:solidFill>
                  <a:srgbClr val="000000"/>
                </a:solidFill>
                <a:effectLst/>
                <a:latin typeface="Segoe UI"/>
                <a:ea typeface="Segoe UI"/>
                <a:cs typeface="Segoe UI"/>
              </a:rPr>
              <a:t> comprimido, hasta aproximadamente 50 000 vectores/partición</a:t>
            </a:r>
            <a:endParaRPr sz="1800" dirty="0">
              <a:ea typeface="Calibri"/>
            </a:endParaRPr>
          </a:p>
          <a:p>
            <a:pPr>
              <a:defRPr/>
            </a:pPr>
            <a:r>
              <a:rPr lang="es-ES" sz="1800" b="0" i="0" strike="noStrike" cap="none" baseline="0" dirty="0" err="1">
                <a:solidFill>
                  <a:srgbClr val="000000"/>
                </a:solidFill>
                <a:effectLst/>
                <a:latin typeface="Segoe UI Semibold"/>
                <a:ea typeface="Segoe UI Semibold"/>
                <a:cs typeface="Segoe UI Semibold"/>
              </a:rPr>
              <a:t>diskANN</a:t>
            </a:r>
            <a:r>
              <a:rPr lang="es-ES" sz="1800" b="0" i="0" strike="noStrike" cap="none" baseline="0" dirty="0">
                <a:solidFill>
                  <a:srgbClr val="000000"/>
                </a:solidFill>
                <a:effectLst/>
                <a:latin typeface="Segoe UI Semibold"/>
                <a:ea typeface="Segoe UI Semibold"/>
                <a:cs typeface="Segoe UI Semibold"/>
              </a:rPr>
              <a:t>:</a:t>
            </a:r>
            <a:r>
              <a:rPr lang="es-ES" sz="1800" b="0" i="0" strike="noStrike" cap="none" baseline="0" dirty="0">
                <a:solidFill>
                  <a:srgbClr val="000000"/>
                </a:solidFill>
                <a:effectLst/>
                <a:latin typeface="Segoe UI"/>
                <a:ea typeface="Segoe UI"/>
                <a:cs typeface="Segoe UI"/>
              </a:rPr>
              <a:t> mejor para grandes escalas, hasta 4096 dimensiones</a:t>
            </a:r>
            <a:endParaRPr dirty="0"/>
          </a:p>
        </p:txBody>
      </p:sp>
      <p:sp>
        <p:nvSpPr>
          <p:cNvPr id="1969356935" name="TextBox 2"/>
          <p:cNvSpPr txBox="1"/>
          <p:nvPr/>
        </p:nvSpPr>
        <p:spPr bwMode="auto">
          <a:xfrm>
            <a:off x="6257636" y="1435098"/>
            <a:ext cx="5172363" cy="4798061"/>
          </a:xfrm>
          <a:prstGeom prst="rect">
            <a:avLst/>
          </a:prstGeom>
          <a:noFill/>
        </p:spPr>
        <p:txBody>
          <a:bodyPr rot="0" spcFirstLastPara="0" vertOverflow="overflow" horzOverflow="overflow" vert="horz" wrap="square" lIns="91440" tIns="45720" rIns="0" bIns="45720" numCol="1" spcCol="0" rtlCol="0" fromWordArt="0" anchor="t" anchorCtr="0" forceAA="0" compatLnSpc="1">
            <a:prstTxWarp prst="textNoShape">
              <a:avLst/>
            </a:prstTxWarp>
            <a:noAutofit/>
          </a:bodyPr>
          <a:lstStyle/>
          <a:p>
            <a:pPr>
              <a:defRPr/>
            </a:pPr>
            <a:r>
              <a:rPr lang="es-ES" sz="2000" b="0" i="0" strike="noStrike" cap="none" baseline="0" dirty="0">
                <a:solidFill>
                  <a:srgbClr val="000000"/>
                </a:solidFill>
                <a:effectLst/>
                <a:latin typeface="Segoe UI Semibold"/>
                <a:ea typeface="Segoe UI Semibold"/>
                <a:cs typeface="Segoe UI Semibold"/>
              </a:rPr>
              <a:t>Estructura de documento</a:t>
            </a:r>
            <a:endParaRPr dirty="0"/>
          </a:p>
          <a:p>
            <a:pPr algn="l">
              <a:defRPr/>
            </a:pPr>
            <a:endParaRPr lang="en-US" sz="1600" dirty="0">
              <a:latin typeface="Consolas"/>
              <a:cs typeface="Segoe UI Semibold"/>
            </a:endParaRPr>
          </a:p>
          <a:p>
            <a:pPr>
              <a:defRPr/>
            </a:pPr>
            <a:r>
              <a:rPr sz="1600" b="0" i="0" u="none" dirty="0">
                <a:solidFill>
                  <a:srgbClr val="000000"/>
                </a:solidFill>
                <a:latin typeface="Consolas"/>
                <a:ea typeface="Consolas"/>
                <a:cs typeface="Consolas"/>
              </a:rPr>
              <a:t>{</a:t>
            </a:r>
            <a:endParaRPr sz="2200" dirty="0"/>
          </a:p>
          <a:p>
            <a:pPr>
              <a:defRPr/>
            </a:pPr>
            <a:r>
              <a:rPr lang="es-ES" sz="1600" b="0" i="0" strike="noStrike" cap="none" baseline="0" dirty="0">
                <a:solidFill>
                  <a:srgbClr val="000000"/>
                </a:solidFill>
                <a:effectLst/>
                <a:latin typeface="Consolas"/>
                <a:ea typeface="Consolas"/>
                <a:cs typeface="Consolas"/>
              </a:rPr>
              <a:t> </a:t>
            </a:r>
            <a:r>
              <a:rPr lang="es-ES" sz="1600" b="0" i="0" strike="noStrike" cap="none" baseline="0" dirty="0">
                <a:solidFill>
                  <a:srgbClr val="0451A5"/>
                </a:solidFill>
                <a:effectLst/>
                <a:latin typeface="Consolas"/>
                <a:ea typeface="Consolas"/>
                <a:cs typeface="Consolas"/>
              </a:rPr>
              <a:t>"id"</a:t>
            </a:r>
            <a:r>
              <a:rPr lang="es-ES" sz="1600" b="0" i="0" strike="noStrike" cap="none" baseline="0" dirty="0">
                <a:solidFill>
                  <a:srgbClr val="000000"/>
                </a:solidFill>
                <a:effectLst/>
                <a:latin typeface="Consolas"/>
                <a:ea typeface="Consolas"/>
                <a:cs typeface="Consolas"/>
              </a:rPr>
              <a:t>: </a:t>
            </a:r>
            <a:r>
              <a:rPr lang="es-ES" sz="1600" b="0" i="0" strike="noStrike" cap="none" baseline="0" dirty="0">
                <a:solidFill>
                  <a:srgbClr val="A31515"/>
                </a:solidFill>
                <a:effectLst/>
                <a:latin typeface="Consolas"/>
                <a:ea typeface="Consolas"/>
                <a:cs typeface="Consolas"/>
              </a:rPr>
              <a:t>"doc-123"</a:t>
            </a:r>
            <a:r>
              <a:rPr lang="es-ES" sz="1600" b="0" i="0" strike="noStrike" cap="none" baseline="0" dirty="0">
                <a:solidFill>
                  <a:srgbClr val="000000"/>
                </a:solidFill>
                <a:effectLst/>
                <a:latin typeface="Consolas"/>
                <a:ea typeface="Consolas"/>
                <a:cs typeface="Consolas"/>
              </a:rPr>
              <a:t>,</a:t>
            </a:r>
            <a:endParaRPr sz="2200" dirty="0"/>
          </a:p>
          <a:p>
            <a:pPr>
              <a:defRPr/>
            </a:pPr>
            <a:r>
              <a:rPr lang="es-ES" sz="1600" b="0" i="0" strike="noStrike" cap="none" baseline="0" dirty="0">
                <a:solidFill>
                  <a:srgbClr val="000000"/>
                </a:solidFill>
                <a:effectLst/>
                <a:latin typeface="Consolas"/>
                <a:ea typeface="Consolas"/>
                <a:cs typeface="Consolas"/>
              </a:rPr>
              <a:t> </a:t>
            </a:r>
            <a:r>
              <a:rPr lang="es-ES" sz="1600" b="0" i="0" strike="noStrike" cap="none" baseline="0" dirty="0">
                <a:solidFill>
                  <a:srgbClr val="0451A5"/>
                </a:solidFill>
                <a:effectLst/>
                <a:latin typeface="Consolas"/>
                <a:ea typeface="Consolas"/>
                <a:cs typeface="Consolas"/>
              </a:rPr>
              <a:t>"</a:t>
            </a:r>
            <a:r>
              <a:rPr lang="es-ES" sz="1600" b="0" i="0" strike="noStrike" cap="none" baseline="0" dirty="0" err="1">
                <a:solidFill>
                  <a:srgbClr val="0451A5"/>
                </a:solidFill>
                <a:effectLst/>
                <a:latin typeface="Consolas"/>
                <a:ea typeface="Consolas"/>
                <a:cs typeface="Consolas"/>
              </a:rPr>
              <a:t>title</a:t>
            </a:r>
            <a:r>
              <a:rPr lang="es-ES" sz="1600" b="0" i="0" strike="noStrike" cap="none" baseline="0" dirty="0">
                <a:solidFill>
                  <a:srgbClr val="0451A5"/>
                </a:solidFill>
                <a:effectLst/>
                <a:latin typeface="Consolas"/>
                <a:ea typeface="Consolas"/>
                <a:cs typeface="Consolas"/>
              </a:rPr>
              <a:t>"</a:t>
            </a:r>
            <a:r>
              <a:rPr lang="es-ES" sz="1600" b="0" i="0" strike="noStrike" cap="none" baseline="0" dirty="0">
                <a:solidFill>
                  <a:srgbClr val="000000"/>
                </a:solidFill>
                <a:effectLst/>
                <a:latin typeface="Consolas"/>
                <a:ea typeface="Consolas"/>
                <a:cs typeface="Consolas"/>
              </a:rPr>
              <a:t>: </a:t>
            </a:r>
            <a:r>
              <a:rPr lang="es-ES" sz="1600" b="0" i="0" strike="noStrike" cap="none" baseline="0" dirty="0">
                <a:solidFill>
                  <a:srgbClr val="A31515"/>
                </a:solidFill>
                <a:effectLst/>
                <a:latin typeface="Consolas"/>
                <a:ea typeface="Consolas"/>
                <a:cs typeface="Consolas"/>
              </a:rPr>
              <a:t>"</a:t>
            </a:r>
            <a:r>
              <a:rPr lang="es-ES" sz="1600" b="0" i="0" strike="noStrike" cap="none" baseline="0" dirty="0" err="1">
                <a:solidFill>
                  <a:srgbClr val="A31515"/>
                </a:solidFill>
                <a:effectLst/>
                <a:latin typeface="Consolas"/>
                <a:ea typeface="Consolas"/>
                <a:cs typeface="Consolas"/>
              </a:rPr>
              <a:t>WiFi</a:t>
            </a:r>
            <a:r>
              <a:rPr lang="es-ES" sz="1600" b="0" i="0" strike="noStrike" cap="none" baseline="0" dirty="0">
                <a:solidFill>
                  <a:srgbClr val="A31515"/>
                </a:solidFill>
                <a:effectLst/>
                <a:latin typeface="Consolas"/>
                <a:ea typeface="Consolas"/>
                <a:cs typeface="Consolas"/>
              </a:rPr>
              <a:t> </a:t>
            </a:r>
            <a:r>
              <a:rPr lang="es-ES" sz="1600" b="0" i="0" strike="noStrike" cap="none" baseline="0" dirty="0" err="1">
                <a:solidFill>
                  <a:srgbClr val="A31515"/>
                </a:solidFill>
                <a:effectLst/>
                <a:latin typeface="Consolas"/>
                <a:ea typeface="Consolas"/>
                <a:cs typeface="Consolas"/>
              </a:rPr>
              <a:t>troubleshooting</a:t>
            </a:r>
            <a:r>
              <a:rPr lang="es-ES" sz="1600" b="0" i="0" strike="noStrike" cap="none" baseline="0" dirty="0">
                <a:solidFill>
                  <a:srgbClr val="A31515"/>
                </a:solidFill>
                <a:effectLst/>
                <a:latin typeface="Consolas"/>
                <a:ea typeface="Consolas"/>
                <a:cs typeface="Consolas"/>
              </a:rPr>
              <a:t>"</a:t>
            </a:r>
            <a:r>
              <a:rPr lang="es-ES" sz="1600" b="0" i="0" strike="noStrike" cap="none" baseline="0" dirty="0">
                <a:solidFill>
                  <a:srgbClr val="000000"/>
                </a:solidFill>
                <a:effectLst/>
                <a:latin typeface="Consolas"/>
                <a:ea typeface="Consolas"/>
                <a:cs typeface="Consolas"/>
              </a:rPr>
              <a:t>,</a:t>
            </a:r>
            <a:endParaRPr sz="2200" dirty="0"/>
          </a:p>
          <a:p>
            <a:pPr>
              <a:defRPr/>
            </a:pPr>
            <a:r>
              <a:rPr lang="es-ES" sz="1600" b="0" i="0" strike="noStrike" cap="none" baseline="0" dirty="0">
                <a:solidFill>
                  <a:srgbClr val="000000"/>
                </a:solidFill>
                <a:effectLst/>
                <a:latin typeface="Consolas"/>
                <a:ea typeface="Consolas"/>
                <a:cs typeface="Consolas"/>
              </a:rPr>
              <a:t> </a:t>
            </a:r>
            <a:r>
              <a:rPr lang="es-ES" sz="1600" b="0" i="0" strike="noStrike" cap="none" baseline="0" dirty="0">
                <a:solidFill>
                  <a:srgbClr val="0451A5"/>
                </a:solidFill>
                <a:effectLst/>
                <a:latin typeface="Consolas"/>
                <a:ea typeface="Consolas"/>
                <a:cs typeface="Consolas"/>
              </a:rPr>
              <a:t>"</a:t>
            </a:r>
            <a:r>
              <a:rPr lang="es-ES" sz="1600" b="0" i="0" strike="noStrike" cap="none" baseline="0" dirty="0" err="1">
                <a:solidFill>
                  <a:srgbClr val="0451A5"/>
                </a:solidFill>
                <a:effectLst/>
                <a:latin typeface="Consolas"/>
                <a:ea typeface="Consolas"/>
                <a:cs typeface="Consolas"/>
              </a:rPr>
              <a:t>content</a:t>
            </a:r>
            <a:r>
              <a:rPr lang="es-ES" sz="1600" b="0" i="0" strike="noStrike" cap="none" baseline="0" dirty="0">
                <a:solidFill>
                  <a:srgbClr val="0451A5"/>
                </a:solidFill>
                <a:effectLst/>
                <a:latin typeface="Consolas"/>
                <a:ea typeface="Consolas"/>
                <a:cs typeface="Consolas"/>
              </a:rPr>
              <a:t>"</a:t>
            </a:r>
            <a:r>
              <a:rPr lang="es-ES" sz="1600" b="0" i="0" strike="noStrike" cap="none" baseline="0" dirty="0">
                <a:solidFill>
                  <a:srgbClr val="000000"/>
                </a:solidFill>
                <a:effectLst/>
                <a:latin typeface="Consolas"/>
                <a:ea typeface="Consolas"/>
                <a:cs typeface="Consolas"/>
              </a:rPr>
              <a:t>: </a:t>
            </a:r>
            <a:r>
              <a:rPr lang="es-ES" sz="1600" b="0" i="0" strike="noStrike" cap="none" baseline="0" dirty="0">
                <a:solidFill>
                  <a:srgbClr val="A31515"/>
                </a:solidFill>
                <a:effectLst/>
                <a:latin typeface="Consolas"/>
                <a:ea typeface="Consolas"/>
                <a:cs typeface="Consolas"/>
              </a:rPr>
              <a:t>"</a:t>
            </a:r>
            <a:r>
              <a:rPr lang="es-ES" sz="1600" b="0" i="0" strike="noStrike" cap="none" baseline="0" dirty="0" err="1">
                <a:solidFill>
                  <a:srgbClr val="A31515"/>
                </a:solidFill>
                <a:effectLst/>
                <a:latin typeface="Consolas"/>
                <a:ea typeface="Consolas"/>
                <a:cs typeface="Consolas"/>
              </a:rPr>
              <a:t>Common</a:t>
            </a:r>
            <a:r>
              <a:rPr lang="es-ES" sz="1600" b="0" i="0" strike="noStrike" cap="none" baseline="0" dirty="0">
                <a:solidFill>
                  <a:srgbClr val="A31515"/>
                </a:solidFill>
                <a:effectLst/>
                <a:latin typeface="Consolas"/>
                <a:ea typeface="Consolas"/>
                <a:cs typeface="Consolas"/>
              </a:rPr>
              <a:t> </a:t>
            </a:r>
            <a:r>
              <a:rPr lang="es-ES" sz="1600" b="0" i="0" strike="noStrike" cap="none" baseline="0" dirty="0" err="1">
                <a:solidFill>
                  <a:srgbClr val="A31515"/>
                </a:solidFill>
                <a:effectLst/>
                <a:latin typeface="Consolas"/>
                <a:ea typeface="Consolas"/>
                <a:cs typeface="Consolas"/>
              </a:rPr>
              <a:t>WiFi</a:t>
            </a:r>
            <a:r>
              <a:rPr lang="es-ES" sz="1600" b="0" i="0" strike="noStrike" cap="none" baseline="0" dirty="0">
                <a:solidFill>
                  <a:srgbClr val="A31515"/>
                </a:solidFill>
                <a:effectLst/>
                <a:latin typeface="Consolas"/>
                <a:ea typeface="Consolas"/>
                <a:cs typeface="Consolas"/>
              </a:rPr>
              <a:t> </a:t>
            </a:r>
            <a:r>
              <a:rPr lang="es-ES" sz="1600" b="0" i="0" strike="noStrike" cap="none" baseline="0" dirty="0" err="1">
                <a:solidFill>
                  <a:srgbClr val="A31515"/>
                </a:solidFill>
                <a:effectLst/>
                <a:latin typeface="Consolas"/>
                <a:ea typeface="Consolas"/>
                <a:cs typeface="Consolas"/>
              </a:rPr>
              <a:t>issues</a:t>
            </a:r>
            <a:r>
              <a:rPr lang="es-ES" sz="1600" b="0" i="0" strike="noStrike" cap="none" baseline="0" dirty="0">
                <a:solidFill>
                  <a:srgbClr val="A31515"/>
                </a:solidFill>
                <a:effectLst/>
                <a:latin typeface="Consolas"/>
                <a:ea typeface="Consolas"/>
                <a:cs typeface="Consolas"/>
              </a:rPr>
              <a:t>..."</a:t>
            </a:r>
            <a:r>
              <a:rPr lang="es-ES" sz="1600" b="0" i="0" strike="noStrike" cap="none" baseline="0" dirty="0">
                <a:solidFill>
                  <a:srgbClr val="000000"/>
                </a:solidFill>
                <a:effectLst/>
                <a:latin typeface="Consolas"/>
                <a:ea typeface="Consolas"/>
                <a:cs typeface="Consolas"/>
              </a:rPr>
              <a:t>,</a:t>
            </a:r>
            <a:endParaRPr sz="2200" dirty="0"/>
          </a:p>
          <a:p>
            <a:pPr>
              <a:defRPr/>
            </a:pPr>
            <a:r>
              <a:rPr lang="es-ES" sz="1600" b="0" i="0" strike="noStrike" cap="none" baseline="0" dirty="0">
                <a:solidFill>
                  <a:srgbClr val="000000"/>
                </a:solidFill>
                <a:effectLst/>
                <a:latin typeface="Consolas"/>
                <a:ea typeface="Consolas"/>
                <a:cs typeface="Consolas"/>
              </a:rPr>
              <a:t> </a:t>
            </a:r>
            <a:r>
              <a:rPr lang="es-ES" sz="1600" b="0" i="0" strike="noStrike" cap="none" baseline="0" dirty="0">
                <a:solidFill>
                  <a:srgbClr val="0451A5"/>
                </a:solidFill>
                <a:effectLst/>
                <a:latin typeface="Consolas"/>
                <a:ea typeface="Consolas"/>
                <a:cs typeface="Consolas"/>
              </a:rPr>
              <a:t>"</a:t>
            </a:r>
            <a:r>
              <a:rPr lang="es-ES" sz="1600" b="0" i="0" strike="noStrike" cap="none" baseline="0" dirty="0" err="1">
                <a:solidFill>
                  <a:srgbClr val="0451A5"/>
                </a:solidFill>
                <a:effectLst/>
                <a:latin typeface="Consolas"/>
                <a:ea typeface="Consolas"/>
                <a:cs typeface="Consolas"/>
              </a:rPr>
              <a:t>category</a:t>
            </a:r>
            <a:r>
              <a:rPr lang="es-ES" sz="1600" b="0" i="0" strike="noStrike" cap="none" baseline="0" dirty="0">
                <a:solidFill>
                  <a:srgbClr val="0451A5"/>
                </a:solidFill>
                <a:effectLst/>
                <a:latin typeface="Consolas"/>
                <a:ea typeface="Consolas"/>
                <a:cs typeface="Consolas"/>
              </a:rPr>
              <a:t>"</a:t>
            </a:r>
            <a:r>
              <a:rPr lang="es-ES" sz="1600" b="0" i="0" strike="noStrike" cap="none" baseline="0" dirty="0">
                <a:solidFill>
                  <a:srgbClr val="000000"/>
                </a:solidFill>
                <a:effectLst/>
                <a:latin typeface="Consolas"/>
                <a:ea typeface="Consolas"/>
                <a:cs typeface="Consolas"/>
              </a:rPr>
              <a:t>: </a:t>
            </a:r>
            <a:r>
              <a:rPr lang="es-ES" sz="1600" b="0" i="0" strike="noStrike" cap="none" baseline="0" dirty="0">
                <a:solidFill>
                  <a:srgbClr val="A31515"/>
                </a:solidFill>
                <a:effectLst/>
                <a:latin typeface="Consolas"/>
                <a:ea typeface="Consolas"/>
                <a:cs typeface="Consolas"/>
              </a:rPr>
              <a:t>"</a:t>
            </a:r>
            <a:r>
              <a:rPr lang="es-ES" sz="1600" b="0" i="0" strike="noStrike" cap="none" baseline="0" dirty="0" err="1">
                <a:solidFill>
                  <a:srgbClr val="A31515"/>
                </a:solidFill>
                <a:effectLst/>
                <a:latin typeface="Consolas"/>
                <a:ea typeface="Consolas"/>
                <a:cs typeface="Consolas"/>
              </a:rPr>
              <a:t>networking</a:t>
            </a:r>
            <a:r>
              <a:rPr lang="es-ES" sz="1600" b="0" i="0" strike="noStrike" cap="none" baseline="0" dirty="0">
                <a:solidFill>
                  <a:srgbClr val="A31515"/>
                </a:solidFill>
                <a:effectLst/>
                <a:latin typeface="Consolas"/>
                <a:ea typeface="Consolas"/>
                <a:cs typeface="Consolas"/>
              </a:rPr>
              <a:t>"</a:t>
            </a:r>
            <a:r>
              <a:rPr lang="es-ES" sz="1600" b="0" i="0" strike="noStrike" cap="none" baseline="0" dirty="0">
                <a:solidFill>
                  <a:srgbClr val="000000"/>
                </a:solidFill>
                <a:effectLst/>
                <a:latin typeface="Consolas"/>
                <a:ea typeface="Consolas"/>
                <a:cs typeface="Consolas"/>
              </a:rPr>
              <a:t>,</a:t>
            </a:r>
            <a:endParaRPr sz="2200" dirty="0"/>
          </a:p>
          <a:p>
            <a:pPr>
              <a:defRPr/>
            </a:pPr>
            <a:r>
              <a:rPr lang="es-ES" sz="1600" b="0" i="0" strike="noStrike" cap="none" baseline="0" dirty="0">
                <a:solidFill>
                  <a:srgbClr val="000000"/>
                </a:solidFill>
                <a:effectLst/>
                <a:latin typeface="Consolas"/>
                <a:ea typeface="Consolas"/>
                <a:cs typeface="Consolas"/>
              </a:rPr>
              <a:t> </a:t>
            </a:r>
            <a:r>
              <a:rPr lang="es-ES" sz="1600" b="0" i="0" strike="noStrike" cap="none" baseline="0" dirty="0">
                <a:solidFill>
                  <a:srgbClr val="0451A5"/>
                </a:solidFill>
                <a:effectLst/>
                <a:latin typeface="Consolas"/>
                <a:ea typeface="Consolas"/>
                <a:cs typeface="Consolas"/>
              </a:rPr>
              <a:t>"</a:t>
            </a:r>
            <a:r>
              <a:rPr lang="es-ES" sz="1600" b="0" i="0" strike="noStrike" cap="none" baseline="0" dirty="0" err="1">
                <a:solidFill>
                  <a:srgbClr val="0451A5"/>
                </a:solidFill>
                <a:effectLst/>
                <a:latin typeface="Consolas"/>
                <a:ea typeface="Consolas"/>
                <a:cs typeface="Consolas"/>
              </a:rPr>
              <a:t>embedding</a:t>
            </a:r>
            <a:r>
              <a:rPr lang="es-ES" sz="1600" b="0" i="0" strike="noStrike" cap="none" baseline="0" dirty="0">
                <a:solidFill>
                  <a:srgbClr val="0451A5"/>
                </a:solidFill>
                <a:effectLst/>
                <a:latin typeface="Consolas"/>
                <a:ea typeface="Consolas"/>
                <a:cs typeface="Consolas"/>
              </a:rPr>
              <a:t>"</a:t>
            </a:r>
            <a:r>
              <a:rPr lang="es-ES" sz="1600" b="0" i="0" strike="noStrike" cap="none" baseline="0" dirty="0">
                <a:solidFill>
                  <a:srgbClr val="000000"/>
                </a:solidFill>
                <a:effectLst/>
                <a:latin typeface="Consolas"/>
                <a:ea typeface="Consolas"/>
                <a:cs typeface="Consolas"/>
              </a:rPr>
              <a:t>: [</a:t>
            </a:r>
            <a:r>
              <a:rPr lang="es-ES" sz="1600" b="0" i="0" strike="noStrike" cap="none" baseline="0" dirty="0">
                <a:solidFill>
                  <a:srgbClr val="098658"/>
                </a:solidFill>
                <a:effectLst/>
                <a:latin typeface="Consolas"/>
                <a:ea typeface="Consolas"/>
                <a:cs typeface="Consolas"/>
              </a:rPr>
              <a:t>0.023</a:t>
            </a:r>
            <a:r>
              <a:rPr lang="es-ES" sz="1600" b="0" i="0" strike="noStrike" cap="none" baseline="0" dirty="0">
                <a:solidFill>
                  <a:srgbClr val="000000"/>
                </a:solidFill>
                <a:effectLst/>
                <a:latin typeface="Consolas"/>
                <a:ea typeface="Consolas"/>
                <a:cs typeface="Consolas"/>
              </a:rPr>
              <a:t>, </a:t>
            </a:r>
            <a:r>
              <a:rPr lang="es-ES" sz="1600" b="0" i="0" strike="noStrike" cap="none" baseline="0" dirty="0">
                <a:solidFill>
                  <a:srgbClr val="098658"/>
                </a:solidFill>
                <a:effectLst/>
                <a:latin typeface="Consolas"/>
                <a:ea typeface="Consolas"/>
                <a:cs typeface="Consolas"/>
              </a:rPr>
              <a:t>-0.041</a:t>
            </a:r>
            <a:r>
              <a:rPr lang="es-ES" sz="1600" b="0" i="0" strike="noStrike" cap="none" baseline="0" dirty="0">
                <a:solidFill>
                  <a:srgbClr val="000000"/>
                </a:solidFill>
                <a:effectLst/>
                <a:latin typeface="Consolas"/>
                <a:ea typeface="Consolas"/>
                <a:cs typeface="Consolas"/>
              </a:rPr>
              <a:t>, </a:t>
            </a:r>
            <a:r>
              <a:rPr lang="es-ES" sz="1600" b="0" i="0" strike="noStrike" cap="none" baseline="0" dirty="0">
                <a:solidFill>
                  <a:srgbClr val="CD3131"/>
                </a:solidFill>
                <a:effectLst/>
                <a:latin typeface="Consolas"/>
                <a:ea typeface="Consolas"/>
                <a:cs typeface="Consolas"/>
              </a:rPr>
              <a:t>...</a:t>
            </a:r>
            <a:r>
              <a:rPr lang="es-ES" sz="1600" b="0" i="0" strike="noStrike" cap="none" baseline="0" dirty="0">
                <a:solidFill>
                  <a:srgbClr val="000000"/>
                </a:solidFill>
                <a:effectLst/>
                <a:latin typeface="Consolas"/>
                <a:ea typeface="Consolas"/>
                <a:cs typeface="Consolas"/>
              </a:rPr>
              <a:t>]</a:t>
            </a:r>
            <a:endParaRPr sz="2200" dirty="0"/>
          </a:p>
          <a:p>
            <a:pPr marL="57150">
              <a:defRPr/>
            </a:pPr>
            <a:r>
              <a:rPr sz="1600" b="0" i="0" u="none" dirty="0">
                <a:solidFill>
                  <a:srgbClr val="000000"/>
                </a:solidFill>
                <a:latin typeface="Consolas"/>
                <a:ea typeface="Consolas"/>
                <a:cs typeface="Consolas"/>
              </a:rPr>
              <a:t>}</a:t>
            </a:r>
            <a:endParaRPr lang="en-US" sz="1600" dirty="0"/>
          </a:p>
          <a:p>
            <a:pPr>
              <a:defRPr/>
            </a:pPr>
            <a:endParaRPr lang="en-US" dirty="0"/>
          </a:p>
          <a:p>
            <a:pPr>
              <a:spcAft>
                <a:spcPts val="800"/>
              </a:spcAft>
              <a:defRPr/>
            </a:pPr>
            <a:r>
              <a:rPr lang="es-ES" sz="2000" b="0" i="0" strike="noStrike" cap="none" baseline="0" dirty="0">
                <a:solidFill>
                  <a:srgbClr val="000000"/>
                </a:solidFill>
                <a:effectLst/>
                <a:latin typeface="Segoe UI Semibold"/>
                <a:ea typeface="Segoe UI Semibold"/>
                <a:cs typeface="Segoe UI Semibold"/>
              </a:rPr>
              <a:t>Decisiones clave</a:t>
            </a:r>
            <a:endParaRPr lang="en-US" dirty="0"/>
          </a:p>
          <a:p>
            <a:pPr marL="228600" indent="-228600">
              <a:buFont typeface="Arial"/>
              <a:buChar char="•"/>
              <a:defRPr/>
            </a:pPr>
            <a:r>
              <a:rPr lang="es-ES" sz="1800" b="0" i="0" strike="noStrike" cap="none" baseline="0" dirty="0">
                <a:solidFill>
                  <a:srgbClr val="000000"/>
                </a:solidFill>
                <a:effectLst/>
                <a:latin typeface="Segoe UI"/>
                <a:ea typeface="Segoe UI"/>
                <a:cs typeface="Segoe UI"/>
              </a:rPr>
              <a:t>Exclusión de </a:t>
            </a:r>
            <a:r>
              <a:rPr lang="es-ES" sz="1800" b="0" i="0" strike="noStrike" cap="none" baseline="0" dirty="0">
                <a:solidFill>
                  <a:srgbClr val="000000"/>
                </a:solidFill>
                <a:effectLst/>
                <a:latin typeface="Consolas"/>
                <a:ea typeface="Consolas"/>
                <a:cs typeface="Consolas"/>
              </a:rPr>
              <a:t>/</a:t>
            </a:r>
            <a:r>
              <a:rPr lang="es-ES" sz="1800" b="0" i="0" strike="noStrike" cap="none" baseline="0" dirty="0" err="1">
                <a:solidFill>
                  <a:srgbClr val="000000"/>
                </a:solidFill>
                <a:effectLst/>
                <a:latin typeface="Consolas"/>
                <a:ea typeface="Consolas"/>
                <a:cs typeface="Consolas"/>
              </a:rPr>
              <a:t>embedding</a:t>
            </a:r>
            <a:r>
              <a:rPr lang="es-ES" sz="1800" b="0" i="0" strike="noStrike" cap="none" baseline="0" dirty="0">
                <a:solidFill>
                  <a:srgbClr val="000000"/>
                </a:solidFill>
                <a:effectLst/>
                <a:latin typeface="Consolas"/>
                <a:ea typeface="Consolas"/>
                <a:cs typeface="Consolas"/>
              </a:rPr>
              <a:t>/*</a:t>
            </a:r>
            <a:r>
              <a:rPr lang="es-ES" sz="1800" b="0" i="0" strike="noStrike" cap="none" baseline="0" dirty="0">
                <a:solidFill>
                  <a:srgbClr val="000000"/>
                </a:solidFill>
                <a:effectLst/>
                <a:latin typeface="Segoe UI"/>
                <a:ea typeface="Segoe UI"/>
                <a:cs typeface="Segoe UI"/>
              </a:rPr>
              <a:t> de los índices de intervalo estándar</a:t>
            </a:r>
            <a:endParaRPr dirty="0"/>
          </a:p>
          <a:p>
            <a:pPr marL="228600" indent="-228600">
              <a:buFont typeface="Arial"/>
              <a:buChar char="•"/>
              <a:defRPr/>
            </a:pPr>
            <a:r>
              <a:rPr lang="es-ES" sz="1800" b="0" i="0" strike="noStrike" cap="none" baseline="0" dirty="0">
                <a:solidFill>
                  <a:srgbClr val="000000"/>
                </a:solidFill>
                <a:effectLst/>
                <a:latin typeface="Segoe UI"/>
                <a:ea typeface="Segoe UI"/>
                <a:cs typeface="Segoe UI"/>
              </a:rPr>
              <a:t>Las directivas de vector no se pueden modificar después de la creación</a:t>
            </a:r>
            <a:endParaRPr dirty="0"/>
          </a:p>
          <a:p>
            <a:pPr marL="228600" indent="-228600">
              <a:buFont typeface="Arial"/>
              <a:buChar char="•"/>
              <a:defRPr/>
            </a:pPr>
            <a:r>
              <a:rPr lang="es-ES" sz="1800" b="0" i="0" strike="noStrike" cap="none" baseline="0" dirty="0">
                <a:solidFill>
                  <a:srgbClr val="000000"/>
                </a:solidFill>
                <a:effectLst/>
                <a:latin typeface="Consolas"/>
                <a:ea typeface="Consolas"/>
                <a:cs typeface="Consolas"/>
              </a:rPr>
              <a:t>float16</a:t>
            </a:r>
            <a:r>
              <a:rPr lang="es-ES" sz="1800" b="0" i="0" strike="noStrike" cap="none" baseline="0" dirty="0">
                <a:solidFill>
                  <a:srgbClr val="000000"/>
                </a:solidFill>
                <a:effectLst/>
                <a:latin typeface="Segoe UI"/>
                <a:ea typeface="Segoe UI"/>
                <a:cs typeface="Segoe UI"/>
              </a:rPr>
              <a:t> ahorra un 50 % de almacenamiento con pérdida de calidad mínima</a:t>
            </a:r>
            <a:endParaRPr dirty="0"/>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5418028" name="Title 1"/>
          <p:cNvSpPr>
            <a:spLocks noGrp="1"/>
          </p:cNvSpPr>
          <p:nvPr>
            <p:ph type="title"/>
          </p:nvPr>
        </p:nvSpPr>
        <p:spPr bwMode="auto"/>
        <p:txBody>
          <a:bodyPr/>
          <a:lstStyle/>
          <a:p>
            <a:pPr>
              <a:defRPr/>
            </a:pPr>
            <a:r>
              <a:rPr lang="es-ES" sz="3200" b="0" i="0" strike="noStrike" cap="none" baseline="0">
                <a:solidFill>
                  <a:srgbClr val="000000"/>
                </a:solidFill>
                <a:effectLst/>
                <a:latin typeface="Segoe UI Semibold"/>
                <a:ea typeface="Segoe UI Semibold"/>
                <a:cs typeface="Segoe UI Semibold"/>
              </a:rPr>
              <a:t>Ejecución de consultas de similitud vectorial para la búsqueda semántica</a:t>
            </a:r>
            <a:endParaRPr/>
          </a:p>
        </p:txBody>
      </p:sp>
      <p:sp>
        <p:nvSpPr>
          <p:cNvPr id="1390930332" name="TextBox 2"/>
          <p:cNvSpPr txBox="1"/>
          <p:nvPr/>
        </p:nvSpPr>
        <p:spPr bwMode="auto">
          <a:xfrm>
            <a:off x="457201" y="1225296"/>
            <a:ext cx="5120640" cy="4952029"/>
          </a:xfrm>
          <a:prstGeom prst="rect">
            <a:avLst/>
          </a:prstGeom>
          <a:noFill/>
        </p:spPr>
        <p:txBody>
          <a:bodyPr rot="0" spcFirstLastPara="0" vertOverflow="overflow" horzOverflow="overflow" vert="horz" wrap="square" lIns="91440" tIns="0" rIns="0" bIns="0" numCol="1" spcCol="0" rtlCol="0" fromWordArt="0" anchor="t" anchorCtr="0" forceAA="0" compatLnSpc="1">
            <a:prstTxWarp prst="textNoShape">
              <a:avLst/>
            </a:prstTxWarp>
            <a:noAutofit/>
          </a:bodyPr>
          <a:lstStyle/>
          <a:p>
            <a:pPr>
              <a:defRPr/>
            </a:pPr>
            <a:r>
              <a:rPr lang="es-ES" sz="2000" b="0" i="0" strike="noStrike" cap="none" baseline="0" dirty="0">
                <a:solidFill>
                  <a:srgbClr val="000000"/>
                </a:solidFill>
                <a:effectLst/>
                <a:latin typeface="Segoe UI Semibold"/>
                <a:ea typeface="Segoe UI Semibold"/>
                <a:cs typeface="Segoe UI Semibold"/>
              </a:rPr>
              <a:t>Patrón de consulta</a:t>
            </a:r>
            <a:endParaRPr lang="en-US" dirty="0"/>
          </a:p>
          <a:p>
            <a:pPr algn="l">
              <a:defRPr/>
            </a:pPr>
            <a:endParaRPr lang="en-US" sz="1600" dirty="0">
              <a:latin typeface="Consolas"/>
              <a:cs typeface="Segoe UI Semibold"/>
            </a:endParaRPr>
          </a:p>
          <a:p>
            <a:pPr>
              <a:defRPr/>
            </a:pPr>
            <a:r>
              <a:rPr lang="es-ES" sz="1600" b="0" i="0" strike="noStrike" cap="none" baseline="0" dirty="0">
                <a:solidFill>
                  <a:srgbClr val="0000FF"/>
                </a:solidFill>
                <a:effectLst/>
                <a:latin typeface="Consolas"/>
                <a:ea typeface="Consolas"/>
                <a:cs typeface="Consolas"/>
              </a:rPr>
              <a:t>SELECTTOP</a:t>
            </a:r>
            <a:r>
              <a:rPr lang="es-ES" sz="1600" b="0" i="0" strike="noStrike" cap="none" baseline="0" dirty="0">
                <a:solidFill>
                  <a:srgbClr val="098658"/>
                </a:solidFill>
                <a:effectLst/>
                <a:latin typeface="Consolas"/>
                <a:ea typeface="Consolas"/>
                <a:cs typeface="Consolas"/>
              </a:rPr>
              <a:t>10</a:t>
            </a:r>
            <a:endParaRPr sz="2200" dirty="0"/>
          </a:p>
          <a:p>
            <a:pPr>
              <a:defRPr/>
            </a:pPr>
            <a:r>
              <a:rPr lang="es-ES" sz="1600" b="0" i="0" strike="noStrike" cap="none" baseline="0" dirty="0">
                <a:solidFill>
                  <a:srgbClr val="000000"/>
                </a:solidFill>
                <a:effectLst/>
                <a:latin typeface="Consolas"/>
                <a:ea typeface="Consolas"/>
                <a:cs typeface="Consolas"/>
              </a:rPr>
              <a:t> </a:t>
            </a:r>
            <a:r>
              <a:rPr lang="es-ES" sz="1600" b="0" i="0" strike="noStrike" cap="none" baseline="0" dirty="0" err="1">
                <a:solidFill>
                  <a:srgbClr val="000000"/>
                </a:solidFill>
                <a:effectLst/>
                <a:latin typeface="Consolas"/>
                <a:ea typeface="Consolas"/>
                <a:cs typeface="Consolas"/>
              </a:rPr>
              <a:t>c.title</a:t>
            </a:r>
            <a:r>
              <a:rPr lang="es-ES" sz="1600" b="0" i="0" strike="noStrike" cap="none" baseline="0" dirty="0">
                <a:solidFill>
                  <a:srgbClr val="000000"/>
                </a:solidFill>
                <a:effectLst/>
                <a:latin typeface="Consolas"/>
                <a:ea typeface="Consolas"/>
                <a:cs typeface="Consolas"/>
              </a:rPr>
              <a:t>,</a:t>
            </a:r>
            <a:endParaRPr sz="2200" dirty="0"/>
          </a:p>
          <a:p>
            <a:pPr>
              <a:defRPr/>
            </a:pPr>
            <a:r>
              <a:rPr lang="es-ES" sz="1600" b="0" i="0" strike="noStrike" cap="none" baseline="0" dirty="0">
                <a:solidFill>
                  <a:srgbClr val="000000"/>
                </a:solidFill>
                <a:effectLst/>
                <a:latin typeface="Consolas"/>
                <a:ea typeface="Consolas"/>
                <a:cs typeface="Consolas"/>
              </a:rPr>
              <a:t> </a:t>
            </a:r>
            <a:r>
              <a:rPr lang="es-ES" sz="1600" b="0" i="0" strike="noStrike" cap="none" baseline="0" dirty="0" err="1">
                <a:solidFill>
                  <a:srgbClr val="000000"/>
                </a:solidFill>
                <a:effectLst/>
                <a:latin typeface="Consolas"/>
                <a:ea typeface="Consolas"/>
                <a:cs typeface="Consolas"/>
              </a:rPr>
              <a:t>VectorDistance</a:t>
            </a:r>
            <a:r>
              <a:rPr lang="es-ES" sz="1600" b="0" i="0" strike="noStrike" cap="none" baseline="0" dirty="0">
                <a:solidFill>
                  <a:srgbClr val="000000"/>
                </a:solidFill>
                <a:effectLst/>
                <a:latin typeface="Consolas"/>
                <a:ea typeface="Consolas"/>
                <a:cs typeface="Consolas"/>
              </a:rPr>
              <a:t>(</a:t>
            </a:r>
            <a:r>
              <a:rPr lang="es-ES" sz="1600" b="0" i="0" strike="noStrike" cap="none" baseline="0" dirty="0" err="1">
                <a:solidFill>
                  <a:srgbClr val="000000"/>
                </a:solidFill>
                <a:effectLst/>
                <a:latin typeface="Consolas"/>
                <a:ea typeface="Consolas"/>
                <a:cs typeface="Consolas"/>
              </a:rPr>
              <a:t>c.embedding</a:t>
            </a:r>
            <a:r>
              <a:rPr lang="es-ES" sz="1600" b="0" i="0" strike="noStrike" cap="none" baseline="0" dirty="0">
                <a:solidFill>
                  <a:srgbClr val="000000"/>
                </a:solidFill>
                <a:effectLst/>
                <a:latin typeface="Consolas"/>
                <a:ea typeface="Consolas"/>
                <a:cs typeface="Consolas"/>
              </a:rPr>
              <a:t>,</a:t>
            </a:r>
            <a:endParaRPr sz="2200" dirty="0"/>
          </a:p>
          <a:p>
            <a:pPr>
              <a:defRPr/>
            </a:pPr>
            <a:r>
              <a:rPr lang="es-ES" sz="1600" b="0" i="0" strike="noStrike" cap="none" baseline="0" dirty="0">
                <a:solidFill>
                  <a:srgbClr val="000000"/>
                </a:solidFill>
                <a:effectLst/>
                <a:latin typeface="Consolas"/>
                <a:ea typeface="Consolas"/>
                <a:cs typeface="Consolas"/>
              </a:rPr>
              <a:t> @queryVector) </a:t>
            </a:r>
            <a:r>
              <a:rPr lang="es-ES" sz="1600" b="0" i="0" strike="noStrike" cap="none" baseline="0" dirty="0">
                <a:solidFill>
                  <a:srgbClr val="0000FF"/>
                </a:solidFill>
                <a:effectLst/>
                <a:latin typeface="Consolas"/>
                <a:ea typeface="Consolas"/>
                <a:cs typeface="Consolas"/>
              </a:rPr>
              <a:t>AS</a:t>
            </a:r>
            <a:r>
              <a:rPr lang="es-ES" sz="1600" b="0" i="0" strike="noStrike" cap="none" baseline="0" dirty="0">
                <a:solidFill>
                  <a:srgbClr val="000000"/>
                </a:solidFill>
                <a:effectLst/>
                <a:latin typeface="Consolas"/>
                <a:ea typeface="Consolas"/>
                <a:cs typeface="Consolas"/>
              </a:rPr>
              <a:t> Score</a:t>
            </a:r>
            <a:endParaRPr sz="2200" dirty="0"/>
          </a:p>
          <a:p>
            <a:pPr>
              <a:defRPr/>
            </a:pPr>
            <a:r>
              <a:rPr lang="es-ES" sz="1600" b="0" i="0" strike="noStrike" cap="none" baseline="0" dirty="0">
                <a:solidFill>
                  <a:srgbClr val="0000FF"/>
                </a:solidFill>
                <a:effectLst/>
                <a:latin typeface="Consolas"/>
                <a:ea typeface="Consolas"/>
                <a:cs typeface="Consolas"/>
              </a:rPr>
              <a:t>FROM</a:t>
            </a:r>
            <a:r>
              <a:rPr lang="es-ES" sz="1600" b="0" i="0" strike="noStrike" cap="none" baseline="0" dirty="0">
                <a:solidFill>
                  <a:srgbClr val="000000"/>
                </a:solidFill>
                <a:effectLst/>
                <a:latin typeface="Consolas"/>
                <a:ea typeface="Consolas"/>
                <a:cs typeface="Consolas"/>
              </a:rPr>
              <a:t> c</a:t>
            </a:r>
            <a:endParaRPr sz="2200" dirty="0"/>
          </a:p>
          <a:p>
            <a:pPr>
              <a:defRPr/>
            </a:pPr>
            <a:r>
              <a:rPr lang="es-ES" sz="1600" b="0" i="0" strike="noStrike" cap="none" baseline="0" dirty="0">
                <a:solidFill>
                  <a:srgbClr val="0000FF"/>
                </a:solidFill>
                <a:effectLst/>
                <a:latin typeface="Consolas"/>
                <a:ea typeface="Consolas"/>
                <a:cs typeface="Consolas"/>
              </a:rPr>
              <a:t>ORDER BY</a:t>
            </a:r>
            <a:r>
              <a:rPr lang="es-ES" sz="1600" b="0" i="0" strike="noStrike" cap="none" baseline="0" dirty="0">
                <a:solidFill>
                  <a:srgbClr val="000000"/>
                </a:solidFill>
                <a:effectLst/>
                <a:latin typeface="Consolas"/>
                <a:ea typeface="Consolas"/>
                <a:cs typeface="Consolas"/>
              </a:rPr>
              <a:t> </a:t>
            </a:r>
            <a:r>
              <a:rPr lang="es-ES" sz="1600" b="0" i="0" strike="noStrike" cap="none" baseline="0" dirty="0" err="1">
                <a:solidFill>
                  <a:srgbClr val="000000"/>
                </a:solidFill>
                <a:effectLst/>
                <a:latin typeface="Consolas"/>
                <a:ea typeface="Consolas"/>
                <a:cs typeface="Consolas"/>
              </a:rPr>
              <a:t>VectorDistance</a:t>
            </a:r>
            <a:r>
              <a:rPr lang="es-ES" sz="1600" b="0" i="0" strike="noStrike" cap="none" baseline="0" dirty="0">
                <a:solidFill>
                  <a:srgbClr val="000000"/>
                </a:solidFill>
                <a:effectLst/>
                <a:latin typeface="Consolas"/>
                <a:ea typeface="Consolas"/>
                <a:cs typeface="Consolas"/>
              </a:rPr>
              <a:t>(</a:t>
            </a:r>
            <a:endParaRPr sz="2200" dirty="0"/>
          </a:p>
          <a:p>
            <a:pPr>
              <a:defRPr/>
            </a:pPr>
            <a:r>
              <a:rPr lang="es-ES" sz="1600" b="0" i="0" strike="noStrike" cap="none" baseline="0" dirty="0">
                <a:solidFill>
                  <a:srgbClr val="000000"/>
                </a:solidFill>
                <a:effectLst/>
                <a:latin typeface="Consolas"/>
                <a:ea typeface="Consolas"/>
                <a:cs typeface="Consolas"/>
              </a:rPr>
              <a:t> </a:t>
            </a:r>
            <a:r>
              <a:rPr lang="es-ES" sz="1600" b="0" i="0" strike="noStrike" cap="none" baseline="0" dirty="0" err="1">
                <a:solidFill>
                  <a:srgbClr val="000000"/>
                </a:solidFill>
                <a:effectLst/>
                <a:latin typeface="Consolas"/>
                <a:ea typeface="Consolas"/>
                <a:cs typeface="Consolas"/>
              </a:rPr>
              <a:t>c.embedding</a:t>
            </a:r>
            <a:r>
              <a:rPr lang="es-ES" sz="1600" b="0" i="0" strike="noStrike" cap="none" baseline="0" dirty="0">
                <a:solidFill>
                  <a:srgbClr val="000000"/>
                </a:solidFill>
                <a:effectLst/>
                <a:latin typeface="Consolas"/>
                <a:ea typeface="Consolas"/>
                <a:cs typeface="Consolas"/>
              </a:rPr>
              <a:t>, @queryVector)</a:t>
            </a:r>
            <a:br>
              <a:rPr sz="1600" dirty="0"/>
            </a:br>
            <a:endParaRPr lang="en-US" sz="2200" dirty="0">
              <a:solidFill>
                <a:srgbClr val="1F2328"/>
              </a:solidFill>
              <a:latin typeface="Consolas"/>
            </a:endParaRPr>
          </a:p>
          <a:p>
            <a:pPr>
              <a:spcAft>
                <a:spcPts val="800"/>
              </a:spcAft>
              <a:defRPr/>
            </a:pPr>
            <a:r>
              <a:rPr lang="es-ES" sz="2000" b="0" i="0" strike="noStrike" cap="none" baseline="0" dirty="0">
                <a:solidFill>
                  <a:srgbClr val="000000"/>
                </a:solidFill>
                <a:effectLst/>
                <a:latin typeface="Segoe UI Semibold"/>
                <a:ea typeface="Segoe UI Semibold"/>
                <a:cs typeface="Segoe UI Semibold"/>
              </a:rPr>
              <a:t>Información esencial</a:t>
            </a:r>
            <a:endParaRPr lang="en-US" dirty="0"/>
          </a:p>
          <a:p>
            <a:pPr marL="228600" marR="0" lvl="0" indent="-228600" algn="l">
              <a:lnSpc>
                <a:spcPct val="100000"/>
              </a:lnSpc>
              <a:spcBef>
                <a:spcPct val="0"/>
              </a:spcBef>
              <a:spcAft>
                <a:spcPct val="0"/>
              </a:spcAft>
              <a:buChar char="•"/>
              <a:defRPr/>
            </a:pPr>
            <a:r>
              <a:rPr lang="es-ES" sz="1800" b="0" i="0" strike="noStrike" cap="none" baseline="0" dirty="0">
                <a:solidFill>
                  <a:srgbClr val="000000"/>
                </a:solidFill>
                <a:effectLst/>
                <a:latin typeface="Segoe UI"/>
                <a:ea typeface="Segoe UI"/>
                <a:cs typeface="Segoe UI"/>
              </a:rPr>
              <a:t>Mismo modelo de inserción para consultas y documentos</a:t>
            </a:r>
            <a:endParaRPr sz="1800" b="0" i="0" u="none" strike="noStrike" cap="none" spc="0" dirty="0">
              <a:solidFill>
                <a:schemeClr val="tx1"/>
              </a:solidFill>
              <a:latin typeface="Segoe UI"/>
              <a:cs typeface="Segoe UI"/>
            </a:endParaRPr>
          </a:p>
          <a:p>
            <a:pPr marL="228600" marR="0" lvl="0" indent="-228600" algn="l">
              <a:lnSpc>
                <a:spcPct val="100000"/>
              </a:lnSpc>
              <a:spcBef>
                <a:spcPct val="0"/>
              </a:spcBef>
              <a:spcAft>
                <a:spcPct val="0"/>
              </a:spcAft>
              <a:buChar char="•"/>
              <a:defRPr/>
            </a:pPr>
            <a:r>
              <a:rPr lang="es-ES" sz="1800" b="0" i="0" strike="noStrike" cap="none" baseline="0" dirty="0">
                <a:solidFill>
                  <a:srgbClr val="000000"/>
                </a:solidFill>
                <a:effectLst/>
                <a:latin typeface="Segoe UI"/>
                <a:ea typeface="Segoe UI"/>
                <a:cs typeface="Segoe UI"/>
              </a:rPr>
              <a:t>Se requiere TOP N. Si se omite, se analiza todo</a:t>
            </a:r>
            <a:endParaRPr sz="1800" b="0" i="0" u="none" strike="noStrike" cap="none" spc="0" dirty="0">
              <a:solidFill>
                <a:schemeClr val="tx1"/>
              </a:solidFill>
              <a:latin typeface="Segoe UI"/>
              <a:cs typeface="Segoe UI"/>
            </a:endParaRPr>
          </a:p>
          <a:p>
            <a:pPr marL="228600" marR="0" lvl="0" indent="-228600" algn="l">
              <a:lnSpc>
                <a:spcPct val="100000"/>
              </a:lnSpc>
              <a:spcBef>
                <a:spcPct val="0"/>
              </a:spcBef>
              <a:spcAft>
                <a:spcPct val="0"/>
              </a:spcAft>
              <a:buChar char="•"/>
              <a:defRPr/>
            </a:pPr>
            <a:r>
              <a:rPr lang="es-ES" sz="1800" b="0" i="0" strike="noStrike" cap="none" baseline="0" dirty="0">
                <a:solidFill>
                  <a:srgbClr val="000000"/>
                </a:solidFill>
                <a:effectLst/>
                <a:latin typeface="Segoe UI"/>
                <a:ea typeface="Segoe UI"/>
                <a:cs typeface="Segoe UI"/>
              </a:rPr>
              <a:t>Parametrizar con </a:t>
            </a:r>
            <a:r>
              <a:rPr lang="es-ES" sz="1800" b="0" i="0" strike="noStrike" cap="none" baseline="0" dirty="0">
                <a:solidFill>
                  <a:srgbClr val="000000"/>
                </a:solidFill>
                <a:effectLst/>
                <a:latin typeface="Consolas"/>
                <a:ea typeface="Consolas"/>
                <a:cs typeface="Consolas"/>
              </a:rPr>
              <a:t>@queryVector</a:t>
            </a:r>
            <a:r>
              <a:rPr lang="es-ES" sz="1800" b="0" i="0" strike="noStrike" cap="none" baseline="0" dirty="0">
                <a:solidFill>
                  <a:srgbClr val="000000"/>
                </a:solidFill>
                <a:effectLst/>
                <a:latin typeface="Segoe UI"/>
                <a:ea typeface="Segoe UI"/>
                <a:cs typeface="Segoe UI"/>
              </a:rPr>
              <a:t> para el almacenamiento en caché del plan</a:t>
            </a:r>
            <a:endParaRPr sz="1800" b="0" i="0" u="none" strike="noStrike" cap="none" spc="0" dirty="0">
              <a:solidFill>
                <a:schemeClr val="tx1"/>
              </a:solidFill>
              <a:latin typeface="Segoe UI"/>
              <a:cs typeface="Segoe UI"/>
            </a:endParaRPr>
          </a:p>
          <a:p>
            <a:pPr marL="228600" indent="-228600">
              <a:buFont typeface="Arial"/>
              <a:buChar char="•"/>
              <a:defRPr/>
            </a:pPr>
            <a:r>
              <a:rPr lang="es-ES" sz="1800" b="0" i="0" strike="noStrike" cap="none" baseline="0" dirty="0">
                <a:solidFill>
                  <a:srgbClr val="000000"/>
                </a:solidFill>
                <a:effectLst/>
                <a:latin typeface="Segoe UI"/>
                <a:ea typeface="Segoe UI"/>
                <a:cs typeface="Segoe UI"/>
              </a:rPr>
              <a:t>Puntuaciones: +1 idéntica, 0,7-0,9 muy similar</a:t>
            </a:r>
            <a:endParaRPr dirty="0">
              <a:latin typeface="Segoe UI"/>
              <a:cs typeface="Segoe UI"/>
            </a:endParaRPr>
          </a:p>
        </p:txBody>
      </p:sp>
      <p:pic>
        <p:nvPicPr>
          <p:cNvPr id="376096093" name="Picture 1" descr="Diagram showing vector search query flow: user query text goes through embedding API to produce a query vector, which is compared using VectorDistance in Cosmos DB with DiskANN index to return ranked results&#10;"/>
          <p:cNvPicPr>
            <a:picLocks noGrp="1" noChangeAspect="1"/>
          </p:cNvPicPr>
          <p:nvPr/>
        </p:nvPicPr>
        <p:blipFill>
          <a:blip>
            <a:extLst>
              <a:ext uri="{96DAC541-7B7A-43D3-8B79-37D633B846F1}">
                <asvg:svgBlip xmlns:asvg="http://schemas.microsoft.com/office/drawing/2016/SVG/main" r:embed="rId3"/>
              </a:ext>
            </a:extLst>
          </a:blip>
          <a:stretch>
            <a:fillRect/>
          </a:stretch>
        </p:blipFill>
        <p:spPr bwMode="auto">
          <a:xfrm>
            <a:off x="6766560" y="1115567"/>
            <a:ext cx="4160519" cy="5276088"/>
          </a:xfrm>
          <a:prstGeom prst="rect">
            <a:avLst/>
          </a:prstGeom>
          <a:noFill/>
          <a:ln w="9525">
            <a:noFill/>
          </a:ln>
        </p:spPr>
      </p:pic>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85938791" name="Title 1"/>
          <p:cNvSpPr>
            <a:spLocks noGrp="1"/>
          </p:cNvSpPr>
          <p:nvPr>
            <p:ph type="title"/>
          </p:nvPr>
        </p:nvSpPr>
        <p:spPr bwMode="auto"/>
        <p:txBody>
          <a:bodyPr/>
          <a:lstStyle/>
          <a:p>
            <a:pPr>
              <a:defRPr/>
            </a:pPr>
            <a:r>
              <a:rPr lang="es-ES" sz="3200" b="0" i="0" strike="noStrike" cap="none" baseline="0">
                <a:solidFill>
                  <a:srgbClr val="000000"/>
                </a:solidFill>
                <a:effectLst/>
                <a:latin typeface="Segoe UI Semibold"/>
                <a:ea typeface="Segoe UI Semibold"/>
                <a:cs typeface="Segoe UI Semibold"/>
              </a:rPr>
              <a:t>Combinación de resultados de similitud de vectores con filtrado de metadatos</a:t>
            </a:r>
            <a:endParaRPr lang="en-US"/>
          </a:p>
        </p:txBody>
      </p:sp>
      <p:sp>
        <p:nvSpPr>
          <p:cNvPr id="1689308254" name="TextBox 2"/>
          <p:cNvSpPr txBox="1"/>
          <p:nvPr/>
        </p:nvSpPr>
        <p:spPr bwMode="auto">
          <a:xfrm>
            <a:off x="457199" y="1226085"/>
            <a:ext cx="4678681" cy="4405827"/>
          </a:xfrm>
          <a:prstGeom prst="rect">
            <a:avLst/>
          </a:prstGeom>
          <a:noFill/>
        </p:spPr>
        <p:txBody>
          <a:bodyPr rot="0" spcFirstLastPara="0" vertOverflow="overflow" horzOverflow="overflow" vert="horz" wrap="square" lIns="91440" tIns="45720" rIns="0" bIns="45720" numCol="1" spcCol="0" rtlCol="0" fromWordArt="0" anchor="t" anchorCtr="0" forceAA="0" compatLnSpc="1">
            <a:prstTxWarp prst="textNoShape">
              <a:avLst/>
            </a:prstTxWarp>
            <a:noAutofit/>
          </a:bodyPr>
          <a:lstStyle/>
          <a:p>
            <a:pPr>
              <a:lnSpc>
                <a:spcPct val="100000"/>
              </a:lnSpc>
              <a:spcBef>
                <a:spcPct val="0"/>
              </a:spcBef>
              <a:spcAft>
                <a:spcPts val="719"/>
              </a:spcAft>
              <a:defRPr/>
            </a:pPr>
            <a:r>
              <a:rPr lang="es-ES" sz="2000" b="0" i="0" strike="noStrike" cap="none" baseline="0" dirty="0">
                <a:solidFill>
                  <a:srgbClr val="000000"/>
                </a:solidFill>
                <a:effectLst/>
                <a:latin typeface="Segoe UI Semibold"/>
                <a:ea typeface="Segoe UI Semibold"/>
                <a:cs typeface="Segoe UI Semibold"/>
              </a:rPr>
              <a:t>Vector de búsqueda filtrado</a:t>
            </a:r>
            <a:endParaRPr dirty="0"/>
          </a:p>
          <a:p>
            <a:pPr>
              <a:defRPr/>
            </a:pPr>
            <a:r>
              <a:rPr lang="es-ES" sz="1600" b="0" i="0" strike="noStrike" cap="none" baseline="0" dirty="0">
                <a:solidFill>
                  <a:srgbClr val="0000FF"/>
                </a:solidFill>
                <a:effectLst/>
                <a:latin typeface="Consolas"/>
                <a:ea typeface="Consolas"/>
                <a:cs typeface="Consolas"/>
              </a:rPr>
              <a:t>SELECTTOP</a:t>
            </a:r>
            <a:r>
              <a:rPr lang="es-ES" sz="1600" b="0" i="0" strike="noStrike" cap="none" baseline="0" dirty="0">
                <a:solidFill>
                  <a:srgbClr val="098658"/>
                </a:solidFill>
                <a:effectLst/>
                <a:latin typeface="Consolas"/>
                <a:ea typeface="Consolas"/>
                <a:cs typeface="Consolas"/>
              </a:rPr>
              <a:t>10</a:t>
            </a:r>
            <a:r>
              <a:rPr lang="es-ES" sz="1600" b="0" i="0" strike="noStrike" cap="none" baseline="0" dirty="0">
                <a:solidFill>
                  <a:srgbClr val="000000"/>
                </a:solidFill>
                <a:effectLst/>
                <a:latin typeface="Consolas"/>
                <a:ea typeface="Consolas"/>
                <a:cs typeface="Consolas"/>
              </a:rPr>
              <a:t> </a:t>
            </a:r>
            <a:r>
              <a:rPr lang="es-ES" sz="1600" b="0" i="0" strike="noStrike" cap="none" baseline="0" dirty="0" err="1">
                <a:solidFill>
                  <a:srgbClr val="000000"/>
                </a:solidFill>
                <a:effectLst/>
                <a:latin typeface="Consolas"/>
                <a:ea typeface="Consolas"/>
                <a:cs typeface="Consolas"/>
              </a:rPr>
              <a:t>c.title</a:t>
            </a:r>
            <a:r>
              <a:rPr lang="es-ES" sz="1600" b="0" i="0" strike="noStrike" cap="none" baseline="0" dirty="0">
                <a:solidFill>
                  <a:srgbClr val="000000"/>
                </a:solidFill>
                <a:effectLst/>
                <a:latin typeface="Consolas"/>
                <a:ea typeface="Consolas"/>
                <a:cs typeface="Consolas"/>
              </a:rPr>
              <a:t>,</a:t>
            </a:r>
            <a:endParaRPr sz="2200" dirty="0"/>
          </a:p>
          <a:p>
            <a:pPr>
              <a:defRPr/>
            </a:pPr>
            <a:r>
              <a:rPr lang="es-ES" sz="1600" b="0" i="0" strike="noStrike" cap="none" baseline="0" dirty="0">
                <a:solidFill>
                  <a:srgbClr val="000000"/>
                </a:solidFill>
                <a:effectLst/>
                <a:latin typeface="Consolas"/>
                <a:ea typeface="Consolas"/>
                <a:cs typeface="Consolas"/>
              </a:rPr>
              <a:t> </a:t>
            </a:r>
            <a:r>
              <a:rPr lang="es-ES" sz="1600" b="0" i="0" strike="noStrike" cap="none" baseline="0" dirty="0" err="1">
                <a:solidFill>
                  <a:srgbClr val="000000"/>
                </a:solidFill>
                <a:effectLst/>
                <a:latin typeface="Consolas"/>
                <a:ea typeface="Consolas"/>
                <a:cs typeface="Consolas"/>
              </a:rPr>
              <a:t>VectorDistance</a:t>
            </a:r>
            <a:r>
              <a:rPr lang="es-ES" sz="1600" b="0" i="0" strike="noStrike" cap="none" baseline="0" dirty="0">
                <a:solidFill>
                  <a:srgbClr val="000000"/>
                </a:solidFill>
                <a:effectLst/>
                <a:latin typeface="Consolas"/>
                <a:ea typeface="Consolas"/>
                <a:cs typeface="Consolas"/>
              </a:rPr>
              <a:t>(</a:t>
            </a:r>
            <a:r>
              <a:rPr lang="es-ES" sz="1600" b="0" i="0" strike="noStrike" cap="none" baseline="0" dirty="0" err="1">
                <a:solidFill>
                  <a:srgbClr val="000000"/>
                </a:solidFill>
                <a:effectLst/>
                <a:latin typeface="Consolas"/>
                <a:ea typeface="Consolas"/>
                <a:cs typeface="Consolas"/>
              </a:rPr>
              <a:t>c.embedding</a:t>
            </a:r>
            <a:r>
              <a:rPr lang="es-ES" sz="1600" b="0" i="0" strike="noStrike" cap="none" baseline="0" dirty="0">
                <a:solidFill>
                  <a:srgbClr val="000000"/>
                </a:solidFill>
                <a:effectLst/>
                <a:latin typeface="Consolas"/>
                <a:ea typeface="Consolas"/>
                <a:cs typeface="Consolas"/>
              </a:rPr>
              <a:t>,</a:t>
            </a:r>
            <a:endParaRPr sz="2200" dirty="0"/>
          </a:p>
          <a:p>
            <a:pPr>
              <a:defRPr/>
            </a:pPr>
            <a:r>
              <a:rPr lang="es-ES" sz="1600" b="0" i="0" strike="noStrike" cap="none" baseline="0" dirty="0">
                <a:solidFill>
                  <a:srgbClr val="000000"/>
                </a:solidFill>
                <a:effectLst/>
                <a:latin typeface="Consolas"/>
                <a:ea typeface="Consolas"/>
                <a:cs typeface="Consolas"/>
              </a:rPr>
              <a:t> @queryVector) </a:t>
            </a:r>
            <a:r>
              <a:rPr lang="es-ES" sz="1600" b="0" i="0" strike="noStrike" cap="none" baseline="0" dirty="0">
                <a:solidFill>
                  <a:srgbClr val="0000FF"/>
                </a:solidFill>
                <a:effectLst/>
                <a:latin typeface="Consolas"/>
                <a:ea typeface="Consolas"/>
                <a:cs typeface="Consolas"/>
              </a:rPr>
              <a:t>AS</a:t>
            </a:r>
            <a:r>
              <a:rPr lang="es-ES" sz="1600" b="0" i="0" strike="noStrike" cap="none" baseline="0" dirty="0">
                <a:solidFill>
                  <a:srgbClr val="000000"/>
                </a:solidFill>
                <a:effectLst/>
                <a:latin typeface="Consolas"/>
                <a:ea typeface="Consolas"/>
                <a:cs typeface="Consolas"/>
              </a:rPr>
              <a:t> Score</a:t>
            </a:r>
            <a:endParaRPr sz="2200" dirty="0"/>
          </a:p>
          <a:p>
            <a:pPr>
              <a:defRPr/>
            </a:pPr>
            <a:r>
              <a:rPr lang="es-ES" sz="1600" b="0" i="0" strike="noStrike" cap="none" baseline="0" dirty="0">
                <a:solidFill>
                  <a:srgbClr val="0000FF"/>
                </a:solidFill>
                <a:effectLst/>
                <a:latin typeface="Consolas"/>
                <a:ea typeface="Consolas"/>
                <a:cs typeface="Consolas"/>
              </a:rPr>
              <a:t>FROM</a:t>
            </a:r>
            <a:r>
              <a:rPr lang="es-ES" sz="1600" b="0" i="0" strike="noStrike" cap="none" baseline="0" dirty="0">
                <a:solidFill>
                  <a:srgbClr val="000000"/>
                </a:solidFill>
                <a:effectLst/>
                <a:latin typeface="Consolas"/>
                <a:ea typeface="Consolas"/>
                <a:cs typeface="Consolas"/>
              </a:rPr>
              <a:t> c</a:t>
            </a:r>
            <a:endParaRPr sz="2200" dirty="0"/>
          </a:p>
          <a:p>
            <a:pPr>
              <a:defRPr/>
            </a:pPr>
            <a:r>
              <a:rPr lang="es-ES" sz="1600" b="0" i="0" strike="noStrike" cap="none" baseline="0" dirty="0">
                <a:solidFill>
                  <a:srgbClr val="0000FF"/>
                </a:solidFill>
                <a:effectLst/>
                <a:latin typeface="Consolas"/>
                <a:ea typeface="Consolas"/>
                <a:cs typeface="Consolas"/>
              </a:rPr>
              <a:t>WHERE</a:t>
            </a:r>
            <a:r>
              <a:rPr lang="es-ES" sz="1600" b="0" i="0" strike="noStrike" cap="none" baseline="0" dirty="0">
                <a:solidFill>
                  <a:srgbClr val="000000"/>
                </a:solidFill>
                <a:effectLst/>
                <a:latin typeface="Consolas"/>
                <a:ea typeface="Consolas"/>
                <a:cs typeface="Consolas"/>
              </a:rPr>
              <a:t> </a:t>
            </a:r>
            <a:r>
              <a:rPr lang="es-ES" sz="1600" b="0" i="0" strike="noStrike" cap="none" baseline="0" dirty="0" err="1">
                <a:solidFill>
                  <a:srgbClr val="000000"/>
                </a:solidFill>
                <a:effectLst/>
                <a:latin typeface="Consolas"/>
                <a:ea typeface="Consolas"/>
                <a:cs typeface="Consolas"/>
              </a:rPr>
              <a:t>c.category</a:t>
            </a:r>
            <a:r>
              <a:rPr lang="es-ES" sz="1600" b="0" i="0" strike="noStrike" cap="none" baseline="0" dirty="0">
                <a:solidFill>
                  <a:srgbClr val="000000"/>
                </a:solidFill>
                <a:effectLst/>
                <a:latin typeface="Consolas"/>
                <a:ea typeface="Consolas"/>
                <a:cs typeface="Consolas"/>
              </a:rPr>
              <a:t> = @category</a:t>
            </a:r>
            <a:endParaRPr sz="2200" dirty="0"/>
          </a:p>
          <a:p>
            <a:pPr>
              <a:defRPr/>
            </a:pPr>
            <a:r>
              <a:rPr lang="es-ES" sz="1600" b="0" i="0" strike="noStrike" cap="none" baseline="0" dirty="0">
                <a:solidFill>
                  <a:srgbClr val="000000"/>
                </a:solidFill>
                <a:effectLst/>
                <a:latin typeface="Consolas"/>
                <a:ea typeface="Consolas"/>
                <a:cs typeface="Consolas"/>
              </a:rPr>
              <a:t> </a:t>
            </a:r>
            <a:r>
              <a:rPr lang="es-ES" sz="1600" b="0" i="0" strike="noStrike" cap="none" baseline="0" dirty="0">
                <a:solidFill>
                  <a:srgbClr val="0000FF"/>
                </a:solidFill>
                <a:effectLst/>
                <a:latin typeface="Consolas"/>
                <a:ea typeface="Consolas"/>
                <a:cs typeface="Consolas"/>
              </a:rPr>
              <a:t>AND</a:t>
            </a:r>
            <a:r>
              <a:rPr lang="es-ES" sz="1600" b="0" i="0" strike="noStrike" cap="none" baseline="0" dirty="0">
                <a:solidFill>
                  <a:srgbClr val="000000"/>
                </a:solidFill>
                <a:effectLst/>
                <a:latin typeface="Consolas"/>
                <a:ea typeface="Consolas"/>
                <a:cs typeface="Consolas"/>
              </a:rPr>
              <a:t> </a:t>
            </a:r>
            <a:r>
              <a:rPr lang="es-ES" sz="1600" b="0" i="0" strike="noStrike" cap="none" baseline="0" dirty="0" err="1">
                <a:solidFill>
                  <a:srgbClr val="000000"/>
                </a:solidFill>
                <a:effectLst/>
                <a:latin typeface="Consolas"/>
                <a:ea typeface="Consolas"/>
                <a:cs typeface="Consolas"/>
              </a:rPr>
              <a:t>c.createdDate</a:t>
            </a:r>
            <a:r>
              <a:rPr lang="es-ES" sz="1600" b="0" i="0" strike="noStrike" cap="none" baseline="0" dirty="0">
                <a:solidFill>
                  <a:srgbClr val="000000"/>
                </a:solidFill>
                <a:effectLst/>
                <a:latin typeface="Consolas"/>
                <a:ea typeface="Consolas"/>
                <a:cs typeface="Consolas"/>
              </a:rPr>
              <a:t> &gt; @startDate</a:t>
            </a:r>
            <a:endParaRPr sz="2200" dirty="0"/>
          </a:p>
          <a:p>
            <a:pPr>
              <a:defRPr/>
            </a:pPr>
            <a:r>
              <a:rPr lang="es-ES" sz="1600" b="0" i="0" strike="noStrike" cap="none" baseline="0" dirty="0">
                <a:solidFill>
                  <a:srgbClr val="0000FF"/>
                </a:solidFill>
                <a:effectLst/>
                <a:latin typeface="Consolas"/>
                <a:ea typeface="Consolas"/>
                <a:cs typeface="Consolas"/>
              </a:rPr>
              <a:t>ORDER BY</a:t>
            </a:r>
            <a:r>
              <a:rPr lang="es-ES" sz="1600" b="0" i="0" strike="noStrike" cap="none" baseline="0" dirty="0">
                <a:solidFill>
                  <a:srgbClr val="000000"/>
                </a:solidFill>
                <a:effectLst/>
                <a:latin typeface="Consolas"/>
                <a:ea typeface="Consolas"/>
                <a:cs typeface="Consolas"/>
              </a:rPr>
              <a:t> </a:t>
            </a:r>
            <a:r>
              <a:rPr lang="es-ES" sz="1600" b="0" i="0" strike="noStrike" cap="none" baseline="0" dirty="0" err="1">
                <a:solidFill>
                  <a:srgbClr val="000000"/>
                </a:solidFill>
                <a:effectLst/>
                <a:latin typeface="Consolas"/>
                <a:ea typeface="Consolas"/>
                <a:cs typeface="Consolas"/>
              </a:rPr>
              <a:t>VectorDistance</a:t>
            </a:r>
            <a:r>
              <a:rPr lang="es-ES" sz="1600" b="0" i="0" strike="noStrike" cap="none" baseline="0" dirty="0">
                <a:solidFill>
                  <a:srgbClr val="000000"/>
                </a:solidFill>
                <a:effectLst/>
                <a:latin typeface="Consolas"/>
                <a:ea typeface="Consolas"/>
                <a:cs typeface="Consolas"/>
              </a:rPr>
              <a:t>(</a:t>
            </a:r>
            <a:endParaRPr sz="2200" dirty="0"/>
          </a:p>
          <a:p>
            <a:pPr>
              <a:defRPr/>
            </a:pPr>
            <a:r>
              <a:rPr lang="es-ES" sz="1600" b="0" i="0" strike="noStrike" cap="none" baseline="0" dirty="0">
                <a:solidFill>
                  <a:srgbClr val="000000"/>
                </a:solidFill>
                <a:effectLst/>
                <a:latin typeface="Consolas"/>
                <a:ea typeface="Consolas"/>
                <a:cs typeface="Consolas"/>
              </a:rPr>
              <a:t> </a:t>
            </a:r>
            <a:r>
              <a:rPr lang="es-ES" sz="1600" b="0" i="0" strike="noStrike" cap="none" baseline="0" dirty="0" err="1">
                <a:solidFill>
                  <a:srgbClr val="000000"/>
                </a:solidFill>
                <a:effectLst/>
                <a:latin typeface="Consolas"/>
                <a:ea typeface="Consolas"/>
                <a:cs typeface="Consolas"/>
              </a:rPr>
              <a:t>c.embedding</a:t>
            </a:r>
            <a:r>
              <a:rPr lang="es-ES" sz="1600" b="0" i="0" strike="noStrike" cap="none" baseline="0" dirty="0">
                <a:solidFill>
                  <a:srgbClr val="000000"/>
                </a:solidFill>
                <a:effectLst/>
                <a:latin typeface="Consolas"/>
                <a:ea typeface="Consolas"/>
                <a:cs typeface="Consolas"/>
              </a:rPr>
              <a:t>, @queryVector)</a:t>
            </a:r>
            <a:endParaRPr lang="en-US" dirty="0"/>
          </a:p>
          <a:p>
            <a:pPr>
              <a:spcAft>
                <a:spcPts val="799"/>
              </a:spcAft>
              <a:defRPr/>
            </a:pPr>
            <a:endParaRPr lang="en-US" dirty="0"/>
          </a:p>
          <a:p>
            <a:pPr marL="228600" marR="0" indent="-228600" algn="l">
              <a:lnSpc>
                <a:spcPct val="100000"/>
              </a:lnSpc>
              <a:spcBef>
                <a:spcPct val="0"/>
              </a:spcBef>
              <a:spcAft>
                <a:spcPct val="0"/>
              </a:spcAft>
              <a:buFont typeface="Arial"/>
              <a:buChar char="•"/>
              <a:defRPr/>
            </a:pPr>
            <a:r>
              <a:rPr lang="es-ES" sz="1800" b="0" i="0" strike="noStrike" cap="none" baseline="0" dirty="0">
                <a:solidFill>
                  <a:srgbClr val="000000"/>
                </a:solidFill>
                <a:effectLst/>
                <a:latin typeface="Segoe UI"/>
                <a:ea typeface="Segoe UI"/>
                <a:cs typeface="Segoe UI"/>
              </a:rPr>
              <a:t>El filtrado previo reduce el espacio de búsqueda</a:t>
            </a:r>
            <a:endParaRPr lang="en-US" sz="1800" b="0" i="0" u="none" strike="noStrike" cap="none" spc="0" dirty="0">
              <a:solidFill>
                <a:schemeClr val="tx1"/>
              </a:solidFill>
              <a:latin typeface="Segoe UI"/>
              <a:cs typeface="Segoe UI"/>
            </a:endParaRPr>
          </a:p>
          <a:p>
            <a:pPr marL="228600" marR="0" indent="-228600" algn="l">
              <a:lnSpc>
                <a:spcPct val="100000"/>
              </a:lnSpc>
              <a:spcBef>
                <a:spcPct val="0"/>
              </a:spcBef>
              <a:spcAft>
                <a:spcPct val="0"/>
              </a:spcAft>
              <a:buFont typeface="Arial"/>
              <a:buChar char="•"/>
              <a:defRPr/>
            </a:pPr>
            <a:r>
              <a:rPr lang="es-ES" sz="1800" b="0" i="0" strike="noStrike" cap="none" baseline="0" dirty="0">
                <a:solidFill>
                  <a:srgbClr val="000000"/>
                </a:solidFill>
                <a:effectLst/>
                <a:latin typeface="Segoe UI"/>
                <a:ea typeface="Segoe UI"/>
                <a:cs typeface="Segoe UI"/>
              </a:rPr>
              <a:t>La clave de partición en WHERE habilita el enrutamiento de partición única</a:t>
            </a:r>
            <a:endParaRPr lang="en-US" sz="1800" b="0" i="0" u="none" strike="noStrike" cap="none" spc="0" dirty="0">
              <a:solidFill>
                <a:schemeClr val="tx1"/>
              </a:solidFill>
              <a:latin typeface="Segoe UI"/>
              <a:cs typeface="Segoe UI"/>
            </a:endParaRPr>
          </a:p>
          <a:p>
            <a:pPr marL="228600" indent="-228600">
              <a:buFont typeface="Arial"/>
              <a:buChar char="•"/>
              <a:defRPr/>
            </a:pPr>
            <a:r>
              <a:rPr lang="es-ES" sz="1800" b="0" i="0" strike="noStrike" cap="none" baseline="0" dirty="0">
                <a:solidFill>
                  <a:srgbClr val="000000"/>
                </a:solidFill>
                <a:effectLst/>
                <a:latin typeface="Segoe UI"/>
                <a:ea typeface="Segoe UI"/>
                <a:cs typeface="Segoe UI"/>
              </a:rPr>
              <a:t>Pasa el parámetro </a:t>
            </a:r>
            <a:r>
              <a:rPr lang="es-ES" sz="1800" b="0" i="0" strike="noStrike" cap="none" baseline="0" dirty="0" err="1">
                <a:solidFill>
                  <a:srgbClr val="000000"/>
                </a:solidFill>
                <a:effectLst/>
                <a:latin typeface="Consolas"/>
                <a:ea typeface="Consolas"/>
                <a:cs typeface="Consolas"/>
              </a:rPr>
              <a:t>partition_key</a:t>
            </a:r>
            <a:r>
              <a:rPr lang="es-ES" sz="1800" b="0" i="0" strike="noStrike" cap="none" baseline="0" dirty="0">
                <a:solidFill>
                  <a:srgbClr val="000000"/>
                </a:solidFill>
                <a:effectLst/>
                <a:latin typeface="Segoe UI"/>
                <a:ea typeface="Segoe UI"/>
                <a:cs typeface="Segoe UI"/>
              </a:rPr>
              <a:t> para obtener la máxima eficiencia</a:t>
            </a:r>
            <a:endParaRPr dirty="0">
              <a:latin typeface="Segoe UI"/>
              <a:cs typeface="Segoe UI"/>
            </a:endParaRPr>
          </a:p>
        </p:txBody>
      </p:sp>
      <p:sp>
        <p:nvSpPr>
          <p:cNvPr id="1579110271" name="TextBox 2"/>
          <p:cNvSpPr txBox="1"/>
          <p:nvPr/>
        </p:nvSpPr>
        <p:spPr bwMode="auto">
          <a:xfrm>
            <a:off x="5526039" y="1226085"/>
            <a:ext cx="5233402" cy="5289015"/>
          </a:xfrm>
          <a:prstGeom prst="rect">
            <a:avLst/>
          </a:prstGeom>
          <a:noFill/>
        </p:spPr>
        <p:txBody>
          <a:bodyPr rot="0" spcFirstLastPara="0" vertOverflow="overflow" horzOverflow="overflow" vert="horz" wrap="square" lIns="91440" tIns="45720" rIns="0" bIns="45720" numCol="1" spcCol="0" rtlCol="0" fromWordArt="0" anchor="t" anchorCtr="0" forceAA="0" compatLnSpc="1">
            <a:prstTxWarp prst="textNoShape">
              <a:avLst/>
            </a:prstTxWarp>
            <a:noAutofit/>
          </a:bodyPr>
          <a:lstStyle/>
          <a:p>
            <a:pPr>
              <a:lnSpc>
                <a:spcPct val="100000"/>
              </a:lnSpc>
              <a:spcBef>
                <a:spcPct val="0"/>
              </a:spcBef>
              <a:spcAft>
                <a:spcPts val="718"/>
              </a:spcAft>
              <a:defRPr/>
            </a:pPr>
            <a:r>
              <a:rPr lang="es-ES" sz="2000" b="0" i="0" strike="noStrike" cap="none" baseline="0" dirty="0">
                <a:solidFill>
                  <a:srgbClr val="000000"/>
                </a:solidFill>
                <a:effectLst/>
                <a:latin typeface="Segoe UI Semibold"/>
                <a:ea typeface="Segoe UI Semibold"/>
                <a:cs typeface="Segoe UI Semibold"/>
              </a:rPr>
              <a:t>Búsqueda híbrida con RRF</a:t>
            </a:r>
            <a:endParaRPr dirty="0"/>
          </a:p>
          <a:p>
            <a:pPr>
              <a:defRPr/>
            </a:pPr>
            <a:r>
              <a:rPr lang="es-ES" sz="1600" b="0" i="0" strike="noStrike" cap="none" baseline="0" dirty="0">
                <a:solidFill>
                  <a:srgbClr val="0000FF"/>
                </a:solidFill>
                <a:effectLst/>
                <a:latin typeface="Consolas"/>
                <a:ea typeface="Consolas"/>
                <a:cs typeface="Consolas"/>
              </a:rPr>
              <a:t>SELECTTOP</a:t>
            </a:r>
            <a:r>
              <a:rPr lang="es-ES" sz="1600" b="0" i="0" strike="noStrike" cap="none" baseline="0" dirty="0">
                <a:solidFill>
                  <a:srgbClr val="098658"/>
                </a:solidFill>
                <a:effectLst/>
                <a:latin typeface="Consolas"/>
                <a:ea typeface="Consolas"/>
                <a:cs typeface="Consolas"/>
              </a:rPr>
              <a:t>10</a:t>
            </a:r>
            <a:r>
              <a:rPr lang="es-ES" sz="1600" b="0" i="0" strike="noStrike" cap="none" baseline="0" dirty="0">
                <a:solidFill>
                  <a:srgbClr val="000000"/>
                </a:solidFill>
                <a:effectLst/>
                <a:latin typeface="Consolas"/>
                <a:ea typeface="Consolas"/>
                <a:cs typeface="Consolas"/>
              </a:rPr>
              <a:t> *</a:t>
            </a:r>
            <a:endParaRPr sz="2200" dirty="0"/>
          </a:p>
          <a:p>
            <a:pPr>
              <a:defRPr/>
            </a:pPr>
            <a:r>
              <a:rPr lang="es-ES" sz="1600" b="0" i="0" strike="noStrike" cap="none" baseline="0" dirty="0">
                <a:solidFill>
                  <a:srgbClr val="0000FF"/>
                </a:solidFill>
                <a:effectLst/>
                <a:latin typeface="Consolas"/>
                <a:ea typeface="Consolas"/>
                <a:cs typeface="Consolas"/>
              </a:rPr>
              <a:t>FROM</a:t>
            </a:r>
            <a:r>
              <a:rPr lang="es-ES" sz="1600" b="0" i="0" strike="noStrike" cap="none" baseline="0" dirty="0">
                <a:solidFill>
                  <a:srgbClr val="000000"/>
                </a:solidFill>
                <a:effectLst/>
                <a:latin typeface="Consolas"/>
                <a:ea typeface="Consolas"/>
                <a:cs typeface="Consolas"/>
              </a:rPr>
              <a:t> c</a:t>
            </a:r>
            <a:endParaRPr sz="2200" dirty="0"/>
          </a:p>
          <a:p>
            <a:pPr>
              <a:defRPr/>
            </a:pPr>
            <a:r>
              <a:rPr lang="es-ES" sz="1600" b="0" i="0" strike="noStrike" cap="none" baseline="0" dirty="0">
                <a:solidFill>
                  <a:srgbClr val="0000FF"/>
                </a:solidFill>
                <a:effectLst/>
                <a:latin typeface="Consolas"/>
                <a:ea typeface="Consolas"/>
                <a:cs typeface="Consolas"/>
              </a:rPr>
              <a:t>ORDER BY</a:t>
            </a:r>
            <a:r>
              <a:rPr lang="es-ES" sz="1600" b="0" i="0" strike="noStrike" cap="none" baseline="0" dirty="0">
                <a:solidFill>
                  <a:srgbClr val="000000"/>
                </a:solidFill>
                <a:effectLst/>
                <a:latin typeface="Consolas"/>
                <a:ea typeface="Consolas"/>
                <a:cs typeface="Consolas"/>
              </a:rPr>
              <a:t> RANK RRF(</a:t>
            </a:r>
            <a:endParaRPr sz="2200" dirty="0"/>
          </a:p>
          <a:p>
            <a:pPr>
              <a:defRPr/>
            </a:pPr>
            <a:r>
              <a:rPr lang="es-ES" sz="1600" b="0" i="0" strike="noStrike" cap="none" baseline="0" dirty="0">
                <a:solidFill>
                  <a:srgbClr val="000000"/>
                </a:solidFill>
                <a:effectLst/>
                <a:latin typeface="Consolas"/>
                <a:ea typeface="Consolas"/>
                <a:cs typeface="Consolas"/>
              </a:rPr>
              <a:t> </a:t>
            </a:r>
            <a:r>
              <a:rPr lang="es-ES" sz="1600" b="0" i="0" strike="noStrike" cap="none" baseline="0" dirty="0" err="1">
                <a:solidFill>
                  <a:srgbClr val="000000"/>
                </a:solidFill>
                <a:effectLst/>
                <a:latin typeface="Consolas"/>
                <a:ea typeface="Consolas"/>
                <a:cs typeface="Consolas"/>
              </a:rPr>
              <a:t>VectorDistance</a:t>
            </a:r>
            <a:r>
              <a:rPr lang="es-ES" sz="1600" b="0" i="0" strike="noStrike" cap="none" baseline="0" dirty="0">
                <a:solidFill>
                  <a:srgbClr val="000000"/>
                </a:solidFill>
                <a:effectLst/>
                <a:latin typeface="Consolas"/>
                <a:ea typeface="Consolas"/>
                <a:cs typeface="Consolas"/>
              </a:rPr>
              <a:t>(</a:t>
            </a:r>
            <a:r>
              <a:rPr lang="es-ES" sz="1600" b="0" i="0" strike="noStrike" cap="none" baseline="0" dirty="0" err="1">
                <a:solidFill>
                  <a:srgbClr val="000000"/>
                </a:solidFill>
                <a:effectLst/>
                <a:latin typeface="Consolas"/>
                <a:ea typeface="Consolas"/>
                <a:cs typeface="Consolas"/>
              </a:rPr>
              <a:t>c.embedding</a:t>
            </a:r>
            <a:r>
              <a:rPr lang="es-ES" sz="1600" b="0" i="0" strike="noStrike" cap="none" baseline="0" dirty="0">
                <a:solidFill>
                  <a:srgbClr val="000000"/>
                </a:solidFill>
                <a:effectLst/>
                <a:latin typeface="Consolas"/>
                <a:ea typeface="Consolas"/>
                <a:cs typeface="Consolas"/>
              </a:rPr>
              <a:t>,</a:t>
            </a:r>
            <a:endParaRPr sz="2200" dirty="0"/>
          </a:p>
          <a:p>
            <a:pPr>
              <a:defRPr/>
            </a:pPr>
            <a:r>
              <a:rPr lang="es-ES" sz="1600" b="0" i="0" strike="noStrike" cap="none" baseline="0" dirty="0">
                <a:solidFill>
                  <a:srgbClr val="000000"/>
                </a:solidFill>
                <a:effectLst/>
                <a:latin typeface="Consolas"/>
                <a:ea typeface="Consolas"/>
                <a:cs typeface="Consolas"/>
              </a:rPr>
              <a:t> @queryVector),</a:t>
            </a:r>
            <a:endParaRPr sz="2200" dirty="0"/>
          </a:p>
          <a:p>
            <a:pPr>
              <a:defRPr/>
            </a:pPr>
            <a:r>
              <a:rPr lang="es-ES" sz="1600" b="0" i="0" strike="noStrike" cap="none" baseline="0" dirty="0">
                <a:solidFill>
                  <a:srgbClr val="000000"/>
                </a:solidFill>
                <a:effectLst/>
                <a:latin typeface="Consolas"/>
                <a:ea typeface="Consolas"/>
                <a:cs typeface="Consolas"/>
              </a:rPr>
              <a:t> </a:t>
            </a:r>
            <a:r>
              <a:rPr lang="es-ES" sz="1600" b="0" i="0" strike="noStrike" cap="none" baseline="0" dirty="0" err="1">
                <a:solidFill>
                  <a:srgbClr val="000000"/>
                </a:solidFill>
                <a:effectLst/>
                <a:latin typeface="Consolas"/>
                <a:ea typeface="Consolas"/>
                <a:cs typeface="Consolas"/>
              </a:rPr>
              <a:t>FullTextScore</a:t>
            </a:r>
            <a:r>
              <a:rPr lang="es-ES" sz="1600" b="0" i="0" strike="noStrike" cap="none" baseline="0" dirty="0">
                <a:solidFill>
                  <a:srgbClr val="000000"/>
                </a:solidFill>
                <a:effectLst/>
                <a:latin typeface="Consolas"/>
                <a:ea typeface="Consolas"/>
                <a:cs typeface="Consolas"/>
              </a:rPr>
              <a:t>(</a:t>
            </a:r>
            <a:r>
              <a:rPr lang="es-ES" sz="1600" b="0" i="0" strike="noStrike" cap="none" baseline="0" dirty="0" err="1">
                <a:solidFill>
                  <a:srgbClr val="000000"/>
                </a:solidFill>
                <a:effectLst/>
                <a:latin typeface="Consolas"/>
                <a:ea typeface="Consolas"/>
                <a:cs typeface="Consolas"/>
              </a:rPr>
              <a:t>c.content</a:t>
            </a:r>
            <a:r>
              <a:rPr lang="es-ES" sz="1600" b="0" i="0" strike="noStrike" cap="none" baseline="0" dirty="0">
                <a:solidFill>
                  <a:srgbClr val="000000"/>
                </a:solidFill>
                <a:effectLst/>
                <a:latin typeface="Consolas"/>
                <a:ea typeface="Consolas"/>
                <a:cs typeface="Consolas"/>
              </a:rPr>
              <a:t>,</a:t>
            </a:r>
            <a:endParaRPr sz="2200" dirty="0"/>
          </a:p>
          <a:p>
            <a:pPr>
              <a:defRPr/>
            </a:pPr>
            <a:r>
              <a:rPr lang="es-ES" sz="1600" b="0" i="0" strike="noStrike" cap="none" baseline="0" dirty="0">
                <a:solidFill>
                  <a:srgbClr val="000000"/>
                </a:solidFill>
                <a:effectLst/>
                <a:latin typeface="Consolas"/>
                <a:ea typeface="Consolas"/>
                <a:cs typeface="Consolas"/>
              </a:rPr>
              <a:t> @searchTerms)</a:t>
            </a:r>
            <a:endParaRPr sz="2200" dirty="0"/>
          </a:p>
          <a:p>
            <a:pPr>
              <a:spcAft>
                <a:spcPts val="799"/>
              </a:spcAft>
              <a:defRPr/>
            </a:pPr>
            <a:r>
              <a:rPr sz="1600" b="0" i="0" u="none" dirty="0">
                <a:solidFill>
                  <a:srgbClr val="000000"/>
                </a:solidFill>
                <a:latin typeface="Consolas"/>
                <a:ea typeface="Consolas"/>
                <a:cs typeface="Consolas"/>
              </a:rPr>
              <a:t>)</a:t>
            </a:r>
            <a:endParaRPr sz="2000" b="0" i="0" u="none" dirty="0">
              <a:solidFill>
                <a:srgbClr val="1F2328"/>
              </a:solidFill>
              <a:latin typeface="Consolas"/>
              <a:ea typeface="Consolas"/>
              <a:cs typeface="Consolas"/>
            </a:endParaRPr>
          </a:p>
          <a:p>
            <a:pPr>
              <a:spcAft>
                <a:spcPts val="797"/>
              </a:spcAft>
              <a:defRPr/>
            </a:pPr>
            <a:endParaRPr sz="1600" dirty="0">
              <a:latin typeface="Segoe UI"/>
              <a:cs typeface="Segoe UI"/>
            </a:endParaRPr>
          </a:p>
          <a:p>
            <a:pPr marL="228600" marR="0" lvl="0" indent="-228600" algn="l">
              <a:lnSpc>
                <a:spcPct val="100000"/>
              </a:lnSpc>
              <a:spcBef>
                <a:spcPct val="0"/>
              </a:spcBef>
              <a:spcAft>
                <a:spcPct val="0"/>
              </a:spcAft>
              <a:buChar char="•"/>
              <a:defRPr/>
            </a:pPr>
            <a:r>
              <a:rPr lang="es-ES" sz="1800" b="0" i="0" strike="noStrike" cap="none" baseline="0" dirty="0">
                <a:solidFill>
                  <a:srgbClr val="000000"/>
                </a:solidFill>
                <a:effectLst/>
                <a:latin typeface="Segoe UI"/>
                <a:ea typeface="Segoe UI"/>
                <a:cs typeface="Segoe UI"/>
              </a:rPr>
              <a:t>RRF combina clasificaciones semánticas y palabras clave</a:t>
            </a:r>
            <a:endParaRPr lang="en-US" sz="1800" b="0" i="0" u="none" strike="noStrike" cap="none" spc="0" dirty="0">
              <a:solidFill>
                <a:schemeClr val="tx1"/>
              </a:solidFill>
              <a:latin typeface="Segoe UI"/>
              <a:cs typeface="Segoe UI"/>
            </a:endParaRPr>
          </a:p>
          <a:p>
            <a:pPr marL="228600" marR="0" lvl="0" indent="-228600" algn="l">
              <a:lnSpc>
                <a:spcPct val="100000"/>
              </a:lnSpc>
              <a:spcBef>
                <a:spcPct val="0"/>
              </a:spcBef>
              <a:spcAft>
                <a:spcPct val="0"/>
              </a:spcAft>
              <a:buChar char="•"/>
              <a:defRPr/>
            </a:pPr>
            <a:r>
              <a:rPr lang="es-ES" sz="1800" b="0" i="0" strike="noStrike" cap="none" baseline="0" dirty="0">
                <a:solidFill>
                  <a:srgbClr val="000000"/>
                </a:solidFill>
                <a:effectLst/>
                <a:latin typeface="Segoe UI"/>
                <a:ea typeface="Segoe UI"/>
                <a:cs typeface="Segoe UI"/>
              </a:rPr>
              <a:t>Requiere una directiva de texto completo y un índice de texto completo</a:t>
            </a:r>
            <a:endParaRPr lang="en-US" sz="1800" b="0" i="0" u="none" strike="noStrike" cap="none" spc="0" dirty="0">
              <a:solidFill>
                <a:schemeClr val="tx1"/>
              </a:solidFill>
              <a:latin typeface="Segoe UI"/>
              <a:cs typeface="Segoe UI"/>
            </a:endParaRPr>
          </a:p>
          <a:p>
            <a:pPr marL="228600" marR="0" lvl="0" indent="-228600" algn="l">
              <a:lnSpc>
                <a:spcPct val="100000"/>
              </a:lnSpc>
              <a:spcBef>
                <a:spcPct val="0"/>
              </a:spcBef>
              <a:spcAft>
                <a:spcPct val="0"/>
              </a:spcAft>
              <a:buChar char="•"/>
              <a:defRPr/>
            </a:pPr>
            <a:r>
              <a:rPr lang="es-ES" sz="1800" b="0" i="0" strike="noStrike" cap="none" baseline="0" dirty="0">
                <a:solidFill>
                  <a:srgbClr val="000000"/>
                </a:solidFill>
                <a:effectLst/>
                <a:latin typeface="Segoe UI"/>
                <a:ea typeface="Segoe UI"/>
                <a:cs typeface="Segoe UI"/>
              </a:rPr>
              <a:t>Los pesos ajustan la influencia: </a:t>
            </a:r>
            <a:r>
              <a:rPr lang="es-ES" sz="1800" b="0" i="0" strike="noStrike" cap="none" baseline="0" dirty="0">
                <a:solidFill>
                  <a:srgbClr val="000000"/>
                </a:solidFill>
                <a:effectLst/>
                <a:latin typeface="Consolas"/>
                <a:ea typeface="Consolas"/>
                <a:cs typeface="Consolas"/>
              </a:rPr>
              <a:t>[2, 1]</a:t>
            </a:r>
            <a:r>
              <a:rPr lang="es-ES" sz="1800" b="0" i="0" strike="noStrike" cap="none" baseline="0" dirty="0">
                <a:solidFill>
                  <a:srgbClr val="000000"/>
                </a:solidFill>
                <a:effectLst/>
                <a:latin typeface="Segoe UI"/>
                <a:ea typeface="Segoe UI"/>
                <a:cs typeface="Segoe UI"/>
              </a:rPr>
              <a:t> favorece el vector</a:t>
            </a:r>
            <a:endParaRPr lang="en-US" sz="1800" b="0" i="0" u="none" strike="noStrike" cap="none" spc="0" dirty="0">
              <a:solidFill>
                <a:schemeClr val="tx1"/>
              </a:solidFill>
              <a:latin typeface="Segoe UI"/>
              <a:cs typeface="Segoe UI"/>
            </a:endParaRPr>
          </a:p>
          <a:p>
            <a:pPr marL="228600" marR="0" lvl="0" indent="-228600" algn="l">
              <a:lnSpc>
                <a:spcPct val="100000"/>
              </a:lnSpc>
              <a:spcBef>
                <a:spcPct val="0"/>
              </a:spcBef>
              <a:spcAft>
                <a:spcPct val="0"/>
              </a:spcAft>
              <a:buChar char="•"/>
              <a:defRPr/>
            </a:pPr>
            <a:r>
              <a:rPr lang="es-ES" sz="1800" b="0" i="0" strike="noStrike" cap="none" baseline="0" dirty="0">
                <a:solidFill>
                  <a:srgbClr val="000000"/>
                </a:solidFill>
                <a:effectLst/>
                <a:latin typeface="Segoe UI"/>
                <a:ea typeface="Segoe UI"/>
                <a:cs typeface="Segoe UI"/>
              </a:rPr>
              <a:t>Ideal para códigos de error, nombres de producto + lenguaje natural</a:t>
            </a:r>
            <a:endParaRPr lang="en-US" sz="1800" b="0" i="0" u="none" strike="noStrike" cap="none" spc="0" dirty="0">
              <a:solidFill>
                <a:schemeClr val="tx1"/>
              </a:solidFill>
              <a:latin typeface="Segoe UI"/>
              <a:cs typeface="Segoe UI"/>
            </a:endParaRP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1724747" name="Title 1"/>
          <p:cNvSpPr>
            <a:spLocks noGrp="1"/>
          </p:cNvSpPr>
          <p:nvPr>
            <p:ph type="title"/>
          </p:nvPr>
        </p:nvSpPr>
        <p:spPr bwMode="auto"/>
        <p:txBody>
          <a:bodyPr/>
          <a:lstStyle/>
          <a:p>
            <a:pPr>
              <a:defRPr/>
            </a:pPr>
            <a:r>
              <a:rPr lang="es-ES" sz="3200" b="0" i="0" strike="noStrike" cap="none" baseline="0">
                <a:solidFill>
                  <a:srgbClr val="000000"/>
                </a:solidFill>
                <a:effectLst/>
                <a:latin typeface="Segoe UI Semibold"/>
                <a:ea typeface="Segoe UI Semibold"/>
                <a:cs typeface="Segoe UI Semibold"/>
              </a:rPr>
              <a:t>Uso de la fuente de cambios para desencadenar la actualización de inserción</a:t>
            </a:r>
            <a:endParaRPr/>
          </a:p>
        </p:txBody>
      </p:sp>
      <p:sp>
        <p:nvSpPr>
          <p:cNvPr id="2016174857" name="TextBox 2"/>
          <p:cNvSpPr txBox="1"/>
          <p:nvPr/>
        </p:nvSpPr>
        <p:spPr bwMode="auto">
          <a:xfrm>
            <a:off x="457200" y="1225296"/>
            <a:ext cx="6423660" cy="5145024"/>
          </a:xfrm>
          <a:prstGeom prst="rect">
            <a:avLst/>
          </a:prstGeom>
          <a:noFill/>
        </p:spPr>
        <p:txBody>
          <a:bodyPr rot="0" spcFirstLastPara="0" vertOverflow="overflow" horzOverflow="overflow" vert="horz" wrap="square" lIns="91440" tIns="0" rIns="0" bIns="0" numCol="1" spcCol="0" rtlCol="0" fromWordArt="0" anchor="t" anchorCtr="0" forceAA="0" compatLnSpc="1">
            <a:prstTxWarp prst="textNoShape">
              <a:avLst/>
            </a:prstTxWarp>
            <a:noAutofit/>
          </a:bodyPr>
          <a:lstStyle/>
          <a:p>
            <a:pPr marL="0" lvl="0" indent="0">
              <a:lnSpc>
                <a:spcPct val="100000"/>
              </a:lnSpc>
              <a:spcBef>
                <a:spcPct val="0"/>
              </a:spcBef>
              <a:spcAft>
                <a:spcPts val="719"/>
              </a:spcAft>
              <a:buNone/>
              <a:defRPr/>
            </a:pPr>
            <a:r>
              <a:rPr lang="es-ES" sz="1800" b="1" i="0" strike="noStrike" cap="none" baseline="0" dirty="0">
                <a:solidFill>
                  <a:srgbClr val="000000"/>
                </a:solidFill>
                <a:effectLst/>
                <a:latin typeface="Segoe UI"/>
                <a:ea typeface="Segoe UI"/>
                <a:cs typeface="Segoe UI"/>
              </a:rPr>
              <a:t>Modelo de inserción (Azure </a:t>
            </a:r>
            <a:r>
              <a:rPr lang="es-ES" sz="1800" b="1" i="0" strike="noStrike" cap="none" baseline="0" dirty="0" err="1">
                <a:solidFill>
                  <a:srgbClr val="000000"/>
                </a:solidFill>
                <a:effectLst/>
                <a:latin typeface="Segoe UI"/>
                <a:ea typeface="Segoe UI"/>
                <a:cs typeface="Segoe UI"/>
              </a:rPr>
              <a:t>Functions</a:t>
            </a:r>
            <a:r>
              <a:rPr lang="es-ES" sz="1800" b="1" i="0" strike="noStrike" cap="none" baseline="0" dirty="0">
                <a:solidFill>
                  <a:srgbClr val="000000"/>
                </a:solidFill>
                <a:effectLst/>
                <a:latin typeface="Segoe UI"/>
                <a:ea typeface="Segoe UI"/>
                <a:cs typeface="Segoe UI"/>
              </a:rPr>
              <a:t>)</a:t>
            </a:r>
            <a:endParaRPr sz="2000" dirty="0"/>
          </a:p>
          <a:p>
            <a:pPr marL="228600" marR="0" lvl="0" indent="-228600" algn="l">
              <a:lnSpc>
                <a:spcPct val="100000"/>
              </a:lnSpc>
              <a:spcBef>
                <a:spcPct val="0"/>
              </a:spcBef>
              <a:spcAft>
                <a:spcPct val="0"/>
              </a:spcAft>
              <a:buChar char="•"/>
              <a:defRPr/>
            </a:pPr>
            <a:r>
              <a:rPr lang="es-ES" sz="1800" b="0" i="0" strike="noStrike" cap="none" baseline="0" dirty="0">
                <a:solidFill>
                  <a:srgbClr val="000000"/>
                </a:solidFill>
                <a:effectLst/>
                <a:latin typeface="Segoe UI"/>
                <a:ea typeface="Segoe UI"/>
                <a:cs typeface="Segoe UI"/>
              </a:rPr>
              <a:t>El desencadenador de Cosmos DB entrega automáticamente los cambios</a:t>
            </a:r>
            <a:endParaRPr lang="en-US" sz="1800" b="0" i="0" u="none" strike="noStrike" cap="none" spc="0" dirty="0">
              <a:solidFill>
                <a:schemeClr val="tx1"/>
              </a:solidFill>
              <a:latin typeface="Segoe UI"/>
              <a:cs typeface="Segoe UI"/>
            </a:endParaRPr>
          </a:p>
          <a:p>
            <a:pPr marL="228600" marR="0" lvl="0" indent="-228600" algn="l">
              <a:lnSpc>
                <a:spcPct val="100000"/>
              </a:lnSpc>
              <a:spcBef>
                <a:spcPct val="0"/>
              </a:spcBef>
              <a:spcAft>
                <a:spcPct val="0"/>
              </a:spcAft>
              <a:buChar char="•"/>
              <a:defRPr/>
            </a:pPr>
            <a:r>
              <a:rPr lang="es-ES" sz="1800" b="0" i="0" strike="noStrike" cap="none" baseline="0" dirty="0">
                <a:solidFill>
                  <a:srgbClr val="000000"/>
                </a:solidFill>
                <a:effectLst/>
                <a:latin typeface="Segoe UI"/>
                <a:ea typeface="Segoe UI"/>
                <a:cs typeface="Segoe UI"/>
              </a:rPr>
              <a:t>El contenedor de concesión realiza un seguimiento de las particiones y los puntos de control</a:t>
            </a:r>
            <a:endParaRPr lang="en-US" sz="1800" b="0" i="0" u="none" strike="noStrike" cap="none" spc="0" dirty="0">
              <a:solidFill>
                <a:schemeClr val="tx1"/>
              </a:solidFill>
              <a:latin typeface="Segoe UI"/>
              <a:cs typeface="Segoe UI"/>
            </a:endParaRPr>
          </a:p>
          <a:p>
            <a:pPr marL="228600" marR="0" lvl="0" indent="-228600" algn="l">
              <a:lnSpc>
                <a:spcPct val="100000"/>
              </a:lnSpc>
              <a:spcBef>
                <a:spcPct val="0"/>
              </a:spcBef>
              <a:spcAft>
                <a:spcPct val="0"/>
              </a:spcAft>
              <a:buChar char="•"/>
              <a:defRPr/>
            </a:pPr>
            <a:r>
              <a:rPr lang="es-ES" sz="1800" b="0" i="0" strike="noStrike" cap="none" baseline="0" dirty="0">
                <a:solidFill>
                  <a:srgbClr val="000000"/>
                </a:solidFill>
                <a:effectLst/>
                <a:latin typeface="Segoe UI"/>
                <a:ea typeface="Segoe UI"/>
                <a:cs typeface="Segoe UI"/>
              </a:rPr>
              <a:t>Controla la conmutación por error y el escalado horizontal</a:t>
            </a:r>
            <a:endParaRPr sz="2000" dirty="0"/>
          </a:p>
          <a:p>
            <a:pPr marL="0" marR="0" lvl="0" indent="0" algn="l">
              <a:lnSpc>
                <a:spcPct val="100000"/>
              </a:lnSpc>
              <a:spcBef>
                <a:spcPts val="719"/>
              </a:spcBef>
              <a:spcAft>
                <a:spcPts val="719"/>
              </a:spcAft>
              <a:buNone/>
              <a:defRPr/>
            </a:pPr>
            <a:r>
              <a:rPr lang="es-ES" sz="1800" b="1" i="0" strike="noStrike" cap="none" baseline="0" dirty="0">
                <a:solidFill>
                  <a:srgbClr val="000000"/>
                </a:solidFill>
                <a:effectLst/>
                <a:latin typeface="Segoe UI"/>
                <a:ea typeface="Segoe UI"/>
                <a:cs typeface="Segoe UI"/>
              </a:rPr>
              <a:t>Actualización selectiva</a:t>
            </a:r>
            <a:endParaRPr sz="2000" dirty="0"/>
          </a:p>
          <a:p>
            <a:pPr marL="228600" marR="0" lvl="0" indent="-228600" algn="l">
              <a:lnSpc>
                <a:spcPct val="100000"/>
              </a:lnSpc>
              <a:spcBef>
                <a:spcPct val="0"/>
              </a:spcBef>
              <a:spcAft>
                <a:spcPct val="0"/>
              </a:spcAft>
              <a:buChar char="•"/>
              <a:defRPr/>
            </a:pPr>
            <a:r>
              <a:rPr lang="es-ES" sz="1800" b="0" i="0" strike="noStrike" cap="none" baseline="0" dirty="0">
                <a:solidFill>
                  <a:srgbClr val="000000"/>
                </a:solidFill>
                <a:effectLst/>
                <a:latin typeface="Segoe UI"/>
                <a:ea typeface="Segoe UI"/>
                <a:cs typeface="Segoe UI"/>
              </a:rPr>
              <a:t>Campos de contenido Hash para detectar cambios significativos</a:t>
            </a:r>
            <a:endParaRPr lang="en-US" sz="1800" b="0" i="0" u="none" strike="noStrike" cap="none" spc="0" dirty="0">
              <a:solidFill>
                <a:schemeClr val="tx1"/>
              </a:solidFill>
              <a:latin typeface="Segoe UI"/>
              <a:cs typeface="Segoe UI"/>
            </a:endParaRPr>
          </a:p>
          <a:p>
            <a:pPr marL="228600" marR="0" lvl="0" indent="-228600" algn="l">
              <a:lnSpc>
                <a:spcPct val="100000"/>
              </a:lnSpc>
              <a:spcBef>
                <a:spcPct val="0"/>
              </a:spcBef>
              <a:spcAft>
                <a:spcPct val="0"/>
              </a:spcAft>
              <a:buChar char="•"/>
              <a:defRPr/>
            </a:pPr>
            <a:r>
              <a:rPr lang="es-ES" sz="1800" b="0" i="0" strike="noStrike" cap="none" baseline="0" dirty="0">
                <a:solidFill>
                  <a:srgbClr val="000000"/>
                </a:solidFill>
                <a:effectLst/>
                <a:latin typeface="Segoe UI"/>
                <a:ea typeface="Segoe UI"/>
                <a:cs typeface="Segoe UI"/>
              </a:rPr>
              <a:t>Las actualizaciones de solo metadatos omiten la regeneración de inserción</a:t>
            </a:r>
            <a:endParaRPr lang="en-US" sz="1800" b="0" i="0" u="none" strike="noStrike" cap="none" spc="0" dirty="0">
              <a:solidFill>
                <a:schemeClr val="tx1"/>
              </a:solidFill>
              <a:latin typeface="Segoe UI"/>
              <a:cs typeface="Segoe UI"/>
            </a:endParaRPr>
          </a:p>
          <a:p>
            <a:pPr marL="228600" marR="0" lvl="0" indent="-228600" algn="l">
              <a:lnSpc>
                <a:spcPct val="100000"/>
              </a:lnSpc>
              <a:spcBef>
                <a:spcPct val="0"/>
              </a:spcBef>
              <a:spcAft>
                <a:spcPct val="0"/>
              </a:spcAft>
              <a:buChar char="•"/>
              <a:defRPr/>
            </a:pPr>
            <a:r>
              <a:rPr lang="es-ES" sz="1800" b="0" i="0" strike="noStrike" cap="none" baseline="0" dirty="0">
                <a:solidFill>
                  <a:srgbClr val="000000"/>
                </a:solidFill>
                <a:effectLst/>
                <a:latin typeface="Segoe UI"/>
                <a:ea typeface="Segoe UI"/>
                <a:cs typeface="Segoe UI"/>
              </a:rPr>
              <a:t>Llamadas API de inserción por lotes para escenarios de gran volumen</a:t>
            </a:r>
            <a:endParaRPr sz="2000" dirty="0"/>
          </a:p>
          <a:p>
            <a:pPr marL="0" marR="0" lvl="0" indent="0" algn="l">
              <a:lnSpc>
                <a:spcPct val="100000"/>
              </a:lnSpc>
              <a:spcBef>
                <a:spcPts val="719"/>
              </a:spcBef>
              <a:spcAft>
                <a:spcPts val="719"/>
              </a:spcAft>
              <a:buNone/>
              <a:defRPr/>
            </a:pPr>
            <a:r>
              <a:rPr lang="es-ES" sz="1800" b="1" i="0" strike="noStrike" cap="none" baseline="0" dirty="0">
                <a:solidFill>
                  <a:srgbClr val="000000"/>
                </a:solidFill>
                <a:effectLst/>
                <a:latin typeface="Segoe UI"/>
                <a:ea typeface="Segoe UI"/>
                <a:cs typeface="Segoe UI"/>
              </a:rPr>
              <a:t>Control de errores</a:t>
            </a:r>
            <a:endParaRPr sz="2000" dirty="0"/>
          </a:p>
          <a:p>
            <a:pPr marL="228600" marR="0" lvl="0" indent="-228600" algn="l">
              <a:lnSpc>
                <a:spcPct val="100000"/>
              </a:lnSpc>
              <a:spcBef>
                <a:spcPct val="0"/>
              </a:spcBef>
              <a:spcAft>
                <a:spcPct val="0"/>
              </a:spcAft>
              <a:buChar char="•"/>
              <a:defRPr/>
            </a:pPr>
            <a:r>
              <a:rPr lang="es-ES" sz="1800" b="0" i="0" strike="noStrike" cap="none" baseline="0" dirty="0">
                <a:solidFill>
                  <a:srgbClr val="000000"/>
                </a:solidFill>
                <a:effectLst/>
                <a:latin typeface="Segoe UI"/>
                <a:ea typeface="Segoe UI"/>
                <a:cs typeface="Segoe UI"/>
              </a:rPr>
              <a:t>El procesamiento debe ser idempotente</a:t>
            </a:r>
            <a:endParaRPr lang="en-US" sz="1800" b="0" i="0" u="none" strike="noStrike" cap="none" spc="0" dirty="0">
              <a:solidFill>
                <a:schemeClr val="tx1"/>
              </a:solidFill>
              <a:latin typeface="Segoe UI"/>
              <a:cs typeface="Segoe UI"/>
            </a:endParaRPr>
          </a:p>
          <a:p>
            <a:pPr marL="228600" marR="0" lvl="0" indent="-228600" algn="l">
              <a:lnSpc>
                <a:spcPct val="100000"/>
              </a:lnSpc>
              <a:spcBef>
                <a:spcPct val="0"/>
              </a:spcBef>
              <a:spcAft>
                <a:spcPct val="0"/>
              </a:spcAft>
              <a:buChar char="•"/>
              <a:defRPr/>
            </a:pPr>
            <a:r>
              <a:rPr lang="es-ES" sz="1800" b="0" i="0" strike="noStrike" cap="none" baseline="0" dirty="0">
                <a:solidFill>
                  <a:srgbClr val="000000"/>
                </a:solidFill>
                <a:effectLst/>
                <a:latin typeface="Segoe UI"/>
                <a:ea typeface="Segoe UI"/>
                <a:cs typeface="Segoe UI"/>
              </a:rPr>
              <a:t>Control de documentos eliminados correctamente</a:t>
            </a:r>
            <a:endParaRPr sz="2000" dirty="0"/>
          </a:p>
          <a:p>
            <a:pPr marL="228600" indent="-228600">
              <a:buFont typeface="Arial"/>
              <a:buChar char="•"/>
              <a:defRPr/>
            </a:pPr>
            <a:r>
              <a:rPr lang="es-ES" sz="1800" b="0" i="0" strike="noStrike" cap="none" baseline="0" dirty="0">
                <a:solidFill>
                  <a:srgbClr val="000000"/>
                </a:solidFill>
                <a:effectLst/>
                <a:latin typeface="Segoe UI"/>
                <a:ea typeface="Segoe UI"/>
                <a:cs typeface="Segoe UI"/>
              </a:rPr>
              <a:t>Uso de colas de mensajes fallidos para errores persistentes</a:t>
            </a:r>
            <a:endParaRPr dirty="0">
              <a:latin typeface="Segoe UI"/>
              <a:cs typeface="Segoe UI"/>
            </a:endParaRPr>
          </a:p>
        </p:txBody>
      </p:sp>
      <p:pic>
        <p:nvPicPr>
          <p:cNvPr id="737912748" name="Picture 1" descr="Diagram showing change feed embedding refresh flow: a document update triggers the change feed ordered log, which invokes an Azure Function with Cosmos DB trigger that regenerates the embedding and upserts the updated document back, with a lease container tracking progress&#10;"/>
          <p:cNvPicPr>
            <a:picLocks noGrp="1" noChangeAspect="1"/>
          </p:cNvPicPr>
          <p:nvPr/>
        </p:nvPicPr>
        <p:blipFill>
          <a:blip>
            <a:extLst>
              <a:ext uri="{96DAC541-7B7A-43D3-8B79-37D633B846F1}">
                <asvg:svgBlip xmlns:asvg="http://schemas.microsoft.com/office/drawing/2016/SVG/main" r:embed="rId3"/>
              </a:ext>
            </a:extLst>
          </a:blip>
          <a:stretch>
            <a:fillRect/>
          </a:stretch>
        </p:blipFill>
        <p:spPr bwMode="auto">
          <a:xfrm>
            <a:off x="7324343" y="1051559"/>
            <a:ext cx="3639312" cy="5074920"/>
          </a:xfrm>
          <a:prstGeom prst="rect">
            <a:avLst/>
          </a:prstGeom>
          <a:noFill/>
          <a:ln w="9525">
            <a:noFill/>
          </a:ln>
        </p:spPr>
      </p:pic>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65722222" name="Title 1"/>
          <p:cNvSpPr>
            <a:spLocks noGrp="1"/>
          </p:cNvSpPr>
          <p:nvPr>
            <p:ph type="title"/>
          </p:nvPr>
        </p:nvSpPr>
        <p:spPr bwMode="auto">
          <a:xfrm>
            <a:off x="588261" y="585216"/>
            <a:ext cx="5653640" cy="426720"/>
          </a:xfrm>
        </p:spPr>
        <p:txBody>
          <a:bodyPr/>
          <a:lstStyle/>
          <a:p>
            <a:pPr>
              <a:defRPr/>
            </a:pPr>
            <a:r>
              <a:rPr lang="es-ES" sz="2800" b="0" i="0" strike="noStrike" cap="none" baseline="0">
                <a:solidFill>
                  <a:srgbClr val="000000"/>
                </a:solidFill>
                <a:effectLst/>
                <a:latin typeface="Segoe UI Semibold"/>
                <a:ea typeface="Segoe UI Semibold"/>
                <a:cs typeface="Segoe UI Semibold"/>
              </a:rPr>
              <a:t>Ejercicio</a:t>
            </a:r>
            <a:endParaRPr sz="2800"/>
          </a:p>
        </p:txBody>
      </p:sp>
      <p:pic>
        <p:nvPicPr>
          <p:cNvPr id="962161890" name="Picture Placeholder 6">
            <a:extLst>
              <a:ext uri="{C183D7F6-B498-43B3-948B-1728B52AA6E4}">
                <adec:decorative xmlns:adec="http://schemas.microsoft.com/office/drawing/2017/decorative" val="1"/>
              </a:ext>
            </a:extLst>
          </p:cNvPr>
          <p:cNvPicPr>
            <a:picLocks noGrp="1" noChangeAspect="1"/>
          </p:cNvPicPr>
          <p:nvPr>
            <p:ph type="pic" sz="quarter" idx="20"/>
          </p:nvPr>
        </p:nvPicPr>
        <p:blipFill>
          <a:blip r:embed="rId3"/>
          <a:srcRect l="118" r="117"/>
          <a:stretch>
            <a:fillRect/>
          </a:stretch>
        </p:blipFill>
        <p:spPr bwMode="ltGray">
          <a:xfrm>
            <a:off x="7724773" y="2043463"/>
            <a:ext cx="4467224" cy="3307645"/>
          </a:xfrm>
          <a:prstGeom prst="rect">
            <a:avLst/>
          </a:prstGeom>
          <a:solidFill>
            <a:srgbClr val="F4F4F7"/>
          </a:solidFill>
          <a:ln>
            <a:noFill/>
          </a:ln>
        </p:spPr>
      </p:pic>
      <p:sp>
        <p:nvSpPr>
          <p:cNvPr id="1361556300" name="Text Placeholder 4"/>
          <p:cNvSpPr>
            <a:spLocks noGrp="1"/>
          </p:cNvSpPr>
          <p:nvPr>
            <p:ph type="body" sz="quarter" idx="16"/>
          </p:nvPr>
        </p:nvSpPr>
        <p:spPr bwMode="auto">
          <a:xfrm>
            <a:off x="584199" y="1594154"/>
            <a:ext cx="5654932" cy="731520"/>
          </a:xfrm>
        </p:spPr>
        <p:txBody>
          <a:bodyPr/>
          <a:lstStyle/>
          <a:p>
            <a:pPr>
              <a:defRPr/>
            </a:pPr>
            <a:r>
              <a:rPr lang="es-ES" sz="1600" b="0" i="0" strike="noStrike" cap="none" baseline="0">
                <a:solidFill>
                  <a:srgbClr val="000000"/>
                </a:solidFill>
                <a:effectLst/>
                <a:latin typeface="Segoe UI Semibold"/>
                <a:ea typeface="Segoe UI Semibold"/>
                <a:cs typeface="Segoe UI Semibold"/>
              </a:rPr>
              <a:t>Creación de una aplicación de búsqueda semántica con Azure Cosmos DB for NoSQL</a:t>
            </a:r>
            <a:endParaRPr lang="en-US"/>
          </a:p>
          <a:p>
            <a:pPr>
              <a:defRPr/>
            </a:pPr>
            <a:endParaRPr lang="en-US"/>
          </a:p>
        </p:txBody>
      </p:sp>
      <p:sp>
        <p:nvSpPr>
          <p:cNvPr id="1819634493" name="Text Placeholder 61"/>
          <p:cNvSpPr>
            <a:spLocks noGrp="1"/>
          </p:cNvSpPr>
          <p:nvPr>
            <p:ph type="body" sz="quarter" idx="15"/>
          </p:nvPr>
        </p:nvSpPr>
        <p:spPr bwMode="auto">
          <a:xfrm>
            <a:off x="579438" y="2501491"/>
            <a:ext cx="5653806" cy="2194560"/>
          </a:xfrm>
        </p:spPr>
        <p:txBody>
          <a:bodyPr vert="horz" wrap="square" lIns="0" tIns="0" rIns="0" bIns="0" rtlCol="0" anchor="t">
            <a:spAutoFit/>
          </a:bodyPr>
          <a:lstStyle/>
          <a:p>
            <a:pPr marL="0" indent="0">
              <a:buNone/>
              <a:defRPr/>
            </a:pPr>
            <a:r>
              <a:rPr lang="es-ES" sz="1600" b="0" i="0" strike="noStrike" cap="none" baseline="0">
                <a:solidFill>
                  <a:srgbClr val="000000"/>
                </a:solidFill>
                <a:effectLst/>
                <a:latin typeface="Segoe UI"/>
                <a:ea typeface="Segoe UI"/>
                <a:cs typeface="Segoe UI"/>
              </a:rPr>
              <a:t>En este ejercicio, implementarás la búsqueda de similitud vectorial mediante Azure Cosmos DB for NoSQL.</a:t>
            </a:r>
            <a:endParaRPr/>
          </a:p>
          <a:p>
            <a:pPr marL="0" indent="0">
              <a:buNone/>
              <a:defRPr/>
            </a:pPr>
            <a:endParaRPr lang="en-US">
              <a:cs typeface="Segoe UI"/>
            </a:endParaRPr>
          </a:p>
          <a:p>
            <a:pPr marL="0" indent="0">
              <a:buNone/>
              <a:defRPr/>
            </a:pPr>
            <a:r>
              <a:rPr lang="es-ES" sz="1600" b="0" i="0" strike="noStrike" cap="none" baseline="0">
                <a:solidFill>
                  <a:srgbClr val="000000"/>
                </a:solidFill>
                <a:effectLst/>
                <a:latin typeface="Segoe UI Semibold"/>
                <a:ea typeface="Segoe UI Semibold"/>
                <a:cs typeface="Segoe UI Semibold"/>
              </a:rPr>
              <a:t>Tiempo estimado: </a:t>
            </a:r>
            <a:r>
              <a:rPr lang="es-ES" sz="1600" b="0" i="0" strike="noStrike" cap="none" baseline="0">
                <a:solidFill>
                  <a:srgbClr val="000000"/>
                </a:solidFill>
                <a:effectLst/>
                <a:latin typeface="Segoe UI"/>
                <a:ea typeface="Segoe UI"/>
                <a:cs typeface="Segoe UI"/>
              </a:rPr>
              <a:t>30 minutos</a:t>
            </a:r>
            <a:endParaRPr/>
          </a:p>
          <a:p>
            <a:pPr>
              <a:defRPr/>
            </a:pPr>
            <a:endParaRPr lang="en-US">
              <a:cs typeface="Segoe UI"/>
            </a:endParaRPr>
          </a:p>
          <a:p>
            <a:pPr marL="0" indent="0">
              <a:buNone/>
              <a:defRPr/>
            </a:pPr>
            <a:r>
              <a:rPr lang="es-ES" sz="1600" b="0" i="0" strike="noStrike" cap="none" baseline="0">
                <a:solidFill>
                  <a:srgbClr val="000000"/>
                </a:solidFill>
                <a:effectLst/>
                <a:latin typeface="Segoe UI"/>
                <a:ea typeface="Segoe UI"/>
                <a:cs typeface="Segoe UI"/>
              </a:rPr>
              <a:t>Inicia el ejercicio en:</a:t>
            </a:r>
            <a:endParaRPr lang="en-US"/>
          </a:p>
          <a:p>
            <a:pPr marL="0" indent="0">
              <a:buNone/>
              <a:defRPr/>
            </a:pPr>
            <a:r>
              <a:rPr lang="es-ES" sz="1600" b="0" i="0" u="sng" strike="noStrike" cap="none" baseline="0">
                <a:solidFill>
                  <a:srgbClr val="000000"/>
                </a:solidFill>
                <a:effectLst/>
                <a:uFill>
                  <a:solidFill>
                    <a:srgbClr val="000000"/>
                  </a:solidFill>
                </a:uFill>
                <a:latin typeface="Segoe UI"/>
                <a:ea typeface="Segoe UI"/>
                <a:cs typeface="Segoe UI"/>
                <a:hlinkClick r:id="rId4" history="0"/>
              </a:rPr>
              <a:t>https://go.microsoft.com/fwlink/?linkid=2350601</a:t>
            </a:r>
            <a:endParaRPr/>
          </a:p>
          <a:p>
            <a:pPr marL="0" indent="0">
              <a:buNone/>
              <a:defRPr/>
            </a:pPr>
            <a:endParaRPr lang="en-US"/>
          </a:p>
        </p:txBody>
      </p:sp>
      <p:sp>
        <p:nvSpPr>
          <p:cNvPr id="1040652828" name="Flowchart: Off-page Connector 7"/>
          <p:cNvSpPr/>
          <p:nvPr/>
        </p:nvSpPr>
        <p:spPr bwMode="auto">
          <a:xfrm rot="5400000">
            <a:off x="6119823" y="2297180"/>
            <a:ext cx="1865376" cy="3566160"/>
          </a:xfrm>
          <a:prstGeom prst="flowChartOffpageConnector">
            <a:avLst/>
          </a:prstGeom>
          <a:solidFill>
            <a:schemeClr val="accent3">
              <a:lumMod val="75000"/>
            </a:schemeClr>
          </a:solidFill>
          <a:ln>
            <a:noFill/>
            <a:headEnd type="none" w="med" len="med"/>
            <a:tailEnd type="none" w="med" len="med"/>
          </a:ln>
          <a:effectLst>
            <a:outerShdw blurRad="3175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vert270" wrap="square" lIns="274320" tIns="585216" rIns="274320" bIns="182880" numCol="1" spcCol="0" rtlCol="0" fromWordArt="0" anchor="ctr" anchorCtr="0" forceAA="0" compatLnSpc="1">
            <a:prstTxWarp prst="textNoShape">
              <a:avLst/>
            </a:prstTxWarp>
            <a:noAutofit/>
          </a:bodyPr>
          <a:lstStyle>
            <a:defPPr>
              <a:defRPr lang="en-US"/>
            </a:defPPr>
            <a:lvl1pPr marL="0" algn="l" defTabSz="914366" rtl="0">
              <a:defRPr sz="1750">
                <a:solidFill>
                  <a:schemeClr val="lt1"/>
                </a:solidFill>
                <a:latin typeface="+mn-lt"/>
                <a:ea typeface="+mn-ea"/>
                <a:cs typeface="+mn-cs"/>
              </a:defRPr>
            </a:lvl1pPr>
            <a:lvl2pPr marL="457182" algn="l" defTabSz="914366" rtl="0">
              <a:defRPr sz="1750">
                <a:solidFill>
                  <a:schemeClr val="lt1"/>
                </a:solidFill>
                <a:latin typeface="+mn-lt"/>
                <a:ea typeface="+mn-ea"/>
                <a:cs typeface="+mn-cs"/>
              </a:defRPr>
            </a:lvl2pPr>
            <a:lvl3pPr marL="914366" algn="l" defTabSz="914366" rtl="0">
              <a:defRPr sz="1750">
                <a:solidFill>
                  <a:schemeClr val="lt1"/>
                </a:solidFill>
                <a:latin typeface="+mn-lt"/>
                <a:ea typeface="+mn-ea"/>
                <a:cs typeface="+mn-cs"/>
              </a:defRPr>
            </a:lvl3pPr>
            <a:lvl4pPr marL="1371549" algn="l" defTabSz="914366" rtl="0">
              <a:defRPr sz="1750">
                <a:solidFill>
                  <a:schemeClr val="lt1"/>
                </a:solidFill>
                <a:latin typeface="+mn-lt"/>
                <a:ea typeface="+mn-ea"/>
                <a:cs typeface="+mn-cs"/>
              </a:defRPr>
            </a:lvl4pPr>
            <a:lvl5pPr marL="1828733" algn="l" defTabSz="914366" rtl="0">
              <a:defRPr sz="1750">
                <a:solidFill>
                  <a:schemeClr val="lt1"/>
                </a:solidFill>
                <a:latin typeface="+mn-lt"/>
                <a:ea typeface="+mn-ea"/>
                <a:cs typeface="+mn-cs"/>
              </a:defRPr>
            </a:lvl5pPr>
            <a:lvl6pPr marL="2285917" algn="l" defTabSz="914366" rtl="0">
              <a:defRPr sz="1750">
                <a:solidFill>
                  <a:schemeClr val="lt1"/>
                </a:solidFill>
                <a:latin typeface="+mn-lt"/>
                <a:ea typeface="+mn-ea"/>
                <a:cs typeface="+mn-cs"/>
              </a:defRPr>
            </a:lvl6pPr>
            <a:lvl7pPr marL="2743101" algn="l" defTabSz="914366" rtl="0">
              <a:defRPr sz="1750">
                <a:solidFill>
                  <a:schemeClr val="lt1"/>
                </a:solidFill>
                <a:latin typeface="+mn-lt"/>
                <a:ea typeface="+mn-ea"/>
                <a:cs typeface="+mn-cs"/>
              </a:defRPr>
            </a:lvl7pPr>
            <a:lvl8pPr marL="3200283" algn="l" defTabSz="914366" rtl="0">
              <a:defRPr sz="1750">
                <a:solidFill>
                  <a:schemeClr val="lt1"/>
                </a:solidFill>
                <a:latin typeface="+mn-lt"/>
                <a:ea typeface="+mn-ea"/>
                <a:cs typeface="+mn-cs"/>
              </a:defRPr>
            </a:lvl8pPr>
            <a:lvl9pPr marL="3657468" algn="l" defTabSz="914366" rtl="0">
              <a:defRPr sz="1750">
                <a:solidFill>
                  <a:schemeClr val="lt1"/>
                </a:solidFill>
                <a:latin typeface="+mn-lt"/>
                <a:ea typeface="+mn-ea"/>
                <a:cs typeface="+mn-cs"/>
              </a:defRPr>
            </a:lvl9pPr>
          </a:lstStyle>
          <a:p>
            <a:pPr marL="0" marR="0" lvl="0" indent="0" algn="l" defTabSz="932472" rtl="0">
              <a:lnSpc>
                <a:spcPct val="100000"/>
              </a:lnSpc>
              <a:spcBef>
                <a:spcPct val="0"/>
              </a:spcBef>
              <a:spcAft>
                <a:spcPts val="599"/>
              </a:spcAft>
              <a:buClrTx/>
              <a:buSzTx/>
              <a:buFontTx/>
              <a:buNone/>
              <a:defRPr/>
            </a:pPr>
            <a:r>
              <a:rPr lang="es-ES" sz="1600" b="1" i="0" strike="noStrike" cap="none" baseline="0" dirty="0">
                <a:solidFill>
                  <a:srgbClr val="000000"/>
                </a:solidFill>
                <a:effectLst/>
                <a:latin typeface="Segoe UI Semibold"/>
                <a:ea typeface="Segoe UI Semibold"/>
                <a:cs typeface="Segoe UI Semibold"/>
              </a:rPr>
              <a:t>Instructores: </a:t>
            </a:r>
            <a:endParaRPr lang="en-US" sz="1200" b="1" i="0" u="none" strike="noStrike" cap="none" spc="0" dirty="0">
              <a:ln>
                <a:noFill/>
              </a:ln>
              <a:solidFill>
                <a:srgbClr val="000000"/>
              </a:solidFill>
              <a:latin typeface="Segoe UI Semibold"/>
              <a:ea typeface="Segoe UI"/>
              <a:cs typeface="Segoe UI"/>
            </a:endParaRPr>
          </a:p>
          <a:p>
            <a:pPr marL="0" marR="0" lvl="0" indent="0" algn="l" defTabSz="932472" rtl="0">
              <a:lnSpc>
                <a:spcPct val="100000"/>
              </a:lnSpc>
              <a:spcBef>
                <a:spcPct val="0"/>
              </a:spcBef>
              <a:spcAft>
                <a:spcPts val="599"/>
              </a:spcAft>
              <a:buClrTx/>
              <a:buSzTx/>
              <a:buFontTx/>
              <a:buNone/>
              <a:defRPr/>
            </a:pPr>
            <a:r>
              <a:rPr lang="es-ES" sz="1200" b="0" i="0" strike="noStrike" cap="none" baseline="0" dirty="0">
                <a:solidFill>
                  <a:srgbClr val="000000"/>
                </a:solidFill>
                <a:effectLst/>
                <a:latin typeface="Segoe UI"/>
                <a:ea typeface="Segoe UI"/>
                <a:cs typeface="Segoe UI"/>
              </a:rPr>
              <a:t>Personaliza esta diapositiva para incluir el vínculo al entorno de laboratorio hospedado y las instrucciones personalizadas.</a:t>
            </a:r>
            <a:endParaRPr sz="1600" dirty="0"/>
          </a:p>
          <a:p>
            <a:pPr marL="0" marR="0" lvl="0" indent="0" algn="l" defTabSz="932472" rtl="0">
              <a:lnSpc>
                <a:spcPct val="100000"/>
              </a:lnSpc>
              <a:spcBef>
                <a:spcPct val="0"/>
              </a:spcBef>
              <a:spcAft>
                <a:spcPts val="599"/>
              </a:spcAft>
              <a:buClrTx/>
              <a:buSzTx/>
              <a:buFontTx/>
              <a:buNone/>
              <a:defRPr/>
            </a:pPr>
            <a:r>
              <a:rPr lang="es-ES" sz="1200" b="0" i="0" strike="noStrike" cap="none" baseline="0" dirty="0">
                <a:solidFill>
                  <a:srgbClr val="000000"/>
                </a:solidFill>
                <a:effectLst/>
                <a:latin typeface="Segoe UI"/>
                <a:ea typeface="Segoe UI"/>
                <a:cs typeface="Segoe UI"/>
              </a:rPr>
              <a:t>(a continuación, quita esta flecha)</a:t>
            </a:r>
            <a:endParaRPr sz="1600" dirty="0"/>
          </a:p>
        </p:txBody>
      </p:sp>
      <p:sp>
        <p:nvSpPr>
          <p:cNvPr id="1938170014" name="Footer Placeholder 4"/>
          <p:cNvSpPr>
            <a:spLocks noGrp="1"/>
          </p:cNvSpPr>
          <p:nvPr>
            <p:ph type="ftr" sz="quarter" idx="3"/>
          </p:nvPr>
        </p:nvSpPr>
        <p:spPr bwMode="auto">
          <a:xfrm>
            <a:off x="579438" y="6421082"/>
            <a:ext cx="4151311" cy="197975"/>
          </a:xfrm>
        </p:spPr>
        <p:txBody>
          <a:bodyPr/>
          <a:lstStyle/>
          <a:p>
            <a:pPr>
              <a:defRPr/>
            </a:pPr>
            <a:r>
              <a:rPr lang="es-ES" sz="1000" b="0" i="0" strike="noStrike" cap="none" baseline="0">
                <a:solidFill>
                  <a:srgbClr val="000000"/>
                </a:solidFill>
                <a:effectLst/>
                <a:latin typeface="Segoe UI"/>
                <a:ea typeface="Segoe UI"/>
                <a:cs typeface="Segoe UI"/>
              </a:rPr>
              <a:t>© Copyright Microsoft Corporation. Todos los derechos reservados.</a:t>
            </a:r>
            <a:endParaRPr/>
          </a:p>
        </p:txBody>
      </p:sp>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96881395" name="Title 4"/>
          <p:cNvSpPr>
            <a:spLocks noGrp="1"/>
          </p:cNvSpPr>
          <p:nvPr>
            <p:ph type="title"/>
          </p:nvPr>
        </p:nvSpPr>
        <p:spPr bwMode="auto"/>
        <p:txBody>
          <a:bodyPr/>
          <a:lstStyle/>
          <a:p>
            <a:pPr>
              <a:defRPr/>
            </a:pPr>
            <a:r>
              <a:rPr lang="es-ES" sz="3200" b="0" i="0" strike="noStrike" cap="none" baseline="0">
                <a:solidFill>
                  <a:srgbClr val="000000"/>
                </a:solidFill>
                <a:effectLst/>
                <a:latin typeface="Segoe UI Semibold"/>
                <a:ea typeface="Segoe UI Semibold"/>
                <a:cs typeface="Segoe UI Semibold"/>
              </a:rPr>
              <a:t>Prueba de conocimientos del módulo 2</a:t>
            </a:r>
            <a:endParaRPr/>
          </a:p>
        </p:txBody>
      </p:sp>
      <p:sp>
        <p:nvSpPr>
          <p:cNvPr id="2037122471" name="Oval 8"/>
          <p:cNvSpPr/>
          <p:nvPr/>
        </p:nvSpPr>
        <p:spPr bwMode="auto">
          <a:xfrm>
            <a:off x="697221" y="1783917"/>
            <a:ext cx="636370" cy="63637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596">
              <a:defRPr/>
            </a:pPr>
            <a:r>
              <a:rPr lang="es-ES" sz="2400" b="1" i="0" strike="noStrike" cap="none" baseline="0">
                <a:solidFill>
                  <a:srgbClr val="FFFFFF"/>
                </a:solidFill>
                <a:effectLst/>
                <a:latin typeface="Segoe UI"/>
                <a:ea typeface="Segoe UI"/>
                <a:cs typeface="Segoe UI"/>
              </a:rPr>
              <a:t>1</a:t>
            </a:r>
            <a:endParaRPr lang="en-IN" sz="2400" b="1">
              <a:solidFill>
                <a:schemeClr val="bg1"/>
              </a:solidFill>
            </a:endParaRPr>
          </a:p>
        </p:txBody>
      </p:sp>
      <p:sp>
        <p:nvSpPr>
          <p:cNvPr id="2071863196" name="Text Placeholder 43"/>
          <p:cNvSpPr txBox="1"/>
          <p:nvPr/>
        </p:nvSpPr>
        <p:spPr bwMode="auto">
          <a:xfrm>
            <a:off x="1641205" y="1783917"/>
            <a:ext cx="9217197" cy="1755210"/>
          </a:xfrm>
          <a:prstGeom prst="rect">
            <a:avLst/>
          </a:prstGeom>
        </p:spPr>
        <p:txBody>
          <a:bodyPr vert="horz" lIns="0" tIns="0" rIns="0" bIns="0" rtlCol="0" anchor="t">
            <a:noAutofit/>
          </a:bodyPr>
          <a:lstStyle>
            <a:lvl1pPr marL="228600" indent="-228600" algn="l" defTabSz="914400" rtl="0">
              <a:lnSpc>
                <a:spcPct val="100000"/>
              </a:lnSpc>
              <a:spcBef>
                <a:spcPct val="0"/>
              </a:spcBef>
              <a:buFont typeface="Arial"/>
              <a:buChar char="•"/>
              <a:defRPr sz="2800">
                <a:solidFill>
                  <a:schemeClr val="tx1"/>
                </a:solidFill>
                <a:latin typeface="Segoe UI"/>
                <a:ea typeface="+mn-ea"/>
                <a:cs typeface="Segoe UI"/>
              </a:defRPr>
            </a:lvl1pPr>
            <a:lvl2pPr marL="574674" indent="-234949" algn="l" defTabSz="914400" rtl="0">
              <a:lnSpc>
                <a:spcPct val="100000"/>
              </a:lnSpc>
              <a:spcBef>
                <a:spcPct val="0"/>
              </a:spcBef>
              <a:buFont typeface="Arial"/>
              <a:buChar char="•"/>
              <a:defRPr sz="2400">
                <a:solidFill>
                  <a:schemeClr val="tx1"/>
                </a:solidFill>
                <a:latin typeface="Segoe UI"/>
                <a:ea typeface="+mn-ea"/>
                <a:cs typeface="Segoe UI"/>
              </a:defRPr>
            </a:lvl2pPr>
            <a:lvl3pPr marL="914400" indent="-227012" algn="l" defTabSz="914400" rtl="0">
              <a:lnSpc>
                <a:spcPct val="100000"/>
              </a:lnSpc>
              <a:spcBef>
                <a:spcPct val="0"/>
              </a:spcBef>
              <a:buFont typeface="Arial"/>
              <a:buChar char="•"/>
              <a:defRPr sz="2000">
                <a:solidFill>
                  <a:schemeClr val="tx1"/>
                </a:solidFill>
                <a:latin typeface="Segoe UI"/>
                <a:ea typeface="+mn-ea"/>
                <a:cs typeface="Segoe UI"/>
              </a:defRPr>
            </a:lvl3pPr>
            <a:lvl4pPr marL="1141412" indent="-169861" algn="l" defTabSz="914400" rtl="0">
              <a:lnSpc>
                <a:spcPct val="100000"/>
              </a:lnSpc>
              <a:spcBef>
                <a:spcPct val="0"/>
              </a:spcBef>
              <a:buFont typeface="Arial"/>
              <a:buChar char="•"/>
              <a:defRPr sz="1800">
                <a:solidFill>
                  <a:schemeClr val="tx1"/>
                </a:solidFill>
                <a:latin typeface="Segoe UI"/>
                <a:ea typeface="+mn-ea"/>
                <a:cs typeface="Segoe UI"/>
              </a:defRPr>
            </a:lvl4pPr>
            <a:lvl5pPr marL="1376361" indent="-179387" algn="l" defTabSz="914400" rtl="0">
              <a:lnSpc>
                <a:spcPct val="100000"/>
              </a:lnSpc>
              <a:spcBef>
                <a:spcPct val="0"/>
              </a:spcBef>
              <a:buFont typeface="Arial"/>
              <a:buChar char="•"/>
              <a:defRPr sz="1800">
                <a:solidFill>
                  <a:schemeClr val="tx1"/>
                </a:solidFill>
                <a:latin typeface="Segoe UI"/>
                <a:ea typeface="+mn-ea"/>
                <a:cs typeface="Segoe UI"/>
              </a:defRPr>
            </a:lvl5pPr>
            <a:lvl6pPr marL="2514599" indent="-228600" algn="l" defTabSz="914400" rtl="0">
              <a:lnSpc>
                <a:spcPct val="90000"/>
              </a:lnSpc>
              <a:spcBef>
                <a:spcPts val="499"/>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499"/>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499"/>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499"/>
              </a:spcBef>
              <a:buFont typeface="Arial"/>
              <a:buChar char="•"/>
              <a:defRPr sz="1800">
                <a:solidFill>
                  <a:schemeClr val="tx1"/>
                </a:solidFill>
                <a:latin typeface="+mn-lt"/>
                <a:ea typeface="+mn-ea"/>
                <a:cs typeface="+mn-cs"/>
              </a:defRPr>
            </a:lvl9pPr>
          </a:lstStyle>
          <a:p>
            <a:pPr marL="0" indent="0">
              <a:lnSpc>
                <a:spcPct val="110000"/>
              </a:lnSpc>
              <a:spcAft>
                <a:spcPts val="599"/>
              </a:spcAft>
              <a:buNone/>
              <a:defRPr/>
            </a:pPr>
            <a:r>
              <a:rPr lang="es-ES" sz="1600" b="0" i="0" strike="noStrike" cap="none" baseline="0">
                <a:solidFill>
                  <a:srgbClr val="000000"/>
                </a:solidFill>
                <a:effectLst/>
                <a:latin typeface="Segoe UI"/>
                <a:ea typeface="Segoe UI"/>
                <a:cs typeface="Segoe UI"/>
              </a:rPr>
              <a:t>Un desarrollador crea un contenedor para documentos con incrustaciones a partir del modelo text-embeding-ada-002. ¿Qué configuración de directiva de vectores es correcta para este modelo?</a:t>
            </a:r>
            <a:endParaRPr sz="2600"/>
          </a:p>
          <a:p>
            <a:pPr marL="228600" marR="0" lvl="0" indent="-228600" algn="l">
              <a:lnSpc>
                <a:spcPct val="100000"/>
              </a:lnSpc>
              <a:spcBef>
                <a:spcPct val="0"/>
              </a:spcBef>
              <a:spcAft>
                <a:spcPct val="0"/>
              </a:spcAft>
              <a:buFont typeface="Arial"/>
              <a:buAutoNum type="alphaUcPeriod"/>
              <a:defRPr/>
            </a:pPr>
            <a:r>
              <a:rPr lang="es-ES" sz="1600" b="0" i="0" strike="noStrike" cap="none" baseline="0">
                <a:solidFill>
                  <a:srgbClr val="000000"/>
                </a:solidFill>
                <a:effectLst/>
                <a:latin typeface="Segoe UI"/>
                <a:ea typeface="Segoe UI"/>
                <a:cs typeface="Segoe UI"/>
              </a:rPr>
              <a:t>Establezca dataType en float32, dimensions en 1536 y distanceFunction en cosine.</a:t>
            </a:r>
            <a:endParaRPr lang="en-US" sz="1600" b="0" i="0" u="none" strike="noStrike" cap="none" spc="0">
              <a:solidFill>
                <a:schemeClr val="tx1"/>
              </a:solidFill>
              <a:latin typeface="Segoe UI"/>
              <a:cs typeface="Segoe UI"/>
            </a:endParaRPr>
          </a:p>
          <a:p>
            <a:pPr marL="228600" marR="0" lvl="0" indent="-228600" algn="l">
              <a:lnSpc>
                <a:spcPct val="100000"/>
              </a:lnSpc>
              <a:spcBef>
                <a:spcPct val="0"/>
              </a:spcBef>
              <a:spcAft>
                <a:spcPct val="0"/>
              </a:spcAft>
              <a:buFont typeface="Arial"/>
              <a:buAutoNum type="alphaUcPeriod"/>
              <a:defRPr/>
            </a:pPr>
            <a:r>
              <a:rPr lang="es-ES" sz="1600" b="0" i="0" strike="noStrike" cap="none" baseline="0">
                <a:solidFill>
                  <a:srgbClr val="000000"/>
                </a:solidFill>
                <a:effectLst/>
                <a:latin typeface="Segoe UI"/>
                <a:ea typeface="Segoe UI"/>
                <a:cs typeface="Segoe UI"/>
              </a:rPr>
              <a:t>Establece dataType en int8, dimensions en 1024 y distanceFunction en euclidean</a:t>
            </a:r>
            <a:endParaRPr sz="1600"/>
          </a:p>
          <a:p>
            <a:pPr marL="228600" marR="0" indent="-228600">
              <a:buAutoNum type="alphaUcPeriod"/>
              <a:defRPr/>
            </a:pPr>
            <a:r>
              <a:rPr lang="es-ES" sz="1600" b="0" i="0" strike="noStrike" cap="none" baseline="0">
                <a:solidFill>
                  <a:srgbClr val="000000"/>
                </a:solidFill>
                <a:effectLst/>
                <a:latin typeface="Segoe UI"/>
                <a:ea typeface="Segoe UI"/>
                <a:cs typeface="Segoe UI"/>
              </a:rPr>
              <a:t>Establece dataType en float16, dimensions en 3072 y distanceFunction en dotproduct</a:t>
            </a:r>
            <a:endParaRPr sz="1600"/>
          </a:p>
        </p:txBody>
      </p:sp>
      <p:sp>
        <p:nvSpPr>
          <p:cNvPr id="1151030022" name="Oval 10"/>
          <p:cNvSpPr/>
          <p:nvPr/>
        </p:nvSpPr>
        <p:spPr bwMode="auto">
          <a:xfrm>
            <a:off x="697221" y="3862416"/>
            <a:ext cx="636370" cy="63637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596">
              <a:defRPr/>
            </a:pPr>
            <a:r>
              <a:rPr lang="es-ES" sz="2400" b="1" i="0" strike="noStrike" cap="none" baseline="0">
                <a:solidFill>
                  <a:srgbClr val="FFFFFF"/>
                </a:solidFill>
                <a:effectLst/>
                <a:latin typeface="Segoe UI"/>
                <a:ea typeface="Segoe UI"/>
                <a:cs typeface="Segoe UI"/>
              </a:rPr>
              <a:t>2</a:t>
            </a:r>
            <a:endParaRPr lang="en-IN" sz="2400" b="1">
              <a:solidFill>
                <a:schemeClr val="bg1"/>
              </a:solidFill>
            </a:endParaRPr>
          </a:p>
        </p:txBody>
      </p:sp>
      <p:sp>
        <p:nvSpPr>
          <p:cNvPr id="871635313" name="Text Placeholder 43"/>
          <p:cNvSpPr txBox="1"/>
          <p:nvPr/>
        </p:nvSpPr>
        <p:spPr bwMode="auto">
          <a:xfrm>
            <a:off x="1641204" y="3860982"/>
            <a:ext cx="9735456" cy="1442538"/>
          </a:xfrm>
          <a:prstGeom prst="rect">
            <a:avLst/>
          </a:prstGeom>
        </p:spPr>
        <p:txBody>
          <a:bodyPr vert="horz" lIns="0" tIns="0" rIns="0" bIns="0" rtlCol="0" anchor="t">
            <a:noAutofit/>
          </a:bodyPr>
          <a:lstStyle>
            <a:lvl1pPr marL="228600" indent="-228600" algn="l" defTabSz="914400" rtl="0">
              <a:lnSpc>
                <a:spcPct val="100000"/>
              </a:lnSpc>
              <a:spcBef>
                <a:spcPct val="0"/>
              </a:spcBef>
              <a:buFont typeface="Arial"/>
              <a:buChar char="•"/>
              <a:defRPr sz="2800">
                <a:solidFill>
                  <a:schemeClr val="tx1"/>
                </a:solidFill>
                <a:latin typeface="Segoe UI"/>
                <a:ea typeface="+mn-ea"/>
                <a:cs typeface="Segoe UI"/>
              </a:defRPr>
            </a:lvl1pPr>
            <a:lvl2pPr marL="574674" indent="-234949" algn="l" defTabSz="914400" rtl="0">
              <a:lnSpc>
                <a:spcPct val="100000"/>
              </a:lnSpc>
              <a:spcBef>
                <a:spcPct val="0"/>
              </a:spcBef>
              <a:buFont typeface="Arial"/>
              <a:buChar char="•"/>
              <a:defRPr sz="2400">
                <a:solidFill>
                  <a:schemeClr val="tx1"/>
                </a:solidFill>
                <a:latin typeface="Segoe UI"/>
                <a:ea typeface="+mn-ea"/>
                <a:cs typeface="Segoe UI"/>
              </a:defRPr>
            </a:lvl2pPr>
            <a:lvl3pPr marL="914400" indent="-227012" algn="l" defTabSz="914400" rtl="0">
              <a:lnSpc>
                <a:spcPct val="100000"/>
              </a:lnSpc>
              <a:spcBef>
                <a:spcPct val="0"/>
              </a:spcBef>
              <a:buFont typeface="Arial"/>
              <a:buChar char="•"/>
              <a:defRPr sz="2000">
                <a:solidFill>
                  <a:schemeClr val="tx1"/>
                </a:solidFill>
                <a:latin typeface="Segoe UI"/>
                <a:ea typeface="+mn-ea"/>
                <a:cs typeface="Segoe UI"/>
              </a:defRPr>
            </a:lvl3pPr>
            <a:lvl4pPr marL="1141412" indent="-169861" algn="l" defTabSz="914400" rtl="0">
              <a:lnSpc>
                <a:spcPct val="100000"/>
              </a:lnSpc>
              <a:spcBef>
                <a:spcPct val="0"/>
              </a:spcBef>
              <a:buFont typeface="Arial"/>
              <a:buChar char="•"/>
              <a:defRPr sz="1800">
                <a:solidFill>
                  <a:schemeClr val="tx1"/>
                </a:solidFill>
                <a:latin typeface="Segoe UI"/>
                <a:ea typeface="+mn-ea"/>
                <a:cs typeface="Segoe UI"/>
              </a:defRPr>
            </a:lvl4pPr>
            <a:lvl5pPr marL="1376361" indent="-179387" algn="l" defTabSz="914400" rtl="0">
              <a:lnSpc>
                <a:spcPct val="100000"/>
              </a:lnSpc>
              <a:spcBef>
                <a:spcPct val="0"/>
              </a:spcBef>
              <a:buFont typeface="Arial"/>
              <a:buChar char="•"/>
              <a:defRPr sz="1800">
                <a:solidFill>
                  <a:schemeClr val="tx1"/>
                </a:solidFill>
                <a:latin typeface="Segoe UI"/>
                <a:ea typeface="+mn-ea"/>
                <a:cs typeface="Segoe UI"/>
              </a:defRPr>
            </a:lvl5pPr>
            <a:lvl6pPr marL="2514599" indent="-228600" algn="l" defTabSz="914400" rtl="0">
              <a:lnSpc>
                <a:spcPct val="90000"/>
              </a:lnSpc>
              <a:spcBef>
                <a:spcPts val="499"/>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499"/>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499"/>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499"/>
              </a:spcBef>
              <a:buFont typeface="Arial"/>
              <a:buChar char="•"/>
              <a:defRPr sz="1800">
                <a:solidFill>
                  <a:schemeClr val="tx1"/>
                </a:solidFill>
                <a:latin typeface="+mn-lt"/>
                <a:ea typeface="+mn-ea"/>
                <a:cs typeface="+mn-cs"/>
              </a:defRPr>
            </a:lvl9pPr>
          </a:lstStyle>
          <a:p>
            <a:pPr marL="0" indent="0">
              <a:lnSpc>
                <a:spcPct val="110000"/>
              </a:lnSpc>
              <a:spcAft>
                <a:spcPts val="599"/>
              </a:spcAft>
              <a:buNone/>
              <a:defRPr/>
            </a:pPr>
            <a:r>
              <a:rPr lang="es-ES" sz="1600" b="0" i="0" strike="noStrike" cap="none" baseline="0" dirty="0">
                <a:solidFill>
                  <a:srgbClr val="000000"/>
                </a:solidFill>
                <a:effectLst/>
                <a:latin typeface="Segoe UI"/>
                <a:ea typeface="Segoe UI"/>
                <a:cs typeface="Segoe UI"/>
              </a:rPr>
              <a:t>Un equipo quiere buscar que combine la comprensión semántica con la coincidencia exacta de palabras clave para los códigos de error. ¿Qué enfoque habilita la búsqueda híbrida?</a:t>
            </a:r>
            <a:endParaRPr lang="en-US" dirty="0"/>
          </a:p>
          <a:p>
            <a:pPr marL="228600" marR="0" lvl="1" indent="-228600" algn="l">
              <a:lnSpc>
                <a:spcPct val="100000"/>
              </a:lnSpc>
              <a:spcBef>
                <a:spcPct val="0"/>
              </a:spcBef>
              <a:spcAft>
                <a:spcPct val="0"/>
              </a:spcAft>
              <a:buAutoNum type="alphaUcPeriod"/>
              <a:defRPr/>
            </a:pPr>
            <a:r>
              <a:rPr lang="es-ES" sz="1600" b="0" i="0" strike="noStrike" cap="none" baseline="0" dirty="0">
                <a:solidFill>
                  <a:srgbClr val="000000"/>
                </a:solidFill>
                <a:effectLst/>
                <a:latin typeface="Segoe UI"/>
                <a:ea typeface="Segoe UI"/>
                <a:cs typeface="Segoe UI"/>
              </a:rPr>
              <a:t>Uso de ORDER BY RANK RRF con las funciones </a:t>
            </a:r>
            <a:r>
              <a:rPr lang="es-ES" sz="1600" b="0" i="0" strike="noStrike" cap="none" baseline="0" dirty="0" err="1">
                <a:solidFill>
                  <a:srgbClr val="000000"/>
                </a:solidFill>
                <a:effectLst/>
                <a:latin typeface="Segoe UI"/>
                <a:ea typeface="Segoe UI"/>
                <a:cs typeface="Segoe UI"/>
              </a:rPr>
              <a:t>VectorDistance</a:t>
            </a:r>
            <a:r>
              <a:rPr lang="es-ES" sz="1600" b="0" i="0" strike="noStrike" cap="none" baseline="0" dirty="0">
                <a:solidFill>
                  <a:srgbClr val="000000"/>
                </a:solidFill>
                <a:effectLst/>
                <a:latin typeface="Segoe UI"/>
                <a:ea typeface="Segoe UI"/>
                <a:cs typeface="Segoe UI"/>
              </a:rPr>
              <a:t> y </a:t>
            </a:r>
            <a:r>
              <a:rPr lang="es-ES" sz="1600" b="0" i="0" strike="noStrike" cap="none" baseline="0" dirty="0" err="1">
                <a:solidFill>
                  <a:srgbClr val="000000"/>
                </a:solidFill>
                <a:effectLst/>
                <a:latin typeface="Segoe UI"/>
                <a:ea typeface="Segoe UI"/>
                <a:cs typeface="Segoe UI"/>
              </a:rPr>
              <a:t>FullTextScore</a:t>
            </a:r>
            <a:endParaRPr lang="en-US" sz="1600" b="0" i="0" u="none" strike="noStrike" cap="none" spc="0" dirty="0">
              <a:solidFill>
                <a:schemeClr val="tx1"/>
              </a:solidFill>
              <a:latin typeface="Segoe UI"/>
              <a:cs typeface="Segoe UI"/>
            </a:endParaRPr>
          </a:p>
          <a:p>
            <a:pPr marL="228600" marR="0" lvl="1" indent="-228600" algn="l">
              <a:lnSpc>
                <a:spcPct val="100000"/>
              </a:lnSpc>
              <a:spcBef>
                <a:spcPct val="0"/>
              </a:spcBef>
              <a:spcAft>
                <a:spcPct val="0"/>
              </a:spcAft>
              <a:buAutoNum type="alphaUcPeriod"/>
              <a:defRPr/>
            </a:pPr>
            <a:r>
              <a:rPr lang="es-ES" sz="1600" b="0" i="0" strike="noStrike" cap="none" baseline="0" dirty="0">
                <a:solidFill>
                  <a:srgbClr val="000000"/>
                </a:solidFill>
                <a:effectLst/>
                <a:latin typeface="Segoe UI"/>
                <a:ea typeface="Segoe UI"/>
                <a:cs typeface="Segoe UI"/>
              </a:rPr>
              <a:t>Ejecución de dos consultas independientes y combinación de resultados en el código de la aplicación</a:t>
            </a:r>
            <a:endParaRPr dirty="0"/>
          </a:p>
          <a:p>
            <a:pPr marL="228600" marR="0" lvl="1" indent="-228600" algn="l">
              <a:lnSpc>
                <a:spcPct val="100000"/>
              </a:lnSpc>
              <a:spcBef>
                <a:spcPct val="0"/>
              </a:spcBef>
              <a:spcAft>
                <a:spcPct val="0"/>
              </a:spcAft>
              <a:buAutoNum type="alphaUcPeriod"/>
              <a:defRPr/>
            </a:pPr>
            <a:r>
              <a:rPr lang="es-ES" sz="1600" b="0" i="0" strike="noStrike" cap="none" baseline="0" dirty="0">
                <a:solidFill>
                  <a:srgbClr val="000000"/>
                </a:solidFill>
                <a:effectLst/>
                <a:latin typeface="Segoe UI"/>
                <a:ea typeface="Segoe UI"/>
                <a:cs typeface="Segoe UI"/>
              </a:rPr>
              <a:t>Adición de términos de palabra clave al vector de consulta antes de ejecutar la búsqueda de vectores</a:t>
            </a:r>
            <a:endParaRPr lang="en-US" sz="1600" b="0" i="0" u="none" strike="noStrike" cap="none" spc="0" dirty="0">
              <a:solidFill>
                <a:schemeClr val="tx1"/>
              </a:solidFill>
              <a:latin typeface="Segoe UI"/>
              <a:cs typeface="Segoe UI"/>
            </a:endParaRP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1288404284" name="Title 16"/>
          <p:cNvSpPr txBox="1">
            <a:spLocks noGrp="1"/>
          </p:cNvSpPr>
          <p:nvPr>
            <p:ph type="title"/>
          </p:nvPr>
        </p:nvSpPr>
        <p:spPr bwMode="auto">
          <a:xfrm>
            <a:off x="457200" y="411480"/>
            <a:ext cx="11222609" cy="553997"/>
          </a:xfrm>
          <a:prstGeom prst="rect">
            <a:avLst/>
          </a:prstGeom>
          <a:noFill/>
          <a:ln>
            <a:noFill/>
            <a:prstDash val="solid"/>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a:lnSpc>
                <a:spcPct val="100000"/>
              </a:lnSpc>
              <a:spcBef>
                <a:spcPct val="0"/>
              </a:spcBef>
              <a:buNone/>
              <a:defRPr lang="en-US" sz="3200" b="0" i="0" cap="none" spc="0">
                <a:ln w="3175">
                  <a:noFill/>
                </a:ln>
                <a:solidFill>
                  <a:schemeClr val="tx1"/>
                </a:solidFill>
                <a:latin typeface="+mj-lt"/>
                <a:ea typeface="+mn-ea"/>
                <a:cs typeface="Segoe UI Semibold"/>
              </a:defRPr>
            </a:lvl1pPr>
          </a:lstStyle>
          <a:p>
            <a:pPr>
              <a:defRPr/>
            </a:pPr>
            <a:r>
              <a:rPr lang="en-US" sz="3600">
                <a:cs typeface="Segoe UI Semibold"/>
              </a:rPr>
              <a:t>Interactive Knowledge</a:t>
            </a:r>
            <a:r>
              <a:rPr lang="en-US" sz="3600" b="0" i="0" u="none" strike="noStrike" cap="none" spc="0">
                <a:ln w="3175">
                  <a:noFill/>
                </a:ln>
                <a:latin typeface="Segoe UI Semibold"/>
                <a:ea typeface="Arial"/>
                <a:cs typeface="Segoe UI Semibold"/>
              </a:rPr>
              <a:t> check </a:t>
            </a:r>
            <a:endParaRPr/>
          </a:p>
        </p:txBody>
      </p:sp>
      <p:sp>
        <p:nvSpPr>
          <p:cNvPr id="2070981150" name="Text Placeholder 1"/>
          <p:cNvSpPr>
            <a:spLocks noGrp="1"/>
          </p:cNvSpPr>
          <p:nvPr>
            <p:ph type="body" sz="quarter" idx="4294967295"/>
          </p:nvPr>
        </p:nvSpPr>
        <p:spPr bwMode="auto">
          <a:xfrm>
            <a:off x="4798237" y="2051474"/>
            <a:ext cx="6709411" cy="3231239"/>
          </a:xfrm>
        </p:spPr>
        <p:txBody>
          <a:bodyPr vert="horz" wrap="square" lIns="0" tIns="0" rIns="0" bIns="0" rtlCol="0" anchor="t">
            <a:spAutoFit/>
          </a:bodyPr>
          <a:lstStyle/>
          <a:p>
            <a:pPr marL="0" indent="0">
              <a:buNone/>
              <a:defRPr/>
            </a:pPr>
            <a:r>
              <a:rPr lang="en-US" sz="2400" b="0" dirty="0">
                <a:latin typeface="Segoe UI Semibold"/>
                <a:ea typeface="Segoe UI Semibold"/>
                <a:cs typeface="Segoe UI Semibold"/>
              </a:rPr>
              <a:t>Test your knowledge with this real time quiz. </a:t>
            </a:r>
            <a:endParaRPr b="0" dirty="0">
              <a:latin typeface="Segoe UI Semibold"/>
              <a:cs typeface="Segoe UI Semibold"/>
            </a:endParaRPr>
          </a:p>
          <a:p>
            <a:pPr marL="0" indent="0">
              <a:buNone/>
              <a:defRPr/>
            </a:pPr>
            <a:r>
              <a:rPr lang="en-US" sz="2400" b="0" dirty="0">
                <a:latin typeface="Segoe UI Semibold"/>
                <a:ea typeface="Segoe UI Semibold"/>
                <a:cs typeface="Segoe UI Semibold"/>
              </a:rPr>
              <a:t>Prompt Microsoft Copilot Chat: </a:t>
            </a:r>
            <a:endParaRPr lang="en-US" dirty="0"/>
          </a:p>
          <a:p>
            <a:pPr marL="0" indent="0">
              <a:buNone/>
              <a:defRPr/>
            </a:pPr>
            <a:endParaRPr lang="en-US" sz="2400" b="1" dirty="0"/>
          </a:p>
          <a:p>
            <a:pPr marL="0" indent="0">
              <a:buNone/>
              <a:defRPr/>
            </a:pPr>
            <a:r>
              <a:rPr lang="en-US" sz="2000" dirty="0">
                <a:latin typeface="Segoe UI"/>
                <a:ea typeface="Segoe UI"/>
                <a:cs typeface="Segoe UI"/>
              </a:rPr>
              <a:t>As a </a:t>
            </a:r>
            <a:r>
              <a:rPr lang="en-US" sz="2000" dirty="0" err="1">
                <a:latin typeface="Segoe UI"/>
                <a:ea typeface="Segoe UI"/>
                <a:cs typeface="Segoe UI"/>
              </a:rPr>
              <a:t>CosmosDB</a:t>
            </a:r>
            <a:r>
              <a:rPr lang="en-US" sz="2000" dirty="0">
                <a:latin typeface="Segoe UI"/>
                <a:ea typeface="Segoe UI"/>
                <a:cs typeface="Segoe UI"/>
              </a:rPr>
              <a:t> expert, please create three multiple-choice questions that assess knowledge implementing vector search on Azure Cosmos DB for NoSQL. Present one question at a time and wait for my response before continuing. After each answer, provide a brief explanation of the correct choice before moving on to the next question.</a:t>
            </a:r>
            <a:endParaRPr dirty="0"/>
          </a:p>
        </p:txBody>
      </p:sp>
      <p:pic>
        <p:nvPicPr>
          <p:cNvPr id="286170131" name="Picture 7">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bwMode="auto">
          <a:xfrm>
            <a:off x="807647" y="2160061"/>
            <a:ext cx="3726420" cy="3257794"/>
          </a:xfrm>
          <a:prstGeom prst="rect">
            <a:avLst/>
          </a:prstGeom>
          <a:ln w="38100">
            <a:solidFill>
              <a:srgbClr val="C73ECC"/>
            </a:solid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67391995" name="Title 9"/>
          <p:cNvSpPr>
            <a:spLocks noGrp="1"/>
          </p:cNvSpPr>
          <p:nvPr>
            <p:ph type="title"/>
          </p:nvPr>
        </p:nvSpPr>
        <p:spPr bwMode="auto"/>
        <p:txBody>
          <a:bodyPr>
            <a:noAutofit/>
          </a:bodyPr>
          <a:lstStyle/>
          <a:p>
            <a:pPr>
              <a:defRPr/>
            </a:pPr>
            <a:r>
              <a:rPr lang="es-ES" sz="2800" b="0" i="0" strike="noStrike" cap="none" baseline="0">
                <a:solidFill>
                  <a:srgbClr val="000000"/>
                </a:solidFill>
                <a:effectLst/>
                <a:latin typeface="Segoe UI Semibold"/>
                <a:ea typeface="Segoe UI Semibold"/>
                <a:cs typeface="Segoe UI Semibold"/>
              </a:rPr>
              <a:t>Resumen del módulo 2</a:t>
            </a:r>
            <a:endParaRPr sz="2800"/>
          </a:p>
        </p:txBody>
      </p:sp>
      <p:sp>
        <p:nvSpPr>
          <p:cNvPr id="852864031" name="Rounded Rectangle 3_1"/>
          <p:cNvSpPr/>
          <p:nvPr/>
        </p:nvSpPr>
        <p:spPr bwMode="auto">
          <a:xfrm>
            <a:off x="594774" y="1097167"/>
            <a:ext cx="10618656" cy="4328361"/>
          </a:xfrm>
          <a:prstGeom prst="roundRect">
            <a:avLst>
              <a:gd name="adj" fmla="val 11300"/>
            </a:avLst>
          </a:prstGeom>
          <a:solidFill>
            <a:schemeClr val="bg1"/>
          </a:solidFill>
          <a:ln>
            <a:noFill/>
          </a:ln>
          <a:effectLst>
            <a:outerShdw blurRad="127000" dist="38100" dir="8100000" sx="101000" sy="101000" algn="tr" rotWithShape="0">
              <a:srgbClr val="CAC5B8">
                <a:alpha val="6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numCol="1" spcCol="457200" rtlCol="0" anchor="t"/>
          <a:lstStyle/>
          <a:p>
            <a:pPr marL="0" marR="0" lvl="0" indent="0" algn="l" defTabSz="932742" rtl="0">
              <a:lnSpc>
                <a:spcPct val="100000"/>
              </a:lnSpc>
              <a:spcBef>
                <a:spcPts val="1199"/>
              </a:spcBef>
              <a:spcAft>
                <a:spcPct val="0"/>
              </a:spcAft>
              <a:buClrTx/>
              <a:buSzPct val="90000"/>
              <a:buFont typeface="Wingdings"/>
              <a:buNone/>
              <a:defRPr/>
            </a:pPr>
            <a:r>
              <a:rPr lang="es-ES" sz="1800" b="0" i="0" strike="noStrike" cap="none" baseline="0">
                <a:solidFill>
                  <a:srgbClr val="FFFFFF"/>
                </a:solidFill>
                <a:effectLst/>
                <a:latin typeface="Segoe UI"/>
                <a:ea typeface="Segoe UI"/>
                <a:cs typeface="Segoe UI"/>
              </a:rPr>
              <a:t>La clave de partición es tu decisión de diseño más importante (no se puede cambiar más adelante el cliente singleton). Reutiliza CosmosClient para la agrupación de conexiones y el almacenamiento en caché. Usa lecturas puntuales sobre consultas si conoces el Id. y la clave de partición. Parametriza consultas para la seguridad y el almacenamiento en caché del plan de consulta. Las consultas de partición única cuestan menos que las consultas entre particiones. Supervisa el consumo de RU para identificar oportunidades de optimización. </a:t>
            </a:r>
            <a:endParaRPr lang="en-US" sz="1800">
              <a:solidFill>
                <a:schemeClr val="tx1"/>
              </a:solidFill>
              <a:cs typeface="Segoe UI"/>
            </a:endParaRPr>
          </a:p>
        </p:txBody>
      </p:sp>
      <p:sp>
        <p:nvSpPr>
          <p:cNvPr id="1949711128" name="TextBox 2"/>
          <p:cNvSpPr txBox="1"/>
          <p:nvPr/>
        </p:nvSpPr>
        <p:spPr bwMode="auto">
          <a:xfrm>
            <a:off x="889962" y="1435230"/>
            <a:ext cx="9828024" cy="3784470"/>
          </a:xfrm>
          <a:prstGeom prst="rect">
            <a:avLst/>
          </a:prstGeom>
          <a:noFill/>
        </p:spPr>
        <p:txBody>
          <a:bodyPr wrap="square" lIns="91440" tIns="45720" rIns="91440" bIns="45720" anchor="t">
            <a:noAutofit/>
          </a:bodyPr>
          <a:lstStyle/>
          <a:p>
            <a:pPr marL="305908" lvl="0" indent="-305908">
              <a:lnSpc>
                <a:spcPct val="100000"/>
              </a:lnSpc>
              <a:spcBef>
                <a:spcPct val="0"/>
              </a:spcBef>
              <a:spcAft>
                <a:spcPts val="719"/>
              </a:spcAft>
              <a:buFont typeface="Arial"/>
              <a:buChar char="•"/>
              <a:defRPr/>
            </a:pPr>
            <a:r>
              <a:rPr lang="es-ES" sz="1800" b="1" i="0" strike="noStrike" cap="none" baseline="0" dirty="0">
                <a:solidFill>
                  <a:srgbClr val="000000"/>
                </a:solidFill>
                <a:effectLst/>
                <a:latin typeface="Segoe UI"/>
                <a:ea typeface="Segoe UI"/>
                <a:cs typeface="Segoe UI"/>
              </a:rPr>
              <a:t>La directiva de vector</a:t>
            </a:r>
            <a:r>
              <a:rPr lang="es-ES" sz="1800" b="0" i="0" strike="noStrike" cap="none" baseline="0" dirty="0">
                <a:solidFill>
                  <a:srgbClr val="000000"/>
                </a:solidFill>
                <a:effectLst/>
                <a:latin typeface="Segoe UI"/>
                <a:ea typeface="Segoe UI"/>
                <a:cs typeface="Segoe UI"/>
              </a:rPr>
              <a:t> define la ruta de acceso de inserción, el tipo de datos, las dimensiones y la función de distancia en la creación del contenedor.</a:t>
            </a:r>
            <a:endParaRPr sz="1800" dirty="0"/>
          </a:p>
          <a:p>
            <a:pPr marL="305908" lvl="0" indent="-305908">
              <a:lnSpc>
                <a:spcPct val="100000"/>
              </a:lnSpc>
              <a:spcBef>
                <a:spcPct val="0"/>
              </a:spcBef>
              <a:spcAft>
                <a:spcPts val="719"/>
              </a:spcAft>
              <a:buFont typeface="Arial"/>
              <a:buChar char="•"/>
              <a:defRPr/>
            </a:pPr>
            <a:r>
              <a:rPr lang="es-ES" sz="1800" b="0" i="0" strike="noStrike" cap="none" baseline="0" dirty="0">
                <a:solidFill>
                  <a:srgbClr val="000000"/>
                </a:solidFill>
                <a:effectLst/>
                <a:latin typeface="Segoe UI"/>
                <a:ea typeface="Segoe UI"/>
                <a:cs typeface="Segoe UI"/>
              </a:rPr>
              <a:t>El </a:t>
            </a:r>
            <a:r>
              <a:rPr lang="es-ES" sz="1800" b="1" i="0" strike="noStrike" cap="none" baseline="0" dirty="0">
                <a:solidFill>
                  <a:srgbClr val="000000"/>
                </a:solidFill>
                <a:effectLst/>
                <a:latin typeface="Segoe UI"/>
                <a:ea typeface="Segoe UI"/>
                <a:cs typeface="Segoe UI"/>
              </a:rPr>
              <a:t>índice </a:t>
            </a:r>
            <a:r>
              <a:rPr lang="es-ES" sz="1800" b="1" i="0" strike="noStrike" cap="none" baseline="0" dirty="0" err="1">
                <a:solidFill>
                  <a:srgbClr val="000000"/>
                </a:solidFill>
                <a:effectLst/>
                <a:latin typeface="Segoe UI"/>
                <a:ea typeface="Segoe UI"/>
                <a:cs typeface="Segoe UI"/>
              </a:rPr>
              <a:t>DiskANN</a:t>
            </a:r>
            <a:r>
              <a:rPr lang="es-ES" sz="1800" b="0" i="0" strike="noStrike" cap="none" baseline="0" dirty="0">
                <a:solidFill>
                  <a:srgbClr val="000000"/>
                </a:solidFill>
                <a:effectLst/>
                <a:latin typeface="Segoe UI"/>
                <a:ea typeface="Segoe UI"/>
                <a:cs typeface="Segoe UI"/>
              </a:rPr>
              <a:t> permite realizar búsquedas rápidas y aproximadas en cargas de trabajo de producción a gran escala</a:t>
            </a:r>
            <a:endParaRPr sz="1800" dirty="0"/>
          </a:p>
          <a:p>
            <a:pPr marL="305908" lvl="0" indent="-305908">
              <a:lnSpc>
                <a:spcPct val="100000"/>
              </a:lnSpc>
              <a:spcBef>
                <a:spcPct val="0"/>
              </a:spcBef>
              <a:spcAft>
                <a:spcPts val="719"/>
              </a:spcAft>
              <a:buFont typeface="Arial"/>
              <a:buChar char="•"/>
              <a:defRPr/>
            </a:pPr>
            <a:r>
              <a:rPr lang="es-ES" sz="1800" b="1" i="0" strike="noStrike" cap="none" baseline="0" dirty="0" err="1">
                <a:solidFill>
                  <a:srgbClr val="000000"/>
                </a:solidFill>
                <a:effectLst/>
                <a:latin typeface="Segoe UI"/>
                <a:ea typeface="Segoe UI"/>
                <a:cs typeface="Segoe UI"/>
              </a:rPr>
              <a:t>VectorDistance</a:t>
            </a:r>
            <a:r>
              <a:rPr lang="es-ES" sz="1800" b="1" i="0" strike="noStrike" cap="none" baseline="0" dirty="0">
                <a:solidFill>
                  <a:srgbClr val="000000"/>
                </a:solidFill>
                <a:effectLst/>
                <a:latin typeface="Segoe UI"/>
                <a:ea typeface="Segoe UI"/>
                <a:cs typeface="Segoe UI"/>
              </a:rPr>
              <a:t> + TOP N + ORDER BY</a:t>
            </a:r>
            <a:r>
              <a:rPr lang="es-ES" sz="1800" b="0" i="0" strike="noStrike" cap="none" baseline="0" dirty="0">
                <a:solidFill>
                  <a:srgbClr val="000000"/>
                </a:solidFill>
                <a:effectLst/>
                <a:latin typeface="Segoe UI"/>
                <a:ea typeface="Segoe UI"/>
                <a:cs typeface="Segoe UI"/>
              </a:rPr>
              <a:t> es el patrón de consulta principal para la búsqueda de similitud</a:t>
            </a:r>
            <a:endParaRPr sz="1800" dirty="0"/>
          </a:p>
          <a:p>
            <a:pPr marL="305908" lvl="0" indent="-305908">
              <a:lnSpc>
                <a:spcPct val="100000"/>
              </a:lnSpc>
              <a:spcBef>
                <a:spcPct val="0"/>
              </a:spcBef>
              <a:spcAft>
                <a:spcPts val="719"/>
              </a:spcAft>
              <a:buFont typeface="Arial"/>
              <a:buChar char="•"/>
              <a:defRPr/>
            </a:pPr>
            <a:r>
              <a:rPr lang="es-ES" sz="1800" b="1" i="0" strike="noStrike" cap="none" baseline="0" dirty="0">
                <a:solidFill>
                  <a:srgbClr val="000000"/>
                </a:solidFill>
                <a:effectLst/>
                <a:latin typeface="Segoe UI"/>
                <a:ea typeface="Segoe UI"/>
                <a:cs typeface="Segoe UI"/>
              </a:rPr>
              <a:t>Los filtros de metadatos</a:t>
            </a:r>
            <a:r>
              <a:rPr lang="es-ES" sz="1800" b="0" i="0" strike="noStrike" cap="none" baseline="0" dirty="0">
                <a:solidFill>
                  <a:srgbClr val="000000"/>
                </a:solidFill>
                <a:effectLst/>
                <a:latin typeface="Segoe UI"/>
                <a:ea typeface="Segoe UI"/>
                <a:cs typeface="Segoe UI"/>
              </a:rPr>
              <a:t> se combinan con la búsqueda vectorial para definir los resultados por categoría, fecha o permisos</a:t>
            </a:r>
            <a:endParaRPr sz="1800" dirty="0"/>
          </a:p>
          <a:p>
            <a:pPr marL="305908" lvl="0" indent="-305908">
              <a:lnSpc>
                <a:spcPct val="100000"/>
              </a:lnSpc>
              <a:spcBef>
                <a:spcPct val="0"/>
              </a:spcBef>
              <a:spcAft>
                <a:spcPts val="719"/>
              </a:spcAft>
              <a:buFont typeface="Arial"/>
              <a:buChar char="•"/>
              <a:defRPr/>
            </a:pPr>
            <a:r>
              <a:rPr lang="es-ES" sz="1800" b="0" i="0" strike="noStrike" cap="none" baseline="0" dirty="0">
                <a:solidFill>
                  <a:srgbClr val="000000"/>
                </a:solidFill>
                <a:effectLst/>
                <a:latin typeface="Segoe UI"/>
                <a:ea typeface="Segoe UI"/>
                <a:cs typeface="Segoe UI"/>
              </a:rPr>
              <a:t>La </a:t>
            </a:r>
            <a:r>
              <a:rPr lang="es-ES" sz="1800" b="1" i="0" strike="noStrike" cap="none" baseline="0" dirty="0">
                <a:solidFill>
                  <a:srgbClr val="000000"/>
                </a:solidFill>
                <a:effectLst/>
                <a:latin typeface="Segoe UI"/>
                <a:ea typeface="Segoe UI"/>
                <a:cs typeface="Segoe UI"/>
              </a:rPr>
              <a:t>búsqueda híbrida con RRF</a:t>
            </a:r>
            <a:r>
              <a:rPr lang="es-ES" sz="1800" b="0" i="0" strike="noStrike" cap="none" baseline="0" dirty="0">
                <a:solidFill>
                  <a:srgbClr val="000000"/>
                </a:solidFill>
                <a:effectLst/>
                <a:latin typeface="Segoe UI"/>
                <a:ea typeface="Segoe UI"/>
                <a:cs typeface="Segoe UI"/>
              </a:rPr>
              <a:t> combina clasificaciones semánticas y de palabras clave en una sola consulta</a:t>
            </a:r>
            <a:endParaRPr sz="1800" dirty="0"/>
          </a:p>
          <a:p>
            <a:pPr marL="305908" lvl="0" indent="-305908">
              <a:lnSpc>
                <a:spcPct val="100000"/>
              </a:lnSpc>
              <a:spcBef>
                <a:spcPct val="0"/>
              </a:spcBef>
              <a:spcAft>
                <a:spcPts val="719"/>
              </a:spcAft>
              <a:buFont typeface="Arial"/>
              <a:buChar char="•"/>
              <a:defRPr/>
            </a:pPr>
            <a:r>
              <a:rPr lang="es-ES" sz="1800" b="0" i="0" strike="noStrike" cap="none" baseline="0" dirty="0">
                <a:solidFill>
                  <a:srgbClr val="000000"/>
                </a:solidFill>
                <a:effectLst/>
                <a:latin typeface="Segoe UI"/>
                <a:ea typeface="Segoe UI"/>
                <a:cs typeface="Segoe UI"/>
              </a:rPr>
              <a:t>La </a:t>
            </a:r>
            <a:r>
              <a:rPr lang="es-ES" sz="1800" b="1" i="0" strike="noStrike" cap="none" baseline="0" dirty="0">
                <a:solidFill>
                  <a:srgbClr val="000000"/>
                </a:solidFill>
                <a:effectLst/>
                <a:latin typeface="Segoe UI"/>
                <a:ea typeface="Segoe UI"/>
                <a:cs typeface="Segoe UI"/>
              </a:rPr>
              <a:t>modificación de la fuente de cambios</a:t>
            </a:r>
            <a:r>
              <a:rPr lang="es-ES" sz="1800" b="0" i="0" strike="noStrike" cap="none" baseline="0" dirty="0">
                <a:solidFill>
                  <a:srgbClr val="000000"/>
                </a:solidFill>
                <a:effectLst/>
                <a:latin typeface="Segoe UI"/>
                <a:ea typeface="Segoe UI"/>
                <a:cs typeface="Segoe UI"/>
              </a:rPr>
              <a:t> con Azure </a:t>
            </a:r>
            <a:r>
              <a:rPr lang="es-ES" sz="1800" b="0" i="0" strike="noStrike" cap="none" baseline="0" dirty="0" err="1">
                <a:solidFill>
                  <a:srgbClr val="000000"/>
                </a:solidFill>
                <a:effectLst/>
                <a:latin typeface="Segoe UI"/>
                <a:ea typeface="Segoe UI"/>
                <a:cs typeface="Segoe UI"/>
              </a:rPr>
              <a:t>Functions</a:t>
            </a:r>
            <a:r>
              <a:rPr lang="es-ES" sz="1800" b="0" i="0" strike="noStrike" cap="none" baseline="0" dirty="0">
                <a:solidFill>
                  <a:srgbClr val="000000"/>
                </a:solidFill>
                <a:effectLst/>
                <a:latin typeface="Segoe UI"/>
                <a:ea typeface="Segoe UI"/>
                <a:cs typeface="Segoe UI"/>
              </a:rPr>
              <a:t> mantiene las incrustaciones sincronizadas a medida que cambian los documentos</a:t>
            </a:r>
            <a:endParaRPr sz="1800" dirty="0"/>
          </a:p>
        </p:txBody>
      </p:sp>
    </p:spTree>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0063796" name="Title 3"/>
          <p:cNvSpPr>
            <a:spLocks noGrp="1"/>
          </p:cNvSpPr>
          <p:nvPr>
            <p:ph type="title"/>
          </p:nvPr>
        </p:nvSpPr>
        <p:spPr bwMode="auto">
          <a:xfrm>
            <a:off x="581339" y="1114731"/>
            <a:ext cx="4287841" cy="4394529"/>
          </a:xfrm>
        </p:spPr>
        <p:txBody>
          <a:bodyPr/>
          <a:lstStyle/>
          <a:p>
            <a:pPr>
              <a:defRPr/>
            </a:pPr>
            <a:r>
              <a:rPr lang="es-ES" sz="4100" b="0" i="0" strike="noStrike" cap="none" baseline="0" dirty="0">
                <a:solidFill>
                  <a:srgbClr val="000000"/>
                </a:solidFill>
                <a:effectLst/>
                <a:latin typeface="Segoe UI"/>
                <a:ea typeface="Segoe UI"/>
                <a:cs typeface="Segoe UI"/>
              </a:rPr>
              <a:t>Módulo 3: Optimización del rendimiento de las consultas para Azure Cosmos DB </a:t>
            </a:r>
            <a:r>
              <a:rPr lang="es-ES" sz="4100" b="0" i="0" strike="noStrike" cap="none" baseline="0" dirty="0" err="1">
                <a:solidFill>
                  <a:srgbClr val="000000"/>
                </a:solidFill>
                <a:effectLst/>
                <a:latin typeface="Segoe UI"/>
                <a:ea typeface="Segoe UI"/>
                <a:cs typeface="Segoe UI"/>
              </a:rPr>
              <a:t>for</a:t>
            </a:r>
            <a:r>
              <a:rPr lang="es-ES" sz="4100" b="0" i="0" strike="noStrike" cap="none" baseline="0" dirty="0">
                <a:solidFill>
                  <a:srgbClr val="000000"/>
                </a:solidFill>
                <a:effectLst/>
                <a:latin typeface="Segoe UI"/>
                <a:ea typeface="Segoe UI"/>
                <a:cs typeface="Segoe UI"/>
              </a:rPr>
              <a:t> NoSQL</a:t>
            </a:r>
            <a:endParaRPr dirty="0"/>
          </a:p>
          <a:p>
            <a:pPr>
              <a:defRPr/>
            </a:pPr>
            <a:endParaRPr lang="en-US" dirty="0"/>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5518451" name="Title 3"/>
          <p:cNvSpPr>
            <a:spLocks noGrp="1"/>
          </p:cNvSpPr>
          <p:nvPr>
            <p:ph type="title"/>
          </p:nvPr>
        </p:nvSpPr>
        <p:spPr bwMode="auto"/>
        <p:txBody>
          <a:bodyPr/>
          <a:lstStyle/>
          <a:p>
            <a:pPr>
              <a:defRPr/>
            </a:pPr>
            <a:r>
              <a:rPr lang="es-ES" sz="2800" b="0" i="0" strike="noStrike" cap="none" baseline="0">
                <a:solidFill>
                  <a:srgbClr val="000000"/>
                </a:solidFill>
                <a:effectLst/>
                <a:latin typeface="Segoe UI Semibold"/>
                <a:ea typeface="Segoe UI Semibold"/>
                <a:cs typeface="Segoe UI Semibold"/>
              </a:rPr>
              <a:t>Objetivos de aprendizaje</a:t>
            </a:r>
            <a:endParaRPr sz="2800"/>
          </a:p>
        </p:txBody>
      </p:sp>
      <p:sp>
        <p:nvSpPr>
          <p:cNvPr id="1642499268" name="Content Placeholder 2"/>
          <p:cNvSpPr>
            <a:spLocks noGrp="1"/>
          </p:cNvSpPr>
          <p:nvPr>
            <p:ph sz="quarter" idx="10"/>
          </p:nvPr>
        </p:nvSpPr>
        <p:spPr bwMode="auto">
          <a:xfrm>
            <a:off x="457200" y="1235075"/>
            <a:ext cx="10744200" cy="4816475"/>
          </a:xfrm>
        </p:spPr>
        <p:txBody>
          <a:bodyPr vert="horz" lIns="0" tIns="0" rIns="0" bIns="0" rtlCol="0" anchor="t">
            <a:normAutofit/>
          </a:bodyPr>
          <a:lstStyle/>
          <a:p>
            <a:pPr lvl="0">
              <a:lnSpc>
                <a:spcPct val="100000"/>
              </a:lnSpc>
              <a:spcBef>
                <a:spcPct val="0"/>
              </a:spcBef>
              <a:spcAft>
                <a:spcPts val="719"/>
              </a:spcAft>
              <a:defRPr/>
            </a:pPr>
            <a:r>
              <a:rPr lang="es-ES" sz="2200" b="0" i="0" strike="noStrike" cap="none" baseline="0" dirty="0">
                <a:solidFill>
                  <a:srgbClr val="000000"/>
                </a:solidFill>
                <a:effectLst/>
                <a:latin typeface="Segoe UI"/>
                <a:ea typeface="Segoe UI"/>
                <a:cs typeface="Segoe UI"/>
              </a:rPr>
              <a:t>Análisis de patrones de consulta y uso de métricas para identificar cuellos de botella de rendimiento y los índices que faltan</a:t>
            </a:r>
            <a:endParaRPr sz="2200" dirty="0"/>
          </a:p>
          <a:p>
            <a:pPr lvl="0">
              <a:lnSpc>
                <a:spcPct val="100000"/>
              </a:lnSpc>
              <a:spcBef>
                <a:spcPct val="0"/>
              </a:spcBef>
              <a:spcAft>
                <a:spcPts val="719"/>
              </a:spcAft>
              <a:defRPr/>
            </a:pPr>
            <a:r>
              <a:rPr lang="es-ES" sz="2200" b="0" i="0" strike="noStrike" cap="none" baseline="0" dirty="0">
                <a:solidFill>
                  <a:srgbClr val="000000"/>
                </a:solidFill>
                <a:effectLst/>
                <a:latin typeface="Segoe UI"/>
                <a:ea typeface="Segoe UI"/>
                <a:cs typeface="Segoe UI"/>
              </a:rPr>
              <a:t>Configuración de índices compuestos e intervalos para optimizar las operaciones de filtrado y ordenación para los patrones de recuperación de IA</a:t>
            </a:r>
            <a:endParaRPr sz="2200" dirty="0"/>
          </a:p>
          <a:p>
            <a:pPr lvl="0">
              <a:lnSpc>
                <a:spcPct val="100000"/>
              </a:lnSpc>
              <a:spcBef>
                <a:spcPct val="0"/>
              </a:spcBef>
              <a:spcAft>
                <a:spcPts val="719"/>
              </a:spcAft>
              <a:defRPr/>
            </a:pPr>
            <a:r>
              <a:rPr lang="es-ES" sz="2200" b="0" i="0" strike="noStrike" cap="none" baseline="0" dirty="0">
                <a:solidFill>
                  <a:srgbClr val="000000"/>
                </a:solidFill>
                <a:effectLst/>
                <a:latin typeface="Segoe UI"/>
                <a:ea typeface="Segoe UI"/>
                <a:cs typeface="Segoe UI"/>
              </a:rPr>
              <a:t>Selecciona el tipo de índice vectorial adecuado en función del tamaño del conjunto de datos, los requisitos de precisión y los objetivos de rendimiento</a:t>
            </a:r>
            <a:endParaRPr sz="2200" dirty="0"/>
          </a:p>
          <a:p>
            <a:pPr lvl="0">
              <a:lnSpc>
                <a:spcPct val="100000"/>
              </a:lnSpc>
              <a:spcBef>
                <a:spcPct val="0"/>
              </a:spcBef>
              <a:spcAft>
                <a:spcPts val="719"/>
              </a:spcAft>
              <a:defRPr/>
            </a:pPr>
            <a:r>
              <a:rPr lang="es-ES" sz="2200" b="0" i="0" strike="noStrike" cap="none" baseline="0" dirty="0">
                <a:solidFill>
                  <a:srgbClr val="000000"/>
                </a:solidFill>
                <a:effectLst/>
                <a:latin typeface="Segoe UI"/>
                <a:ea typeface="Segoe UI"/>
                <a:cs typeface="Segoe UI"/>
              </a:rPr>
              <a:t>Diseño de directivas de indexación que equilibren el rendimiento de lectura con los costes de escritura del perfil de carga de trabajo</a:t>
            </a:r>
            <a:endParaRPr sz="2200" dirty="0"/>
          </a:p>
          <a:p>
            <a:pPr lvl="0">
              <a:lnSpc>
                <a:spcPct val="100000"/>
              </a:lnSpc>
              <a:spcBef>
                <a:spcPct val="0"/>
              </a:spcBef>
              <a:spcAft>
                <a:spcPts val="719"/>
              </a:spcAft>
              <a:defRPr/>
            </a:pPr>
            <a:r>
              <a:rPr lang="es-ES" sz="2200" b="0" i="0" strike="noStrike" cap="none" baseline="0" dirty="0">
                <a:solidFill>
                  <a:srgbClr val="000000"/>
                </a:solidFill>
                <a:effectLst/>
                <a:latin typeface="Segoe UI"/>
                <a:ea typeface="Segoe UI"/>
                <a:cs typeface="Segoe UI"/>
              </a:rPr>
              <a:t>Elige niveles de coherencia que cumplan los requisitos de la aplicación al minimizar el consumo de RU</a:t>
            </a:r>
            <a:endParaRPr sz="2400" dirty="0"/>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30708939" name="Title 2"/>
          <p:cNvSpPr>
            <a:spLocks noGrp="1"/>
          </p:cNvSpPr>
          <p:nvPr>
            <p:ph type="title"/>
          </p:nvPr>
        </p:nvSpPr>
        <p:spPr bwMode="auto"/>
        <p:txBody>
          <a:bodyPr/>
          <a:lstStyle/>
          <a:p>
            <a:pPr>
              <a:defRPr/>
            </a:pPr>
            <a:r>
              <a:rPr lang="es-ES" sz="2800" b="0" i="0" strike="noStrike" cap="none" baseline="0">
                <a:solidFill>
                  <a:srgbClr val="000000"/>
                </a:solidFill>
                <a:effectLst/>
                <a:latin typeface="Segoe UI Semibold"/>
                <a:ea typeface="Segoe UI Semibold"/>
                <a:cs typeface="Segoe UI Semibold"/>
              </a:rPr>
              <a:t>Introducción</a:t>
            </a:r>
            <a:endParaRPr sz="2800"/>
          </a:p>
        </p:txBody>
      </p:sp>
      <p:sp>
        <p:nvSpPr>
          <p:cNvPr id="972614591" name="Content Placeholder 3"/>
          <p:cNvSpPr>
            <a:spLocks noGrp="1"/>
          </p:cNvSpPr>
          <p:nvPr>
            <p:ph sz="quarter" idx="10"/>
          </p:nvPr>
        </p:nvSpPr>
        <p:spPr bwMode="auto"/>
        <p:txBody>
          <a:bodyPr vertOverflow="overflow" horzOverflow="overflow" vert="horz" wrap="square" lIns="0" tIns="0" rIns="0" bIns="0" numCol="1" spcCol="0" rtlCol="0" fromWordArt="0" anchor="t" anchorCtr="0" forceAA="0" compatLnSpc="0">
            <a:normAutofit/>
          </a:bodyPr>
          <a:lstStyle/>
          <a:p>
            <a:pPr lvl="0">
              <a:lnSpc>
                <a:spcPct val="100000"/>
              </a:lnSpc>
              <a:spcBef>
                <a:spcPct val="0"/>
              </a:spcBef>
              <a:spcAft>
                <a:spcPts val="719"/>
              </a:spcAft>
              <a:defRPr/>
            </a:pPr>
            <a:r>
              <a:rPr lang="es-ES" sz="2200" b="0" i="0" strike="noStrike" cap="none" baseline="0" dirty="0">
                <a:solidFill>
                  <a:srgbClr val="000000"/>
                </a:solidFill>
                <a:effectLst/>
                <a:latin typeface="Segoe UI"/>
                <a:ea typeface="Segoe UI"/>
                <a:cs typeface="Segoe UI"/>
              </a:rPr>
              <a:t>Cosmos DB indexa automáticamente todas las propiedades de forma predeterminada. Bueno para empezar, caro a escala</a:t>
            </a:r>
            <a:endParaRPr sz="2200" dirty="0"/>
          </a:p>
          <a:p>
            <a:pPr lvl="0">
              <a:lnSpc>
                <a:spcPct val="100000"/>
              </a:lnSpc>
              <a:spcBef>
                <a:spcPct val="0"/>
              </a:spcBef>
              <a:spcAft>
                <a:spcPts val="719"/>
              </a:spcAft>
              <a:defRPr/>
            </a:pPr>
            <a:r>
              <a:rPr lang="es-ES" sz="2200" b="0" i="0" strike="noStrike" cap="none" baseline="0" dirty="0">
                <a:solidFill>
                  <a:srgbClr val="000000"/>
                </a:solidFill>
                <a:effectLst/>
                <a:latin typeface="Segoe UI"/>
                <a:ea typeface="Segoe UI"/>
                <a:cs typeface="Segoe UI"/>
              </a:rPr>
              <a:t>La personalización de directivas de indexación desbloquea importantes optimizaciones de costes y rendimiento</a:t>
            </a:r>
            <a:endParaRPr sz="2200" dirty="0"/>
          </a:p>
          <a:p>
            <a:pPr lvl="0">
              <a:lnSpc>
                <a:spcPct val="100000"/>
              </a:lnSpc>
              <a:spcBef>
                <a:spcPct val="0"/>
              </a:spcBef>
              <a:spcAft>
                <a:spcPts val="719"/>
              </a:spcAft>
              <a:defRPr/>
            </a:pPr>
            <a:r>
              <a:rPr lang="es-ES" sz="2200" b="0" i="0" strike="noStrike" cap="none" baseline="0" dirty="0">
                <a:solidFill>
                  <a:srgbClr val="000000"/>
                </a:solidFill>
                <a:effectLst/>
                <a:latin typeface="Segoe UI"/>
                <a:ea typeface="Segoe UI"/>
                <a:cs typeface="Segoe UI"/>
              </a:rPr>
              <a:t>Las cargas de trabajo de IA tienen patrones de acceso predecibles: filtrado por metadatos, ordenación por relevancia, búsqueda mediante inserción</a:t>
            </a:r>
            <a:endParaRPr sz="2200" dirty="0"/>
          </a:p>
          <a:p>
            <a:pPr lvl="0">
              <a:lnSpc>
                <a:spcPct val="100000"/>
              </a:lnSpc>
              <a:spcBef>
                <a:spcPct val="0"/>
              </a:spcBef>
              <a:spcAft>
                <a:spcPts val="719"/>
              </a:spcAft>
              <a:defRPr/>
            </a:pPr>
            <a:r>
              <a:rPr lang="es-ES" sz="2200" b="0" i="0" strike="noStrike" cap="none" baseline="0" dirty="0">
                <a:solidFill>
                  <a:srgbClr val="000000"/>
                </a:solidFill>
                <a:effectLst/>
                <a:latin typeface="Segoe UI"/>
                <a:ea typeface="Segoe UI"/>
                <a:cs typeface="Segoe UI"/>
              </a:rPr>
              <a:t>Inserta matrices de almacenamiento de residuos cuando se incluyen en índices de intervalo. Exclúyelos y usa índices vectoriales en su lugar.</a:t>
            </a:r>
            <a:endParaRPr sz="2200" dirty="0"/>
          </a:p>
          <a:p>
            <a:pPr lvl="0">
              <a:lnSpc>
                <a:spcPct val="100000"/>
              </a:lnSpc>
              <a:spcBef>
                <a:spcPct val="0"/>
              </a:spcBef>
              <a:spcAft>
                <a:spcPts val="719"/>
              </a:spcAft>
              <a:defRPr/>
            </a:pPr>
            <a:r>
              <a:rPr lang="es-ES" sz="2200" b="0" i="0" strike="noStrike" cap="none" baseline="0" dirty="0">
                <a:solidFill>
                  <a:srgbClr val="000000"/>
                </a:solidFill>
                <a:effectLst/>
                <a:latin typeface="Segoe UI"/>
                <a:ea typeface="Segoe UI"/>
                <a:cs typeface="Segoe UI"/>
              </a:rPr>
              <a:t>Los niveles de coherencia controlan el equilibrio entre la actualización, la latencia y el coste de RU de los datos</a:t>
            </a:r>
            <a:endParaRPr sz="2200" dirty="0"/>
          </a:p>
          <a:p>
            <a:pPr>
              <a:lnSpc>
                <a:spcPct val="100000"/>
              </a:lnSpc>
              <a:spcBef>
                <a:spcPct val="0"/>
              </a:spcBef>
              <a:spcAft>
                <a:spcPts val="719"/>
              </a:spcAft>
              <a:defRPr/>
            </a:pPr>
            <a:r>
              <a:rPr lang="es-ES" sz="2200" b="0" i="0" strike="noStrike" cap="none" baseline="0" dirty="0">
                <a:solidFill>
                  <a:srgbClr val="000000"/>
                </a:solidFill>
                <a:effectLst/>
                <a:latin typeface="Segoe UI"/>
                <a:ea typeface="Segoe UI"/>
                <a:cs typeface="Segoe UI"/>
              </a:rPr>
              <a:t>La coherencia de la sesión se adapta a la mayoría de las aplicaciones de IA. Escenarios especializados fuertes y posibles</a:t>
            </a:r>
            <a:endParaRPr lang="en-US" dirty="0"/>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11628342" name="Title 1"/>
          <p:cNvSpPr>
            <a:spLocks noGrp="1"/>
          </p:cNvSpPr>
          <p:nvPr>
            <p:ph type="title"/>
          </p:nvPr>
        </p:nvSpPr>
        <p:spPr bwMode="auto"/>
        <p:txBody>
          <a:bodyPr/>
          <a:lstStyle/>
          <a:p>
            <a:pPr>
              <a:defRPr/>
            </a:pPr>
            <a:r>
              <a:rPr lang="es-ES" sz="3200" b="0" i="0" strike="noStrike" cap="none" baseline="0">
                <a:solidFill>
                  <a:srgbClr val="000000"/>
                </a:solidFill>
                <a:effectLst/>
                <a:latin typeface="Segoe UI Semibold"/>
                <a:ea typeface="Segoe UI Semibold"/>
                <a:cs typeface="Segoe UI Semibold"/>
              </a:rPr>
              <a:t>Conoce los índices de Azure Cosmos DB</a:t>
            </a:r>
            <a:endParaRPr/>
          </a:p>
        </p:txBody>
      </p:sp>
      <p:sp>
        <p:nvSpPr>
          <p:cNvPr id="91023336" name="TextBox 2"/>
          <p:cNvSpPr txBox="1"/>
          <p:nvPr/>
        </p:nvSpPr>
        <p:spPr bwMode="auto">
          <a:xfrm>
            <a:off x="457199" y="1225296"/>
            <a:ext cx="10666890" cy="4952026"/>
          </a:xfrm>
          <a:prstGeom prst="rect">
            <a:avLst/>
          </a:prstGeom>
          <a:noFill/>
        </p:spPr>
        <p:txBody>
          <a:bodyPr rot="0" spcFirstLastPara="0" vertOverflow="overflow" horzOverflow="overflow" vert="horz" wrap="square" lIns="91440" tIns="0" rIns="0" bIns="0" numCol="1" spcCol="0" rtlCol="0" fromWordArt="0" anchor="t" anchorCtr="0" forceAA="0" compatLnSpc="1">
            <a:prstTxWarp prst="textNoShape">
              <a:avLst/>
            </a:prstTxWarp>
            <a:noAutofit/>
          </a:bodyPr>
          <a:lstStyle/>
          <a:p>
            <a:pPr marL="0" marR="0" lvl="0" indent="0" algn="l">
              <a:lnSpc>
                <a:spcPct val="100000"/>
              </a:lnSpc>
              <a:spcBef>
                <a:spcPct val="0"/>
              </a:spcBef>
              <a:spcAft>
                <a:spcPts val="359"/>
              </a:spcAft>
              <a:buNone/>
              <a:defRPr/>
            </a:pPr>
            <a:r>
              <a:rPr lang="es-ES" sz="2000" b="0" i="0" strike="noStrike" cap="none" baseline="0" dirty="0">
                <a:solidFill>
                  <a:srgbClr val="000000"/>
                </a:solidFill>
                <a:effectLst/>
                <a:latin typeface="Segoe UI Semibold"/>
                <a:ea typeface="Segoe UI Semibold"/>
                <a:cs typeface="Segoe UI Semibold"/>
              </a:rPr>
              <a:t>Tipos de índice</a:t>
            </a:r>
            <a:endParaRPr sz="2200" dirty="0"/>
          </a:p>
          <a:p>
            <a:pPr marL="228600" marR="0" lvl="0" indent="-228600" algn="l">
              <a:lnSpc>
                <a:spcPct val="100000"/>
              </a:lnSpc>
              <a:spcBef>
                <a:spcPct val="0"/>
              </a:spcBef>
              <a:spcAft>
                <a:spcPts val="359"/>
              </a:spcAft>
              <a:buChar char="•"/>
              <a:defRPr/>
            </a:pPr>
            <a:r>
              <a:rPr lang="es-ES" sz="1800" b="0" i="0" strike="noStrike" cap="none" baseline="0" dirty="0">
                <a:solidFill>
                  <a:srgbClr val="000000"/>
                </a:solidFill>
                <a:effectLst/>
                <a:latin typeface="Segoe UI"/>
                <a:ea typeface="Segoe UI"/>
                <a:cs typeface="Segoe UI"/>
              </a:rPr>
              <a:t>Rango: igualdad, filtros de intervalo, ORDER BY de propiedad única</a:t>
            </a:r>
            <a:endParaRPr lang="en-US" sz="1800" b="0" i="0" u="none" strike="noStrike" cap="none" spc="0" dirty="0">
              <a:solidFill>
                <a:schemeClr val="tx1"/>
              </a:solidFill>
              <a:latin typeface="Segoe UI"/>
              <a:cs typeface="Segoe UI"/>
            </a:endParaRPr>
          </a:p>
          <a:p>
            <a:pPr marL="228600" marR="0" lvl="0" indent="-228600" algn="l">
              <a:lnSpc>
                <a:spcPct val="100000"/>
              </a:lnSpc>
              <a:spcBef>
                <a:spcPct val="0"/>
              </a:spcBef>
              <a:spcAft>
                <a:spcPts val="359"/>
              </a:spcAft>
              <a:buChar char="•"/>
              <a:defRPr/>
            </a:pPr>
            <a:r>
              <a:rPr lang="es-ES" sz="1800" b="0" i="0" strike="noStrike" cap="none" baseline="0" dirty="0">
                <a:solidFill>
                  <a:srgbClr val="000000"/>
                </a:solidFill>
                <a:effectLst/>
                <a:latin typeface="Segoe UI"/>
                <a:ea typeface="Segoe UI"/>
                <a:cs typeface="Segoe UI"/>
              </a:rPr>
              <a:t>Compuesto: ordenación de varias propiedades y filtro combinado + ordenación</a:t>
            </a:r>
            <a:endParaRPr lang="en-US" sz="1800" b="0" i="0" u="none" strike="noStrike" cap="none" spc="0" dirty="0">
              <a:solidFill>
                <a:schemeClr val="tx1"/>
              </a:solidFill>
              <a:latin typeface="Segoe UI"/>
              <a:cs typeface="Segoe UI"/>
            </a:endParaRPr>
          </a:p>
          <a:p>
            <a:pPr marL="228600" marR="0" lvl="0" indent="-228600" algn="l">
              <a:lnSpc>
                <a:spcPct val="100000"/>
              </a:lnSpc>
              <a:spcBef>
                <a:spcPct val="0"/>
              </a:spcBef>
              <a:spcAft>
                <a:spcPts val="359"/>
              </a:spcAft>
              <a:buChar char="•"/>
              <a:defRPr/>
            </a:pPr>
            <a:r>
              <a:rPr lang="es-ES" sz="1800" b="0" i="0" strike="noStrike" cap="none" baseline="0" dirty="0">
                <a:solidFill>
                  <a:srgbClr val="000000"/>
                </a:solidFill>
                <a:effectLst/>
                <a:latin typeface="Segoe UI"/>
                <a:ea typeface="Segoe UI"/>
                <a:cs typeface="Segoe UI"/>
              </a:rPr>
              <a:t>Vector: búsqueda de similitud </a:t>
            </a:r>
            <a:r>
              <a:rPr lang="es-ES" sz="1800" b="0" i="0" strike="noStrike" cap="none" baseline="0" dirty="0" err="1">
                <a:solidFill>
                  <a:srgbClr val="000000"/>
                </a:solidFill>
                <a:effectLst/>
                <a:latin typeface="Segoe UI"/>
                <a:ea typeface="Segoe UI"/>
                <a:cs typeface="Segoe UI"/>
              </a:rPr>
              <a:t>vectorDistance</a:t>
            </a:r>
            <a:r>
              <a:rPr lang="es-ES" sz="1800" b="0" i="0" strike="noStrike" cap="none" baseline="0" dirty="0">
                <a:solidFill>
                  <a:srgbClr val="000000"/>
                </a:solidFill>
                <a:effectLst/>
                <a:latin typeface="Segoe UI"/>
                <a:ea typeface="Segoe UI"/>
                <a:cs typeface="Segoe UI"/>
              </a:rPr>
              <a:t> (flat, </a:t>
            </a:r>
            <a:r>
              <a:rPr lang="es-ES" sz="1800" b="0" i="0" strike="noStrike" cap="none" baseline="0" dirty="0" err="1">
                <a:solidFill>
                  <a:srgbClr val="000000"/>
                </a:solidFill>
                <a:effectLst/>
                <a:latin typeface="Segoe UI"/>
                <a:ea typeface="Segoe UI"/>
                <a:cs typeface="Segoe UI"/>
              </a:rPr>
              <a:t>quantizedFlat</a:t>
            </a:r>
            <a:r>
              <a:rPr lang="es-ES" sz="1800" b="0" i="0" strike="noStrike" cap="none" baseline="0" dirty="0">
                <a:solidFill>
                  <a:srgbClr val="000000"/>
                </a:solidFill>
                <a:effectLst/>
                <a:latin typeface="Segoe UI"/>
                <a:ea typeface="Segoe UI"/>
                <a:cs typeface="Segoe UI"/>
              </a:rPr>
              <a:t>, </a:t>
            </a:r>
            <a:r>
              <a:rPr lang="es-ES" sz="1800" b="0" i="0" strike="noStrike" cap="none" baseline="0" dirty="0" err="1">
                <a:solidFill>
                  <a:srgbClr val="000000"/>
                </a:solidFill>
                <a:effectLst/>
                <a:latin typeface="Segoe UI"/>
                <a:ea typeface="Segoe UI"/>
                <a:cs typeface="Segoe UI"/>
              </a:rPr>
              <a:t>diskANN</a:t>
            </a:r>
            <a:r>
              <a:rPr lang="es-ES" sz="1800" b="0" i="0" strike="noStrike" cap="none" baseline="0" dirty="0">
                <a:solidFill>
                  <a:srgbClr val="000000"/>
                </a:solidFill>
                <a:effectLst/>
                <a:latin typeface="Segoe UI"/>
                <a:ea typeface="Segoe UI"/>
                <a:cs typeface="Segoe UI"/>
              </a:rPr>
              <a:t>)</a:t>
            </a:r>
            <a:endParaRPr lang="en-US" sz="1800" b="0" i="0" u="none" strike="noStrike" cap="none" spc="0" dirty="0">
              <a:solidFill>
                <a:schemeClr val="tx1"/>
              </a:solidFill>
              <a:latin typeface="Segoe UI"/>
              <a:cs typeface="Segoe UI"/>
            </a:endParaRPr>
          </a:p>
          <a:p>
            <a:pPr marL="228600" marR="0" lvl="0" indent="-228600" algn="l">
              <a:lnSpc>
                <a:spcPct val="100000"/>
              </a:lnSpc>
              <a:spcBef>
                <a:spcPct val="0"/>
              </a:spcBef>
              <a:spcAft>
                <a:spcPts val="359"/>
              </a:spcAft>
              <a:buChar char="•"/>
              <a:defRPr/>
            </a:pPr>
            <a:r>
              <a:rPr lang="es-ES" sz="1800" b="0" i="0" strike="noStrike" cap="none" baseline="0" dirty="0">
                <a:solidFill>
                  <a:srgbClr val="000000"/>
                </a:solidFill>
                <a:effectLst/>
                <a:latin typeface="Segoe UI"/>
                <a:ea typeface="Segoe UI"/>
                <a:cs typeface="Segoe UI"/>
              </a:rPr>
              <a:t>Espacial: consultas geoespaciales (ST_DISTANCE, ST_WITHIN)</a:t>
            </a:r>
            <a:endParaRPr sz="2000" dirty="0"/>
          </a:p>
          <a:p>
            <a:pPr marL="0" lvl="0" indent="0">
              <a:lnSpc>
                <a:spcPct val="100000"/>
              </a:lnSpc>
              <a:spcBef>
                <a:spcPts val="2231"/>
              </a:spcBef>
              <a:spcAft>
                <a:spcPts val="359"/>
              </a:spcAft>
              <a:buNone/>
              <a:defRPr/>
            </a:pPr>
            <a:r>
              <a:rPr lang="es-ES" sz="2000" b="0" i="0" strike="noStrike" cap="none" baseline="0" dirty="0">
                <a:solidFill>
                  <a:srgbClr val="000000"/>
                </a:solidFill>
                <a:effectLst/>
                <a:latin typeface="Segoe UI Semibold"/>
                <a:ea typeface="Segoe UI Semibold"/>
                <a:cs typeface="Segoe UI Semibold"/>
              </a:rPr>
              <a:t>Sintaxis de </a:t>
            </a:r>
            <a:r>
              <a:rPr lang="es-ES" sz="2000" b="0" i="0" strike="noStrike" cap="none" baseline="0" dirty="0" err="1">
                <a:solidFill>
                  <a:srgbClr val="000000"/>
                </a:solidFill>
                <a:effectLst/>
                <a:latin typeface="Segoe UI Semibold"/>
                <a:ea typeface="Segoe UI Semibold"/>
                <a:cs typeface="Segoe UI Semibold"/>
              </a:rPr>
              <a:t>path</a:t>
            </a:r>
            <a:endParaRPr sz="2000" dirty="0"/>
          </a:p>
          <a:p>
            <a:pPr marL="228600" marR="0" lvl="0" indent="-228600" algn="l">
              <a:lnSpc>
                <a:spcPct val="100000"/>
              </a:lnSpc>
              <a:spcBef>
                <a:spcPct val="0"/>
              </a:spcBef>
              <a:spcAft>
                <a:spcPts val="359"/>
              </a:spcAft>
              <a:buChar char="•"/>
              <a:defRPr/>
            </a:pPr>
            <a:r>
              <a:rPr lang="es-ES" sz="1800" b="0" i="0" strike="noStrike" cap="none" baseline="0" dirty="0">
                <a:solidFill>
                  <a:srgbClr val="000000"/>
                </a:solidFill>
                <a:effectLst/>
                <a:latin typeface="Consolas"/>
                <a:ea typeface="Consolas"/>
                <a:cs typeface="Consolas"/>
              </a:rPr>
              <a:t>/*</a:t>
            </a:r>
            <a:r>
              <a:rPr lang="es-ES" sz="1800" b="0" i="0" strike="noStrike" cap="none" baseline="0" dirty="0">
                <a:solidFill>
                  <a:srgbClr val="000000"/>
                </a:solidFill>
                <a:effectLst/>
                <a:latin typeface="Segoe UI"/>
                <a:ea typeface="Segoe UI"/>
                <a:cs typeface="Segoe UI"/>
              </a:rPr>
              <a:t> indexa todas las propiedades de forma recursiva</a:t>
            </a:r>
            <a:endParaRPr lang="en-US" sz="1800" b="0" i="0" u="none" strike="noStrike" cap="none" spc="0" dirty="0">
              <a:solidFill>
                <a:schemeClr val="tx1"/>
              </a:solidFill>
              <a:latin typeface="Segoe UI"/>
              <a:cs typeface="Segoe UI"/>
            </a:endParaRPr>
          </a:p>
          <a:p>
            <a:pPr marL="228600" marR="0" lvl="0" indent="-228600" algn="l">
              <a:lnSpc>
                <a:spcPct val="100000"/>
              </a:lnSpc>
              <a:spcBef>
                <a:spcPct val="0"/>
              </a:spcBef>
              <a:spcAft>
                <a:spcPts val="359"/>
              </a:spcAft>
              <a:buChar char="•"/>
              <a:defRPr/>
            </a:pPr>
            <a:r>
              <a:rPr lang="es-ES" sz="1800" b="0" i="0" strike="noStrike" cap="none" baseline="0" dirty="0">
                <a:solidFill>
                  <a:srgbClr val="000000"/>
                </a:solidFill>
                <a:effectLst/>
                <a:latin typeface="Consolas"/>
                <a:ea typeface="Consolas"/>
                <a:cs typeface="Consolas"/>
              </a:rPr>
              <a:t>/</a:t>
            </a:r>
            <a:r>
              <a:rPr lang="es-ES" sz="1800" b="0" i="0" strike="noStrike" cap="none" baseline="0" dirty="0" err="1">
                <a:solidFill>
                  <a:srgbClr val="000000"/>
                </a:solidFill>
                <a:effectLst/>
                <a:latin typeface="Consolas"/>
                <a:ea typeface="Consolas"/>
                <a:cs typeface="Consolas"/>
              </a:rPr>
              <a:t>property</a:t>
            </a:r>
            <a:r>
              <a:rPr lang="es-ES" sz="1800" b="0" i="0" strike="noStrike" cap="none" baseline="0" dirty="0">
                <a:solidFill>
                  <a:srgbClr val="000000"/>
                </a:solidFill>
                <a:effectLst/>
                <a:latin typeface="Consolas"/>
                <a:ea typeface="Consolas"/>
                <a:cs typeface="Consolas"/>
              </a:rPr>
              <a:t>/?</a:t>
            </a:r>
            <a:r>
              <a:rPr lang="es-ES" sz="1800" b="0" i="0" strike="noStrike" cap="none" baseline="0" dirty="0">
                <a:solidFill>
                  <a:srgbClr val="000000"/>
                </a:solidFill>
                <a:effectLst/>
                <a:latin typeface="Segoe UI"/>
                <a:ea typeface="Segoe UI"/>
                <a:cs typeface="Segoe UI"/>
              </a:rPr>
              <a:t> indexa un valor escalar</a:t>
            </a:r>
            <a:endParaRPr lang="en-US" sz="1800" b="0" i="0" u="none" strike="noStrike" cap="none" spc="0" dirty="0">
              <a:solidFill>
                <a:schemeClr val="tx1"/>
              </a:solidFill>
              <a:latin typeface="Segoe UI"/>
              <a:cs typeface="Segoe UI"/>
            </a:endParaRPr>
          </a:p>
          <a:p>
            <a:pPr marL="228600" marR="0" lvl="0" indent="-228600" algn="l">
              <a:lnSpc>
                <a:spcPct val="100000"/>
              </a:lnSpc>
              <a:spcBef>
                <a:spcPct val="0"/>
              </a:spcBef>
              <a:spcAft>
                <a:spcPts val="359"/>
              </a:spcAft>
              <a:buChar char="•"/>
              <a:defRPr/>
            </a:pPr>
            <a:r>
              <a:rPr lang="es-ES" sz="1800" b="0" i="0" strike="noStrike" cap="none" baseline="0" dirty="0">
                <a:solidFill>
                  <a:srgbClr val="000000"/>
                </a:solidFill>
                <a:effectLst/>
                <a:latin typeface="Consolas"/>
                <a:ea typeface="Consolas"/>
                <a:cs typeface="Consolas"/>
              </a:rPr>
              <a:t>/array/[]</a:t>
            </a:r>
            <a:r>
              <a:rPr lang="es-ES" sz="1800" b="0" i="0" strike="noStrike" cap="none" baseline="0" dirty="0">
                <a:solidFill>
                  <a:srgbClr val="000000"/>
                </a:solidFill>
                <a:effectLst/>
                <a:latin typeface="Segoe UI"/>
                <a:ea typeface="Segoe UI"/>
                <a:cs typeface="Segoe UI"/>
              </a:rPr>
              <a:t> indexa elementos de matriz</a:t>
            </a:r>
            <a:endParaRPr lang="en-US" sz="1800" b="0" i="0" u="none" strike="noStrike" cap="none" spc="0" dirty="0">
              <a:solidFill>
                <a:schemeClr val="tx1"/>
              </a:solidFill>
              <a:latin typeface="Segoe UI"/>
              <a:cs typeface="Segoe UI"/>
            </a:endParaRPr>
          </a:p>
          <a:p>
            <a:pPr marL="228600" marR="0" lvl="0" indent="-228600" algn="l">
              <a:lnSpc>
                <a:spcPct val="100000"/>
              </a:lnSpc>
              <a:spcBef>
                <a:spcPct val="0"/>
              </a:spcBef>
              <a:spcAft>
                <a:spcPts val="359"/>
              </a:spcAft>
              <a:buChar char="•"/>
              <a:defRPr/>
            </a:pPr>
            <a:r>
              <a:rPr lang="es-ES" sz="1800" b="0" i="0" strike="noStrike" cap="none" baseline="0" dirty="0">
                <a:solidFill>
                  <a:srgbClr val="000000"/>
                </a:solidFill>
                <a:effectLst/>
                <a:latin typeface="Segoe UI"/>
                <a:ea typeface="Segoe UI"/>
                <a:cs typeface="Segoe UI"/>
              </a:rPr>
              <a:t>Las rutas de acceso más específicas invalidan las generales</a:t>
            </a:r>
            <a:endParaRPr sz="2000" dirty="0"/>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38575405" name="Title 1"/>
          <p:cNvSpPr>
            <a:spLocks noGrp="1"/>
          </p:cNvSpPr>
          <p:nvPr>
            <p:ph type="title"/>
          </p:nvPr>
        </p:nvSpPr>
        <p:spPr bwMode="auto"/>
        <p:txBody>
          <a:bodyPr/>
          <a:lstStyle/>
          <a:p>
            <a:pPr>
              <a:defRPr/>
            </a:pPr>
            <a:r>
              <a:rPr lang="es-ES" sz="3200" b="0" i="0" strike="noStrike" cap="none" baseline="0">
                <a:solidFill>
                  <a:srgbClr val="000000"/>
                </a:solidFill>
                <a:effectLst/>
                <a:latin typeface="Segoe UI Semibold"/>
                <a:ea typeface="Segoe UI Semibold"/>
                <a:cs typeface="Segoe UI Semibold"/>
              </a:rPr>
              <a:t>Configuración de índices compuestos e intervalos</a:t>
            </a:r>
            <a:endParaRPr lang="en-US"/>
          </a:p>
        </p:txBody>
      </p:sp>
      <p:sp>
        <p:nvSpPr>
          <p:cNvPr id="905129102" name="TextBox 2"/>
          <p:cNvSpPr txBox="1"/>
          <p:nvPr/>
        </p:nvSpPr>
        <p:spPr bwMode="auto">
          <a:xfrm>
            <a:off x="582239" y="1229358"/>
            <a:ext cx="5148001" cy="4843371"/>
          </a:xfrm>
          <a:prstGeom prst="rect">
            <a:avLst/>
          </a:prstGeom>
          <a:noFill/>
        </p:spPr>
        <p:txBody>
          <a:bodyPr rot="0" spcFirstLastPara="0" vertOverflow="overflow" horzOverflow="overflow" vert="horz" wrap="square" lIns="91440" tIns="45720" rIns="0" bIns="45720" numCol="1" spcCol="0" rtlCol="0" fromWordArt="0" anchor="t" anchorCtr="0" forceAA="0" compatLnSpc="1">
            <a:prstTxWarp prst="textNoShape">
              <a:avLst/>
            </a:prstTxWarp>
            <a:noAutofit/>
          </a:bodyPr>
          <a:lstStyle/>
          <a:p>
            <a:pPr>
              <a:lnSpc>
                <a:spcPct val="100000"/>
              </a:lnSpc>
              <a:spcBef>
                <a:spcPct val="0"/>
              </a:spcBef>
              <a:spcAft>
                <a:spcPts val="719"/>
              </a:spcAft>
              <a:defRPr/>
            </a:pPr>
            <a:r>
              <a:rPr lang="es-ES" sz="2000" b="0" i="0" strike="noStrike" cap="none" baseline="0" dirty="0">
                <a:solidFill>
                  <a:srgbClr val="000000"/>
                </a:solidFill>
                <a:effectLst/>
                <a:latin typeface="Segoe UI Semibold"/>
                <a:ea typeface="Segoe UI Semibold"/>
                <a:cs typeface="Segoe UI Semibold"/>
              </a:rPr>
              <a:t>Índices de intervalo para filtros</a:t>
            </a:r>
            <a:endParaRPr dirty="0"/>
          </a:p>
          <a:p>
            <a:pPr>
              <a:defRPr/>
            </a:pPr>
            <a:r>
              <a:rPr lang="es-ES" sz="1600" b="0" i="0" strike="noStrike" cap="none" baseline="0" dirty="0">
                <a:solidFill>
                  <a:srgbClr val="0000FF"/>
                </a:solidFill>
                <a:effectLst/>
                <a:latin typeface="Consolas"/>
                <a:ea typeface="Consolas"/>
                <a:cs typeface="Consolas"/>
              </a:rPr>
              <a:t>SELECT</a:t>
            </a:r>
            <a:r>
              <a:rPr lang="es-ES" sz="1600" b="0" i="0" strike="noStrike" cap="none" baseline="0" dirty="0">
                <a:solidFill>
                  <a:srgbClr val="000000"/>
                </a:solidFill>
                <a:effectLst/>
                <a:latin typeface="Consolas"/>
                <a:ea typeface="Consolas"/>
                <a:cs typeface="Consolas"/>
              </a:rPr>
              <a:t> * </a:t>
            </a:r>
            <a:r>
              <a:rPr lang="es-ES" sz="1600" b="0" i="0" strike="noStrike" cap="none" baseline="0" dirty="0">
                <a:solidFill>
                  <a:srgbClr val="0000FF"/>
                </a:solidFill>
                <a:effectLst/>
                <a:latin typeface="Consolas"/>
                <a:ea typeface="Consolas"/>
                <a:cs typeface="Consolas"/>
              </a:rPr>
              <a:t>FROM</a:t>
            </a:r>
            <a:r>
              <a:rPr lang="es-ES" sz="1600" b="0" i="0" strike="noStrike" cap="none" baseline="0" dirty="0">
                <a:solidFill>
                  <a:srgbClr val="000000"/>
                </a:solidFill>
                <a:effectLst/>
                <a:latin typeface="Consolas"/>
                <a:ea typeface="Consolas"/>
                <a:cs typeface="Consolas"/>
              </a:rPr>
              <a:t> c</a:t>
            </a:r>
            <a:endParaRPr sz="2200" dirty="0"/>
          </a:p>
          <a:p>
            <a:pPr>
              <a:defRPr/>
            </a:pPr>
            <a:r>
              <a:rPr lang="es-ES" sz="1600" b="0" i="0" strike="noStrike" cap="none" baseline="0" dirty="0">
                <a:solidFill>
                  <a:srgbClr val="0000FF"/>
                </a:solidFill>
                <a:effectLst/>
                <a:latin typeface="Consolas"/>
                <a:ea typeface="Consolas"/>
                <a:cs typeface="Consolas"/>
              </a:rPr>
              <a:t>WHERE</a:t>
            </a:r>
            <a:r>
              <a:rPr lang="es-ES" sz="1600" b="0" i="0" strike="noStrike" cap="none" baseline="0" dirty="0">
                <a:solidFill>
                  <a:srgbClr val="000000"/>
                </a:solidFill>
                <a:effectLst/>
                <a:latin typeface="Consolas"/>
                <a:ea typeface="Consolas"/>
                <a:cs typeface="Consolas"/>
              </a:rPr>
              <a:t> </a:t>
            </a:r>
            <a:r>
              <a:rPr lang="es-ES" sz="1600" b="0" i="0" strike="noStrike" cap="none" baseline="0" dirty="0" err="1">
                <a:solidFill>
                  <a:srgbClr val="000000"/>
                </a:solidFill>
                <a:effectLst/>
                <a:latin typeface="Consolas"/>
                <a:ea typeface="Consolas"/>
                <a:cs typeface="Consolas"/>
              </a:rPr>
              <a:t>c.documentType</a:t>
            </a:r>
            <a:r>
              <a:rPr lang="es-ES" sz="1600" b="0" i="0" strike="noStrike" cap="none" baseline="0" dirty="0">
                <a:solidFill>
                  <a:srgbClr val="000000"/>
                </a:solidFill>
                <a:effectLst/>
                <a:latin typeface="Consolas"/>
                <a:ea typeface="Consolas"/>
                <a:cs typeface="Consolas"/>
              </a:rPr>
              <a:t> = </a:t>
            </a:r>
            <a:r>
              <a:rPr lang="es-ES" sz="1600" b="0" i="0" strike="noStrike" cap="none" baseline="0" dirty="0">
                <a:solidFill>
                  <a:srgbClr val="A31515"/>
                </a:solidFill>
                <a:effectLst/>
                <a:latin typeface="Consolas"/>
                <a:ea typeface="Consolas"/>
                <a:cs typeface="Consolas"/>
              </a:rPr>
              <a:t>'</a:t>
            </a:r>
            <a:r>
              <a:rPr lang="es-ES" sz="1600" b="0" i="0" strike="noStrike" cap="none" baseline="0" dirty="0" err="1">
                <a:solidFill>
                  <a:srgbClr val="A31515"/>
                </a:solidFill>
                <a:effectLst/>
                <a:latin typeface="Consolas"/>
                <a:ea typeface="Consolas"/>
                <a:cs typeface="Consolas"/>
              </a:rPr>
              <a:t>pdf</a:t>
            </a:r>
            <a:r>
              <a:rPr lang="es-ES" sz="1600" b="0" i="0" strike="noStrike" cap="none" baseline="0" dirty="0">
                <a:solidFill>
                  <a:srgbClr val="A31515"/>
                </a:solidFill>
                <a:effectLst/>
                <a:latin typeface="Consolas"/>
                <a:ea typeface="Consolas"/>
                <a:cs typeface="Consolas"/>
              </a:rPr>
              <a:t>'</a:t>
            </a:r>
            <a:endParaRPr sz="1600" dirty="0"/>
          </a:p>
          <a:p>
            <a:pPr>
              <a:defRPr/>
            </a:pPr>
            <a:r>
              <a:rPr lang="es-ES" sz="1600" b="0" i="0" strike="noStrike" cap="none" baseline="0" dirty="0">
                <a:solidFill>
                  <a:srgbClr val="000000"/>
                </a:solidFill>
                <a:effectLst/>
                <a:latin typeface="Consolas"/>
                <a:ea typeface="Consolas"/>
                <a:cs typeface="Consolas"/>
              </a:rPr>
              <a:t> </a:t>
            </a:r>
            <a:r>
              <a:rPr lang="es-ES" sz="1600" b="0" i="0" strike="noStrike" cap="none" baseline="0" dirty="0">
                <a:solidFill>
                  <a:srgbClr val="0000FF"/>
                </a:solidFill>
                <a:effectLst/>
                <a:latin typeface="Consolas"/>
                <a:ea typeface="Consolas"/>
                <a:cs typeface="Consolas"/>
              </a:rPr>
              <a:t>AND</a:t>
            </a:r>
            <a:r>
              <a:rPr lang="es-ES" sz="1600" b="0" i="0" strike="noStrike" cap="none" baseline="0" dirty="0">
                <a:solidFill>
                  <a:srgbClr val="000000"/>
                </a:solidFill>
                <a:effectLst/>
                <a:latin typeface="Consolas"/>
                <a:ea typeface="Consolas"/>
                <a:cs typeface="Consolas"/>
              </a:rPr>
              <a:t> </a:t>
            </a:r>
            <a:r>
              <a:rPr lang="es-ES" sz="1600" b="0" i="0" strike="noStrike" cap="none" baseline="0" dirty="0" err="1">
                <a:solidFill>
                  <a:srgbClr val="000000"/>
                </a:solidFill>
                <a:effectLst/>
                <a:latin typeface="Consolas"/>
                <a:ea typeface="Consolas"/>
                <a:cs typeface="Consolas"/>
              </a:rPr>
              <a:t>c.uploadDate</a:t>
            </a:r>
            <a:r>
              <a:rPr lang="es-ES" sz="1600" b="0" i="0" strike="noStrike" cap="none" baseline="0" dirty="0">
                <a:solidFill>
                  <a:srgbClr val="000000"/>
                </a:solidFill>
                <a:effectLst/>
                <a:latin typeface="Consolas"/>
                <a:ea typeface="Consolas"/>
                <a:cs typeface="Consolas"/>
              </a:rPr>
              <a:t> &gt; </a:t>
            </a:r>
            <a:r>
              <a:rPr lang="es-ES" sz="1600" b="0" i="0" strike="noStrike" cap="none" baseline="0" dirty="0">
                <a:solidFill>
                  <a:srgbClr val="A31515"/>
                </a:solidFill>
                <a:effectLst/>
                <a:latin typeface="Consolas"/>
                <a:ea typeface="Consolas"/>
                <a:cs typeface="Consolas"/>
              </a:rPr>
              <a:t>'2024-01-01'</a:t>
            </a:r>
            <a:endParaRPr lang="en-US" dirty="0"/>
          </a:p>
          <a:p>
            <a:pPr>
              <a:lnSpc>
                <a:spcPct val="100000"/>
              </a:lnSpc>
              <a:spcBef>
                <a:spcPts val="1439"/>
              </a:spcBef>
              <a:spcAft>
                <a:spcPts val="719"/>
              </a:spcAft>
              <a:defRPr/>
            </a:pPr>
            <a:r>
              <a:rPr lang="es-ES" sz="2000" b="0" i="0" strike="noStrike" cap="none" baseline="0" dirty="0">
                <a:solidFill>
                  <a:srgbClr val="000000"/>
                </a:solidFill>
                <a:effectLst/>
                <a:latin typeface="Segoe UI Semibold"/>
                <a:ea typeface="Segoe UI Semibold"/>
                <a:cs typeface="Segoe UI Semibold"/>
              </a:rPr>
              <a:t>Índices compuestos para la ordenación</a:t>
            </a:r>
            <a:endParaRPr sz="2000" dirty="0"/>
          </a:p>
          <a:p>
            <a:pPr>
              <a:defRPr/>
            </a:pPr>
            <a:r>
              <a:rPr lang="es-ES" sz="1600" b="0" i="0" strike="noStrike" cap="none" baseline="0" dirty="0">
                <a:solidFill>
                  <a:srgbClr val="0000FF"/>
                </a:solidFill>
                <a:effectLst/>
                <a:latin typeface="Consolas"/>
                <a:ea typeface="Consolas"/>
                <a:cs typeface="Consolas"/>
              </a:rPr>
              <a:t>SELECT</a:t>
            </a:r>
            <a:r>
              <a:rPr lang="es-ES" sz="1600" b="0" i="0" strike="noStrike" cap="none" baseline="0" dirty="0">
                <a:solidFill>
                  <a:srgbClr val="000000"/>
                </a:solidFill>
                <a:effectLst/>
                <a:latin typeface="Consolas"/>
                <a:ea typeface="Consolas"/>
                <a:cs typeface="Consolas"/>
              </a:rPr>
              <a:t> * </a:t>
            </a:r>
            <a:r>
              <a:rPr lang="es-ES" sz="1600" b="0" i="0" strike="noStrike" cap="none" baseline="0" dirty="0">
                <a:solidFill>
                  <a:srgbClr val="0000FF"/>
                </a:solidFill>
                <a:effectLst/>
                <a:latin typeface="Consolas"/>
                <a:ea typeface="Consolas"/>
                <a:cs typeface="Consolas"/>
              </a:rPr>
              <a:t>FROM</a:t>
            </a:r>
            <a:r>
              <a:rPr lang="es-ES" sz="1600" b="0" i="0" strike="noStrike" cap="none" baseline="0" dirty="0">
                <a:solidFill>
                  <a:srgbClr val="000000"/>
                </a:solidFill>
                <a:effectLst/>
                <a:latin typeface="Consolas"/>
                <a:ea typeface="Consolas"/>
                <a:cs typeface="Consolas"/>
              </a:rPr>
              <a:t> c</a:t>
            </a:r>
            <a:endParaRPr sz="2200" dirty="0"/>
          </a:p>
          <a:p>
            <a:pPr>
              <a:defRPr/>
            </a:pPr>
            <a:r>
              <a:rPr lang="es-ES" sz="1600" b="0" i="0" strike="noStrike" cap="none" baseline="0" dirty="0">
                <a:solidFill>
                  <a:srgbClr val="0000FF"/>
                </a:solidFill>
                <a:effectLst/>
                <a:latin typeface="Consolas"/>
                <a:ea typeface="Consolas"/>
                <a:cs typeface="Consolas"/>
              </a:rPr>
              <a:t>ORDER BY</a:t>
            </a:r>
            <a:r>
              <a:rPr lang="es-ES" sz="1600" b="0" i="0" strike="noStrike" cap="none" baseline="0" dirty="0">
                <a:solidFill>
                  <a:srgbClr val="000000"/>
                </a:solidFill>
                <a:effectLst/>
                <a:latin typeface="Consolas"/>
                <a:ea typeface="Consolas"/>
                <a:cs typeface="Consolas"/>
              </a:rPr>
              <a:t> </a:t>
            </a:r>
            <a:r>
              <a:rPr lang="es-ES" sz="1600" b="0" i="0" strike="noStrike" cap="none" baseline="0" dirty="0" err="1">
                <a:solidFill>
                  <a:srgbClr val="000000"/>
                </a:solidFill>
                <a:effectLst/>
                <a:latin typeface="Consolas"/>
                <a:ea typeface="Consolas"/>
                <a:cs typeface="Consolas"/>
              </a:rPr>
              <a:t>c.relevanceScore</a:t>
            </a:r>
            <a:r>
              <a:rPr lang="es-ES" sz="1600" b="0" i="0" strike="noStrike" cap="none" baseline="0" dirty="0">
                <a:solidFill>
                  <a:srgbClr val="000000"/>
                </a:solidFill>
                <a:effectLst/>
                <a:latin typeface="Consolas"/>
                <a:ea typeface="Consolas"/>
                <a:cs typeface="Consolas"/>
              </a:rPr>
              <a:t> </a:t>
            </a:r>
            <a:r>
              <a:rPr lang="es-ES" sz="1600" b="0" i="0" strike="noStrike" cap="none" baseline="0" dirty="0">
                <a:solidFill>
                  <a:srgbClr val="0000FF"/>
                </a:solidFill>
                <a:effectLst/>
                <a:latin typeface="Consolas"/>
                <a:ea typeface="Consolas"/>
                <a:cs typeface="Consolas"/>
              </a:rPr>
              <a:t>DESC</a:t>
            </a:r>
            <a:r>
              <a:rPr lang="es-ES" sz="1600" b="0" i="0" strike="noStrike" cap="none" baseline="0" dirty="0">
                <a:solidFill>
                  <a:srgbClr val="000000"/>
                </a:solidFill>
                <a:effectLst/>
                <a:latin typeface="Consolas"/>
                <a:ea typeface="Consolas"/>
                <a:cs typeface="Consolas"/>
              </a:rPr>
              <a:t>,</a:t>
            </a:r>
            <a:endParaRPr sz="2200" dirty="0"/>
          </a:p>
          <a:p>
            <a:pPr marL="0" marR="0" lvl="0" indent="0">
              <a:lnSpc>
                <a:spcPct val="100000"/>
              </a:lnSpc>
              <a:spcBef>
                <a:spcPts val="719"/>
              </a:spcBef>
              <a:spcAft>
                <a:spcPts val="719"/>
              </a:spcAft>
              <a:buNone/>
              <a:defRPr/>
            </a:pPr>
            <a:r>
              <a:rPr lang="es-ES" sz="1600" b="0" i="0" strike="noStrike" cap="none" baseline="0" dirty="0">
                <a:solidFill>
                  <a:srgbClr val="000000"/>
                </a:solidFill>
                <a:effectLst/>
                <a:latin typeface="Consolas"/>
                <a:ea typeface="Consolas"/>
                <a:cs typeface="Consolas"/>
              </a:rPr>
              <a:t> </a:t>
            </a:r>
            <a:r>
              <a:rPr lang="es-ES" sz="1600" b="0" i="0" strike="noStrike" cap="none" baseline="0" dirty="0" err="1">
                <a:solidFill>
                  <a:srgbClr val="000000"/>
                </a:solidFill>
                <a:effectLst/>
                <a:latin typeface="Consolas"/>
                <a:ea typeface="Consolas"/>
                <a:cs typeface="Consolas"/>
              </a:rPr>
              <a:t>c.uploadDate</a:t>
            </a:r>
            <a:r>
              <a:rPr lang="es-ES" sz="1600" b="0" i="0" strike="noStrike" cap="none" baseline="0" dirty="0">
                <a:solidFill>
                  <a:srgbClr val="000000"/>
                </a:solidFill>
                <a:effectLst/>
                <a:latin typeface="Consolas"/>
                <a:ea typeface="Consolas"/>
                <a:cs typeface="Consolas"/>
              </a:rPr>
              <a:t> </a:t>
            </a:r>
            <a:r>
              <a:rPr lang="es-ES" sz="1600" b="0" i="0" strike="noStrike" cap="none" baseline="0" dirty="0">
                <a:solidFill>
                  <a:srgbClr val="0000FF"/>
                </a:solidFill>
                <a:effectLst/>
                <a:latin typeface="Consolas"/>
                <a:ea typeface="Consolas"/>
                <a:cs typeface="Consolas"/>
              </a:rPr>
              <a:t>DESC</a:t>
            </a:r>
            <a:br>
              <a:rPr sz="1600" dirty="0"/>
            </a:br>
            <a:endParaRPr lang="en-US" sz="1800" b="0" i="0" u="none" strike="noStrike" cap="none" spc="0" dirty="0">
              <a:solidFill>
                <a:schemeClr val="tx1"/>
              </a:solidFill>
              <a:latin typeface="Times New Roman"/>
              <a:cs typeface="Times New Roman"/>
            </a:endParaRPr>
          </a:p>
          <a:p>
            <a:pPr marL="0" marR="0" lvl="0" indent="0">
              <a:lnSpc>
                <a:spcPct val="100000"/>
              </a:lnSpc>
              <a:spcBef>
                <a:spcPts val="719"/>
              </a:spcBef>
              <a:spcAft>
                <a:spcPts val="719"/>
              </a:spcAft>
              <a:buNone/>
              <a:defRPr/>
            </a:pPr>
            <a:r>
              <a:rPr lang="es-ES" sz="1800" b="0" i="0" strike="noStrike" cap="none" baseline="0" dirty="0">
                <a:solidFill>
                  <a:srgbClr val="000000"/>
                </a:solidFill>
                <a:effectLst/>
                <a:latin typeface="Segoe UI"/>
                <a:ea typeface="Segoe UI"/>
                <a:cs typeface="Segoe UI"/>
              </a:rPr>
              <a:t>Requiere un índice compuesto correspondiente:</a:t>
            </a:r>
            <a:endParaRPr sz="2000" dirty="0"/>
          </a:p>
          <a:p>
            <a:pPr marL="0" marR="0" indent="0">
              <a:defRPr/>
            </a:pPr>
            <a:r>
              <a:rPr sz="1600" b="0" i="0" u="none" dirty="0">
                <a:solidFill>
                  <a:srgbClr val="000000"/>
                </a:solidFill>
                <a:latin typeface="Consolas"/>
                <a:ea typeface="Consolas"/>
                <a:cs typeface="Consolas"/>
              </a:rPr>
              <a:t>[</a:t>
            </a:r>
            <a:endParaRPr sz="2200" dirty="0"/>
          </a:p>
          <a:p>
            <a:pPr marL="0" marR="0" indent="0">
              <a:defRPr/>
            </a:pPr>
            <a:r>
              <a:rPr lang="es-ES" sz="1600" b="0" i="0" strike="noStrike" cap="none" baseline="0" dirty="0">
                <a:solidFill>
                  <a:srgbClr val="000000"/>
                </a:solidFill>
                <a:effectLst/>
                <a:latin typeface="Consolas"/>
                <a:ea typeface="Consolas"/>
                <a:cs typeface="Consolas"/>
              </a:rPr>
              <a:t> { </a:t>
            </a:r>
            <a:r>
              <a:rPr lang="es-ES" sz="1600" b="0" i="0" strike="noStrike" cap="none" baseline="0" dirty="0">
                <a:solidFill>
                  <a:srgbClr val="0451A5"/>
                </a:solidFill>
                <a:effectLst/>
                <a:latin typeface="Consolas"/>
                <a:ea typeface="Consolas"/>
                <a:cs typeface="Consolas"/>
              </a:rPr>
              <a:t>"</a:t>
            </a:r>
            <a:r>
              <a:rPr lang="es-ES" sz="1600" b="0" i="0" strike="noStrike" cap="none" baseline="0" dirty="0" err="1">
                <a:solidFill>
                  <a:srgbClr val="0451A5"/>
                </a:solidFill>
                <a:effectLst/>
                <a:latin typeface="Consolas"/>
                <a:ea typeface="Consolas"/>
                <a:cs typeface="Consolas"/>
              </a:rPr>
              <a:t>path</a:t>
            </a:r>
            <a:r>
              <a:rPr lang="es-ES" sz="1600" b="0" i="0" strike="noStrike" cap="none" baseline="0" dirty="0">
                <a:solidFill>
                  <a:srgbClr val="0451A5"/>
                </a:solidFill>
                <a:effectLst/>
                <a:latin typeface="Consolas"/>
                <a:ea typeface="Consolas"/>
                <a:cs typeface="Consolas"/>
              </a:rPr>
              <a:t>"</a:t>
            </a:r>
            <a:r>
              <a:rPr lang="es-ES" sz="1600" b="0" i="0" strike="noStrike" cap="none" baseline="0" dirty="0">
                <a:solidFill>
                  <a:srgbClr val="000000"/>
                </a:solidFill>
                <a:effectLst/>
                <a:latin typeface="Consolas"/>
                <a:ea typeface="Consolas"/>
                <a:cs typeface="Consolas"/>
              </a:rPr>
              <a:t>: </a:t>
            </a:r>
            <a:r>
              <a:rPr lang="es-ES" sz="1600" b="0" i="0" strike="noStrike" cap="none" baseline="0" dirty="0">
                <a:solidFill>
                  <a:srgbClr val="A31515"/>
                </a:solidFill>
                <a:effectLst/>
                <a:latin typeface="Consolas"/>
                <a:ea typeface="Consolas"/>
                <a:cs typeface="Consolas"/>
              </a:rPr>
              <a:t>"/</a:t>
            </a:r>
            <a:r>
              <a:rPr lang="es-ES" sz="1600" b="0" i="0" strike="noStrike" cap="none" baseline="0" dirty="0" err="1">
                <a:solidFill>
                  <a:srgbClr val="A31515"/>
                </a:solidFill>
                <a:effectLst/>
                <a:latin typeface="Consolas"/>
                <a:ea typeface="Consolas"/>
                <a:cs typeface="Consolas"/>
              </a:rPr>
              <a:t>relevanceScore</a:t>
            </a:r>
            <a:r>
              <a:rPr lang="es-ES" sz="1600" b="0" i="0" strike="noStrike" cap="none" baseline="0" dirty="0">
                <a:solidFill>
                  <a:srgbClr val="A31515"/>
                </a:solidFill>
                <a:effectLst/>
                <a:latin typeface="Consolas"/>
                <a:ea typeface="Consolas"/>
                <a:cs typeface="Consolas"/>
              </a:rPr>
              <a:t>"</a:t>
            </a:r>
            <a:r>
              <a:rPr lang="es-ES" sz="1600" b="0" i="0" strike="noStrike" cap="none" baseline="0" dirty="0">
                <a:solidFill>
                  <a:srgbClr val="000000"/>
                </a:solidFill>
                <a:effectLst/>
                <a:latin typeface="Consolas"/>
                <a:ea typeface="Consolas"/>
                <a:cs typeface="Consolas"/>
              </a:rPr>
              <a:t>,</a:t>
            </a:r>
            <a:endParaRPr sz="2200" dirty="0"/>
          </a:p>
          <a:p>
            <a:pPr marL="0" marR="0" indent="0">
              <a:defRPr/>
            </a:pPr>
            <a:r>
              <a:rPr lang="es-ES" sz="1600" b="0" i="0" strike="noStrike" cap="none" baseline="0" dirty="0">
                <a:solidFill>
                  <a:srgbClr val="000000"/>
                </a:solidFill>
                <a:effectLst/>
                <a:latin typeface="Consolas"/>
                <a:ea typeface="Consolas"/>
                <a:cs typeface="Consolas"/>
              </a:rPr>
              <a:t> </a:t>
            </a:r>
            <a:r>
              <a:rPr lang="es-ES" sz="1600" b="0" i="0" strike="noStrike" cap="none" baseline="0" dirty="0">
                <a:solidFill>
                  <a:srgbClr val="0451A5"/>
                </a:solidFill>
                <a:effectLst/>
                <a:latin typeface="Consolas"/>
                <a:ea typeface="Consolas"/>
                <a:cs typeface="Consolas"/>
              </a:rPr>
              <a:t>"</a:t>
            </a:r>
            <a:r>
              <a:rPr lang="es-ES" sz="1600" b="0" i="0" strike="noStrike" cap="none" baseline="0" dirty="0" err="1">
                <a:solidFill>
                  <a:srgbClr val="0451A5"/>
                </a:solidFill>
                <a:effectLst/>
                <a:latin typeface="Consolas"/>
                <a:ea typeface="Consolas"/>
                <a:cs typeface="Consolas"/>
              </a:rPr>
              <a:t>order</a:t>
            </a:r>
            <a:r>
              <a:rPr lang="es-ES" sz="1600" b="0" i="0" strike="noStrike" cap="none" baseline="0" dirty="0">
                <a:solidFill>
                  <a:srgbClr val="0451A5"/>
                </a:solidFill>
                <a:effectLst/>
                <a:latin typeface="Consolas"/>
                <a:ea typeface="Consolas"/>
                <a:cs typeface="Consolas"/>
              </a:rPr>
              <a:t>"</a:t>
            </a:r>
            <a:r>
              <a:rPr lang="es-ES" sz="1600" b="0" i="0" strike="noStrike" cap="none" baseline="0" dirty="0">
                <a:solidFill>
                  <a:srgbClr val="000000"/>
                </a:solidFill>
                <a:effectLst/>
                <a:latin typeface="Consolas"/>
                <a:ea typeface="Consolas"/>
                <a:cs typeface="Consolas"/>
              </a:rPr>
              <a:t>: </a:t>
            </a:r>
            <a:r>
              <a:rPr lang="es-ES" sz="1600" b="0" i="0" strike="noStrike" cap="none" baseline="0" dirty="0">
                <a:solidFill>
                  <a:srgbClr val="A31515"/>
                </a:solidFill>
                <a:effectLst/>
                <a:latin typeface="Consolas"/>
                <a:ea typeface="Consolas"/>
                <a:cs typeface="Consolas"/>
              </a:rPr>
              <a:t>"</a:t>
            </a:r>
            <a:r>
              <a:rPr lang="es-ES" sz="1600" b="0" i="0" strike="noStrike" cap="none" baseline="0" dirty="0" err="1">
                <a:solidFill>
                  <a:srgbClr val="A31515"/>
                </a:solidFill>
                <a:effectLst/>
                <a:latin typeface="Consolas"/>
                <a:ea typeface="Consolas"/>
                <a:cs typeface="Consolas"/>
              </a:rPr>
              <a:t>descending</a:t>
            </a:r>
            <a:r>
              <a:rPr lang="es-ES" sz="1600" b="0" i="0" strike="noStrike" cap="none" baseline="0" dirty="0">
                <a:solidFill>
                  <a:srgbClr val="A31515"/>
                </a:solidFill>
                <a:effectLst/>
                <a:latin typeface="Consolas"/>
                <a:ea typeface="Consolas"/>
                <a:cs typeface="Consolas"/>
              </a:rPr>
              <a:t>"</a:t>
            </a:r>
            <a:r>
              <a:rPr lang="es-ES" sz="1600" b="0" i="0" strike="noStrike" cap="none" baseline="0" dirty="0">
                <a:solidFill>
                  <a:srgbClr val="000000"/>
                </a:solidFill>
                <a:effectLst/>
                <a:latin typeface="Consolas"/>
                <a:ea typeface="Consolas"/>
                <a:cs typeface="Consolas"/>
              </a:rPr>
              <a:t> },</a:t>
            </a:r>
            <a:endParaRPr sz="2200" dirty="0"/>
          </a:p>
          <a:p>
            <a:pPr marL="0" marR="0" indent="0">
              <a:defRPr/>
            </a:pPr>
            <a:r>
              <a:rPr lang="es-ES" sz="1600" b="0" i="0" strike="noStrike" cap="none" baseline="0" dirty="0">
                <a:solidFill>
                  <a:srgbClr val="000000"/>
                </a:solidFill>
                <a:effectLst/>
                <a:latin typeface="Consolas"/>
                <a:ea typeface="Consolas"/>
                <a:cs typeface="Consolas"/>
              </a:rPr>
              <a:t> { </a:t>
            </a:r>
            <a:r>
              <a:rPr lang="es-ES" sz="1600" b="0" i="0" strike="noStrike" cap="none" baseline="0" dirty="0">
                <a:solidFill>
                  <a:srgbClr val="0451A5"/>
                </a:solidFill>
                <a:effectLst/>
                <a:latin typeface="Consolas"/>
                <a:ea typeface="Consolas"/>
                <a:cs typeface="Consolas"/>
              </a:rPr>
              <a:t>"</a:t>
            </a:r>
            <a:r>
              <a:rPr lang="es-ES" sz="1600" b="0" i="0" strike="noStrike" cap="none" baseline="0" dirty="0" err="1">
                <a:solidFill>
                  <a:srgbClr val="0451A5"/>
                </a:solidFill>
                <a:effectLst/>
                <a:latin typeface="Consolas"/>
                <a:ea typeface="Consolas"/>
                <a:cs typeface="Consolas"/>
              </a:rPr>
              <a:t>path</a:t>
            </a:r>
            <a:r>
              <a:rPr lang="es-ES" sz="1600" b="0" i="0" strike="noStrike" cap="none" baseline="0" dirty="0">
                <a:solidFill>
                  <a:srgbClr val="0451A5"/>
                </a:solidFill>
                <a:effectLst/>
                <a:latin typeface="Consolas"/>
                <a:ea typeface="Consolas"/>
                <a:cs typeface="Consolas"/>
              </a:rPr>
              <a:t>"</a:t>
            </a:r>
            <a:r>
              <a:rPr lang="es-ES" sz="1600" b="0" i="0" strike="noStrike" cap="none" baseline="0" dirty="0">
                <a:solidFill>
                  <a:srgbClr val="000000"/>
                </a:solidFill>
                <a:effectLst/>
                <a:latin typeface="Consolas"/>
                <a:ea typeface="Consolas"/>
                <a:cs typeface="Consolas"/>
              </a:rPr>
              <a:t>: </a:t>
            </a:r>
            <a:r>
              <a:rPr lang="es-ES" sz="1600" b="0" i="0" strike="noStrike" cap="none" baseline="0" dirty="0">
                <a:solidFill>
                  <a:srgbClr val="A31515"/>
                </a:solidFill>
                <a:effectLst/>
                <a:latin typeface="Consolas"/>
                <a:ea typeface="Consolas"/>
                <a:cs typeface="Consolas"/>
              </a:rPr>
              <a:t>"/</a:t>
            </a:r>
            <a:r>
              <a:rPr lang="es-ES" sz="1600" b="0" i="0" strike="noStrike" cap="none" baseline="0" dirty="0" err="1">
                <a:solidFill>
                  <a:srgbClr val="A31515"/>
                </a:solidFill>
                <a:effectLst/>
                <a:latin typeface="Consolas"/>
                <a:ea typeface="Consolas"/>
                <a:cs typeface="Consolas"/>
              </a:rPr>
              <a:t>uploadDate</a:t>
            </a:r>
            <a:r>
              <a:rPr lang="es-ES" sz="1600" b="0" i="0" strike="noStrike" cap="none" baseline="0" dirty="0">
                <a:solidFill>
                  <a:srgbClr val="A31515"/>
                </a:solidFill>
                <a:effectLst/>
                <a:latin typeface="Consolas"/>
                <a:ea typeface="Consolas"/>
                <a:cs typeface="Consolas"/>
              </a:rPr>
              <a:t>"</a:t>
            </a:r>
            <a:r>
              <a:rPr lang="es-ES" sz="1600" b="0" i="0" strike="noStrike" cap="none" baseline="0" dirty="0">
                <a:solidFill>
                  <a:srgbClr val="000000"/>
                </a:solidFill>
                <a:effectLst/>
                <a:latin typeface="Consolas"/>
                <a:ea typeface="Consolas"/>
                <a:cs typeface="Consolas"/>
              </a:rPr>
              <a:t>,</a:t>
            </a:r>
            <a:endParaRPr sz="2200" dirty="0"/>
          </a:p>
          <a:p>
            <a:pPr marL="0" marR="0" indent="0">
              <a:defRPr/>
            </a:pPr>
            <a:r>
              <a:rPr lang="es-ES" sz="1600" b="0" i="0" strike="noStrike" cap="none" baseline="0" dirty="0">
                <a:solidFill>
                  <a:srgbClr val="000000"/>
                </a:solidFill>
                <a:effectLst/>
                <a:latin typeface="Consolas"/>
                <a:ea typeface="Consolas"/>
                <a:cs typeface="Consolas"/>
              </a:rPr>
              <a:t> </a:t>
            </a:r>
            <a:r>
              <a:rPr lang="es-ES" sz="1600" b="0" i="0" strike="noStrike" cap="none" baseline="0" dirty="0">
                <a:solidFill>
                  <a:srgbClr val="0451A5"/>
                </a:solidFill>
                <a:effectLst/>
                <a:latin typeface="Consolas"/>
                <a:ea typeface="Consolas"/>
                <a:cs typeface="Consolas"/>
              </a:rPr>
              <a:t>"</a:t>
            </a:r>
            <a:r>
              <a:rPr lang="es-ES" sz="1600" b="0" i="0" strike="noStrike" cap="none" baseline="0" dirty="0" err="1">
                <a:solidFill>
                  <a:srgbClr val="0451A5"/>
                </a:solidFill>
                <a:effectLst/>
                <a:latin typeface="Consolas"/>
                <a:ea typeface="Consolas"/>
                <a:cs typeface="Consolas"/>
              </a:rPr>
              <a:t>order</a:t>
            </a:r>
            <a:r>
              <a:rPr lang="es-ES" sz="1600" b="0" i="0" strike="noStrike" cap="none" baseline="0" dirty="0">
                <a:solidFill>
                  <a:srgbClr val="0451A5"/>
                </a:solidFill>
                <a:effectLst/>
                <a:latin typeface="Consolas"/>
                <a:ea typeface="Consolas"/>
                <a:cs typeface="Consolas"/>
              </a:rPr>
              <a:t>"</a:t>
            </a:r>
            <a:r>
              <a:rPr lang="es-ES" sz="1600" b="0" i="0" strike="noStrike" cap="none" baseline="0" dirty="0">
                <a:solidFill>
                  <a:srgbClr val="000000"/>
                </a:solidFill>
                <a:effectLst/>
                <a:latin typeface="Consolas"/>
                <a:ea typeface="Consolas"/>
                <a:cs typeface="Consolas"/>
              </a:rPr>
              <a:t>: </a:t>
            </a:r>
            <a:r>
              <a:rPr lang="es-ES" sz="1600" b="0" i="0" strike="noStrike" cap="none" baseline="0" dirty="0">
                <a:solidFill>
                  <a:srgbClr val="A31515"/>
                </a:solidFill>
                <a:effectLst/>
                <a:latin typeface="Consolas"/>
                <a:ea typeface="Consolas"/>
                <a:cs typeface="Consolas"/>
              </a:rPr>
              <a:t>"</a:t>
            </a:r>
            <a:r>
              <a:rPr lang="es-ES" sz="1600" b="0" i="0" strike="noStrike" cap="none" baseline="0" dirty="0" err="1">
                <a:solidFill>
                  <a:srgbClr val="A31515"/>
                </a:solidFill>
                <a:effectLst/>
                <a:latin typeface="Consolas"/>
                <a:ea typeface="Consolas"/>
                <a:cs typeface="Consolas"/>
              </a:rPr>
              <a:t>descending</a:t>
            </a:r>
            <a:r>
              <a:rPr lang="es-ES" sz="1600" b="0" i="0" strike="noStrike" cap="none" baseline="0" dirty="0">
                <a:solidFill>
                  <a:srgbClr val="A31515"/>
                </a:solidFill>
                <a:effectLst/>
                <a:latin typeface="Consolas"/>
                <a:ea typeface="Consolas"/>
                <a:cs typeface="Consolas"/>
              </a:rPr>
              <a:t>"</a:t>
            </a:r>
            <a:r>
              <a:rPr lang="es-ES" sz="1600" b="0" i="0" strike="noStrike" cap="none" baseline="0" dirty="0">
                <a:solidFill>
                  <a:srgbClr val="000000"/>
                </a:solidFill>
                <a:effectLst/>
                <a:latin typeface="Consolas"/>
                <a:ea typeface="Consolas"/>
                <a:cs typeface="Consolas"/>
              </a:rPr>
              <a:t> }</a:t>
            </a:r>
            <a:endParaRPr sz="2200" dirty="0"/>
          </a:p>
          <a:p>
            <a:pPr marL="0" marR="0" indent="0">
              <a:defRPr/>
            </a:pPr>
            <a:r>
              <a:rPr sz="1600" b="0" i="0" u="none" dirty="0">
                <a:solidFill>
                  <a:srgbClr val="000000"/>
                </a:solidFill>
                <a:latin typeface="Consolas"/>
                <a:ea typeface="Consolas"/>
                <a:cs typeface="Consolas"/>
              </a:rPr>
              <a:t>]</a:t>
            </a:r>
            <a:endParaRPr sz="2000" dirty="0"/>
          </a:p>
        </p:txBody>
      </p:sp>
      <p:sp>
        <p:nvSpPr>
          <p:cNvPr id="211804652" name="TextBox 2"/>
          <p:cNvSpPr txBox="1"/>
          <p:nvPr/>
        </p:nvSpPr>
        <p:spPr bwMode="auto">
          <a:xfrm>
            <a:off x="6257635" y="1256630"/>
            <a:ext cx="4867565" cy="5380390"/>
          </a:xfrm>
          <a:prstGeom prst="rect">
            <a:avLst/>
          </a:prstGeom>
          <a:noFill/>
        </p:spPr>
        <p:txBody>
          <a:bodyPr rot="0" spcFirstLastPara="0" vertOverflow="overflow" horzOverflow="overflow" vert="horz" wrap="square" lIns="91440" tIns="45720" rIns="0" bIns="45720" numCol="1" spcCol="0" rtlCol="0" fromWordArt="0" anchor="t" anchorCtr="0" forceAA="0" compatLnSpc="1">
            <a:prstTxWarp prst="textNoShape">
              <a:avLst/>
            </a:prstTxWarp>
            <a:noAutofit/>
          </a:bodyPr>
          <a:lstStyle/>
          <a:p>
            <a:pPr marL="0" marR="0" indent="0" algn="l">
              <a:lnSpc>
                <a:spcPct val="100000"/>
              </a:lnSpc>
              <a:spcBef>
                <a:spcPct val="0"/>
              </a:spcBef>
              <a:spcAft>
                <a:spcPts val="719"/>
              </a:spcAft>
              <a:defRPr/>
            </a:pPr>
            <a:r>
              <a:rPr lang="es-ES" sz="2000" b="0" i="0" strike="noStrike" cap="none" baseline="0" dirty="0">
                <a:solidFill>
                  <a:srgbClr val="000000"/>
                </a:solidFill>
                <a:effectLst/>
                <a:latin typeface="Segoe UI Semibold"/>
                <a:ea typeface="Segoe UI Semibold"/>
                <a:cs typeface="Segoe UI Semibold"/>
              </a:rPr>
              <a:t>Optimización de los filtros + ordenación</a:t>
            </a:r>
            <a:endParaRPr lang="en-US" sz="2000" b="0" i="0" u="none" strike="noStrike" cap="none" spc="0" dirty="0">
              <a:solidFill>
                <a:schemeClr val="tx1"/>
              </a:solidFill>
              <a:latin typeface="Segoe UI Semibold"/>
              <a:cs typeface="Segoe UI Semibold"/>
            </a:endParaRPr>
          </a:p>
          <a:p>
            <a:pPr>
              <a:lnSpc>
                <a:spcPct val="100000"/>
              </a:lnSpc>
              <a:spcBef>
                <a:spcPct val="0"/>
              </a:spcBef>
              <a:spcAft>
                <a:spcPts val="1439"/>
              </a:spcAft>
              <a:defRPr/>
            </a:pPr>
            <a:r>
              <a:rPr lang="es-ES" sz="1600" b="0" i="0" strike="noStrike" cap="none" baseline="0" dirty="0">
                <a:solidFill>
                  <a:srgbClr val="000000"/>
                </a:solidFill>
                <a:effectLst/>
                <a:latin typeface="Segoe UI"/>
                <a:ea typeface="Segoe UI"/>
                <a:cs typeface="Segoe UI"/>
              </a:rPr>
              <a:t>Incluye la propiedad filtrar en ORDER BY para usar un índice compuesto:</a:t>
            </a:r>
            <a:endParaRPr sz="1600" b="0" i="0" u="none" dirty="0">
              <a:solidFill>
                <a:srgbClr val="000000"/>
              </a:solidFill>
              <a:latin typeface="Consolas"/>
              <a:ea typeface="Consolas"/>
              <a:cs typeface="Consolas"/>
            </a:endParaRPr>
          </a:p>
          <a:p>
            <a:pPr marL="0" marR="0" indent="0">
              <a:defRPr/>
            </a:pPr>
            <a:r>
              <a:rPr lang="es-ES" sz="1600" b="0" i="0" strike="noStrike" cap="none" baseline="0" dirty="0">
                <a:solidFill>
                  <a:srgbClr val="0000FF"/>
                </a:solidFill>
                <a:effectLst/>
                <a:latin typeface="Consolas"/>
                <a:ea typeface="Consolas"/>
                <a:cs typeface="Consolas"/>
              </a:rPr>
              <a:t>SELECT</a:t>
            </a:r>
            <a:r>
              <a:rPr lang="es-ES" sz="1600" b="0" i="0" strike="noStrike" cap="none" baseline="0" dirty="0">
                <a:solidFill>
                  <a:srgbClr val="000000"/>
                </a:solidFill>
                <a:effectLst/>
                <a:latin typeface="Consolas"/>
                <a:ea typeface="Consolas"/>
                <a:cs typeface="Consolas"/>
              </a:rPr>
              <a:t> * </a:t>
            </a:r>
            <a:r>
              <a:rPr lang="es-ES" sz="1600" b="0" i="0" strike="noStrike" cap="none" baseline="0" dirty="0">
                <a:solidFill>
                  <a:srgbClr val="0000FF"/>
                </a:solidFill>
                <a:effectLst/>
                <a:latin typeface="Consolas"/>
                <a:ea typeface="Consolas"/>
                <a:cs typeface="Consolas"/>
              </a:rPr>
              <a:t>FROM</a:t>
            </a:r>
            <a:r>
              <a:rPr lang="es-ES" sz="1600" b="0" i="0" strike="noStrike" cap="none" baseline="0" dirty="0">
                <a:solidFill>
                  <a:srgbClr val="000000"/>
                </a:solidFill>
                <a:effectLst/>
                <a:latin typeface="Consolas"/>
                <a:ea typeface="Consolas"/>
                <a:cs typeface="Consolas"/>
              </a:rPr>
              <a:t> c</a:t>
            </a:r>
            <a:endParaRPr sz="2200" dirty="0"/>
          </a:p>
          <a:p>
            <a:pPr marL="0" marR="0" indent="0">
              <a:defRPr/>
            </a:pPr>
            <a:r>
              <a:rPr lang="es-ES" sz="1600" b="0" i="0" strike="noStrike" cap="none" baseline="0" dirty="0">
                <a:solidFill>
                  <a:srgbClr val="0000FF"/>
                </a:solidFill>
                <a:effectLst/>
                <a:latin typeface="Consolas"/>
                <a:ea typeface="Consolas"/>
                <a:cs typeface="Consolas"/>
              </a:rPr>
              <a:t>WHERE</a:t>
            </a:r>
            <a:r>
              <a:rPr lang="es-ES" sz="1600" b="0" i="0" strike="noStrike" cap="none" baseline="0" dirty="0">
                <a:solidFill>
                  <a:srgbClr val="000000"/>
                </a:solidFill>
                <a:effectLst/>
                <a:latin typeface="Consolas"/>
                <a:ea typeface="Consolas"/>
                <a:cs typeface="Consolas"/>
              </a:rPr>
              <a:t> </a:t>
            </a:r>
            <a:r>
              <a:rPr lang="es-ES" sz="1600" b="0" i="0" strike="noStrike" cap="none" baseline="0" dirty="0" err="1">
                <a:solidFill>
                  <a:srgbClr val="000000"/>
                </a:solidFill>
                <a:effectLst/>
                <a:latin typeface="Consolas"/>
                <a:ea typeface="Consolas"/>
                <a:cs typeface="Consolas"/>
              </a:rPr>
              <a:t>c.documentType</a:t>
            </a:r>
            <a:r>
              <a:rPr lang="es-ES" sz="1600" b="0" i="0" strike="noStrike" cap="none" baseline="0" dirty="0">
                <a:solidFill>
                  <a:srgbClr val="000000"/>
                </a:solidFill>
                <a:effectLst/>
                <a:latin typeface="Consolas"/>
                <a:ea typeface="Consolas"/>
                <a:cs typeface="Consolas"/>
              </a:rPr>
              <a:t> = </a:t>
            </a:r>
            <a:r>
              <a:rPr lang="es-ES" sz="1600" b="0" i="0" strike="noStrike" cap="none" baseline="0" dirty="0">
                <a:solidFill>
                  <a:srgbClr val="A31515"/>
                </a:solidFill>
                <a:effectLst/>
                <a:latin typeface="Consolas"/>
                <a:ea typeface="Consolas"/>
                <a:cs typeface="Consolas"/>
              </a:rPr>
              <a:t>'</a:t>
            </a:r>
            <a:r>
              <a:rPr lang="es-ES" sz="1600" b="0" i="0" strike="noStrike" cap="none" baseline="0" dirty="0" err="1">
                <a:solidFill>
                  <a:srgbClr val="A31515"/>
                </a:solidFill>
                <a:effectLst/>
                <a:latin typeface="Consolas"/>
                <a:ea typeface="Consolas"/>
                <a:cs typeface="Consolas"/>
              </a:rPr>
              <a:t>pdf</a:t>
            </a:r>
            <a:r>
              <a:rPr lang="es-ES" sz="1600" b="0" i="0" strike="noStrike" cap="none" baseline="0" dirty="0">
                <a:solidFill>
                  <a:srgbClr val="A31515"/>
                </a:solidFill>
                <a:effectLst/>
                <a:latin typeface="Consolas"/>
                <a:ea typeface="Consolas"/>
                <a:cs typeface="Consolas"/>
              </a:rPr>
              <a:t>'</a:t>
            </a:r>
            <a:endParaRPr sz="2200" dirty="0"/>
          </a:p>
          <a:p>
            <a:pPr marL="0" marR="0" indent="0">
              <a:defRPr/>
            </a:pPr>
            <a:r>
              <a:rPr lang="es-ES" sz="1600" b="0" i="0" strike="noStrike" cap="none" baseline="0" dirty="0">
                <a:solidFill>
                  <a:srgbClr val="0000FF"/>
                </a:solidFill>
                <a:effectLst/>
                <a:latin typeface="Consolas"/>
                <a:ea typeface="Consolas"/>
                <a:cs typeface="Consolas"/>
              </a:rPr>
              <a:t>ORDER BY</a:t>
            </a:r>
            <a:r>
              <a:rPr lang="es-ES" sz="1600" b="0" i="0" strike="noStrike" cap="none" baseline="0" dirty="0">
                <a:solidFill>
                  <a:srgbClr val="000000"/>
                </a:solidFill>
                <a:effectLst/>
                <a:latin typeface="Consolas"/>
                <a:ea typeface="Consolas"/>
                <a:cs typeface="Consolas"/>
              </a:rPr>
              <a:t> </a:t>
            </a:r>
            <a:r>
              <a:rPr lang="es-ES" sz="1600" b="0" i="0" strike="noStrike" cap="none" baseline="0" dirty="0" err="1">
                <a:solidFill>
                  <a:srgbClr val="000000"/>
                </a:solidFill>
                <a:effectLst/>
                <a:latin typeface="Consolas"/>
                <a:ea typeface="Consolas"/>
                <a:cs typeface="Consolas"/>
              </a:rPr>
              <a:t>c.documentType</a:t>
            </a:r>
            <a:r>
              <a:rPr lang="es-ES" sz="1600" b="0" i="0" strike="noStrike" cap="none" baseline="0" dirty="0">
                <a:solidFill>
                  <a:srgbClr val="000000"/>
                </a:solidFill>
                <a:effectLst/>
                <a:latin typeface="Consolas"/>
                <a:ea typeface="Consolas"/>
                <a:cs typeface="Consolas"/>
              </a:rPr>
              <a:t>,</a:t>
            </a:r>
            <a:endParaRPr sz="2200" dirty="0"/>
          </a:p>
          <a:p>
            <a:pPr marL="0" marR="0" indent="0">
              <a:defRPr/>
            </a:pPr>
            <a:r>
              <a:rPr lang="es-ES" sz="1600" b="0" i="0" strike="noStrike" cap="none" baseline="0" dirty="0">
                <a:solidFill>
                  <a:srgbClr val="000000"/>
                </a:solidFill>
                <a:effectLst/>
                <a:latin typeface="Consolas"/>
                <a:ea typeface="Consolas"/>
                <a:cs typeface="Consolas"/>
              </a:rPr>
              <a:t> </a:t>
            </a:r>
            <a:r>
              <a:rPr lang="es-ES" sz="1600" b="0" i="0" strike="noStrike" cap="none" baseline="0" dirty="0" err="1">
                <a:solidFill>
                  <a:srgbClr val="000000"/>
                </a:solidFill>
                <a:effectLst/>
                <a:latin typeface="Consolas"/>
                <a:ea typeface="Consolas"/>
                <a:cs typeface="Consolas"/>
              </a:rPr>
              <a:t>c.uploadDate</a:t>
            </a:r>
            <a:r>
              <a:rPr lang="es-ES" sz="1600" b="0" i="0" strike="noStrike" cap="none" baseline="0" dirty="0">
                <a:solidFill>
                  <a:srgbClr val="000000"/>
                </a:solidFill>
                <a:effectLst/>
                <a:latin typeface="Consolas"/>
                <a:ea typeface="Consolas"/>
                <a:cs typeface="Consolas"/>
              </a:rPr>
              <a:t> </a:t>
            </a:r>
            <a:r>
              <a:rPr lang="es-ES" sz="1600" b="0" i="0" strike="noStrike" cap="none" baseline="0" dirty="0">
                <a:solidFill>
                  <a:srgbClr val="0000FF"/>
                </a:solidFill>
                <a:effectLst/>
                <a:latin typeface="Consolas"/>
                <a:ea typeface="Consolas"/>
                <a:cs typeface="Consolas"/>
              </a:rPr>
              <a:t>DESC</a:t>
            </a:r>
            <a:endParaRPr lang="en-US" sz="1600" dirty="0"/>
          </a:p>
          <a:p>
            <a:pPr marL="0" marR="0" indent="0" algn="l">
              <a:lnSpc>
                <a:spcPct val="100000"/>
              </a:lnSpc>
              <a:spcBef>
                <a:spcPts val="1439"/>
              </a:spcBef>
              <a:spcAft>
                <a:spcPts val="719"/>
              </a:spcAft>
              <a:defRPr/>
            </a:pPr>
            <a:r>
              <a:rPr lang="es-ES" sz="2000" b="0" i="0" strike="noStrike" cap="none" baseline="0" dirty="0">
                <a:solidFill>
                  <a:srgbClr val="000000"/>
                </a:solidFill>
                <a:effectLst/>
                <a:latin typeface="Segoe UI Semibold"/>
                <a:ea typeface="Segoe UI Semibold"/>
                <a:cs typeface="Segoe UI Semibold"/>
              </a:rPr>
              <a:t>Reglas de índice compuesto</a:t>
            </a:r>
            <a:endParaRPr lang="en-US" sz="2000" b="0" i="0" u="none" strike="noStrike" cap="none" spc="0" dirty="0">
              <a:solidFill>
                <a:schemeClr val="tx1"/>
              </a:solidFill>
              <a:latin typeface="Segoe UI Semibold"/>
              <a:cs typeface="Segoe UI Semibold"/>
            </a:endParaRPr>
          </a:p>
          <a:p>
            <a:pPr marL="228600" marR="0" lvl="0" indent="-228600" algn="l">
              <a:lnSpc>
                <a:spcPct val="100000"/>
              </a:lnSpc>
              <a:spcBef>
                <a:spcPct val="0"/>
              </a:spcBef>
              <a:spcAft>
                <a:spcPct val="0"/>
              </a:spcAft>
              <a:buChar char="•"/>
              <a:defRPr/>
            </a:pPr>
            <a:r>
              <a:rPr lang="es-ES" sz="1800" b="0" i="0" strike="noStrike" cap="none" baseline="0" dirty="0">
                <a:solidFill>
                  <a:srgbClr val="000000"/>
                </a:solidFill>
                <a:effectLst/>
                <a:latin typeface="Segoe UI"/>
                <a:ea typeface="Segoe UI"/>
                <a:cs typeface="Segoe UI"/>
              </a:rPr>
              <a:t>La secuencia de propiedades debe coincidir exactamente con ORDER BY</a:t>
            </a:r>
            <a:endParaRPr lang="en-US" sz="1800" b="0" i="0" u="none" strike="noStrike" cap="none" spc="0" dirty="0">
              <a:solidFill>
                <a:schemeClr val="tx1"/>
              </a:solidFill>
              <a:latin typeface="Segoe UI"/>
              <a:cs typeface="Segoe UI"/>
            </a:endParaRPr>
          </a:p>
          <a:p>
            <a:pPr marL="228600" marR="0" lvl="0" indent="-228600" algn="l">
              <a:lnSpc>
                <a:spcPct val="100000"/>
              </a:lnSpc>
              <a:spcBef>
                <a:spcPct val="0"/>
              </a:spcBef>
              <a:spcAft>
                <a:spcPct val="0"/>
              </a:spcAft>
              <a:buChar char="•"/>
              <a:defRPr/>
            </a:pPr>
            <a:r>
              <a:rPr lang="es-ES" sz="1800" b="0" i="0" strike="noStrike" cap="none" baseline="0" dirty="0">
                <a:solidFill>
                  <a:srgbClr val="000000"/>
                </a:solidFill>
                <a:effectLst/>
                <a:latin typeface="Segoe UI"/>
                <a:ea typeface="Segoe UI"/>
                <a:cs typeface="Segoe UI"/>
              </a:rPr>
              <a:t>Es compatible con el orden invertido en todas las rutas de acceso</a:t>
            </a:r>
            <a:endParaRPr lang="en-US" sz="1800" b="0" i="0" u="none" strike="noStrike" cap="none" spc="0" dirty="0">
              <a:solidFill>
                <a:schemeClr val="tx1"/>
              </a:solidFill>
              <a:latin typeface="Segoe UI"/>
              <a:cs typeface="Segoe UI"/>
            </a:endParaRPr>
          </a:p>
          <a:p>
            <a:pPr marL="228600" marR="0" lvl="0" indent="-228600" algn="l">
              <a:lnSpc>
                <a:spcPct val="100000"/>
              </a:lnSpc>
              <a:spcBef>
                <a:spcPct val="0"/>
              </a:spcBef>
              <a:spcAft>
                <a:spcPct val="0"/>
              </a:spcAft>
              <a:buChar char="•"/>
              <a:defRPr/>
            </a:pPr>
            <a:r>
              <a:rPr lang="es-ES" sz="1800" b="0" i="0" strike="noStrike" cap="none" baseline="0" dirty="0">
                <a:solidFill>
                  <a:srgbClr val="000000"/>
                </a:solidFill>
                <a:effectLst/>
                <a:latin typeface="Segoe UI"/>
                <a:ea typeface="Segoe UI"/>
                <a:cs typeface="Segoe UI"/>
              </a:rPr>
              <a:t>Los pedidos mixtos necesitan índices independientes</a:t>
            </a:r>
            <a:endParaRPr lang="en-US" sz="1800" b="0" i="0" u="none" strike="noStrike" cap="none" spc="0" dirty="0">
              <a:solidFill>
                <a:schemeClr val="tx1"/>
              </a:solidFill>
              <a:latin typeface="Segoe UI"/>
              <a:cs typeface="Segoe UI"/>
            </a:endParaRPr>
          </a:p>
          <a:p>
            <a:pPr marL="228600" marR="0" lvl="0" indent="-228600" algn="l">
              <a:lnSpc>
                <a:spcPct val="100000"/>
              </a:lnSpc>
              <a:spcBef>
                <a:spcPct val="0"/>
              </a:spcBef>
              <a:spcAft>
                <a:spcPct val="0"/>
              </a:spcAft>
              <a:buChar char="•"/>
              <a:defRPr/>
            </a:pPr>
            <a:r>
              <a:rPr lang="es-ES" sz="1800" b="0" i="0" strike="noStrike" cap="none" baseline="0" dirty="0">
                <a:solidFill>
                  <a:srgbClr val="000000"/>
                </a:solidFill>
                <a:effectLst/>
                <a:latin typeface="Segoe UI"/>
                <a:ea typeface="Segoe UI"/>
                <a:cs typeface="Segoe UI"/>
              </a:rPr>
              <a:t>Primero se aplica el filtro de igualdad y, por último, el filtro de rango</a:t>
            </a:r>
            <a:endParaRPr lang="en-US" sz="1800" b="0" i="0" u="none" strike="noStrike" cap="none" spc="0" dirty="0">
              <a:solidFill>
                <a:schemeClr val="tx1"/>
              </a:solidFill>
              <a:latin typeface="Segoe UI"/>
              <a:cs typeface="Segoe UI"/>
            </a:endParaRPr>
          </a:p>
          <a:p>
            <a:pPr marL="228600" marR="0" lvl="0" indent="-228600" algn="l">
              <a:lnSpc>
                <a:spcPct val="100000"/>
              </a:lnSpc>
              <a:spcBef>
                <a:spcPct val="0"/>
              </a:spcBef>
              <a:spcAft>
                <a:spcPct val="0"/>
              </a:spcAft>
              <a:buChar char="•"/>
              <a:defRPr/>
            </a:pPr>
            <a:r>
              <a:rPr lang="es-ES" sz="1800" b="0" i="0" strike="noStrike" cap="none" baseline="0" dirty="0">
                <a:solidFill>
                  <a:srgbClr val="000000"/>
                </a:solidFill>
                <a:effectLst/>
                <a:latin typeface="Segoe UI"/>
                <a:ea typeface="Segoe UI"/>
                <a:cs typeface="Segoe UI"/>
              </a:rPr>
              <a:t>Cada índice compuesto agrega sobrecarga de escritura</a:t>
            </a:r>
            <a:endParaRPr sz="1800" dirty="0"/>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67117971" name="Title 1"/>
          <p:cNvSpPr>
            <a:spLocks noGrp="1"/>
          </p:cNvSpPr>
          <p:nvPr>
            <p:ph type="title"/>
          </p:nvPr>
        </p:nvSpPr>
        <p:spPr bwMode="auto">
          <a:xfrm>
            <a:off x="457200" y="411480"/>
            <a:ext cx="10058400" cy="515442"/>
          </a:xfrm>
        </p:spPr>
        <p:txBody>
          <a:bodyPr/>
          <a:lstStyle/>
          <a:p>
            <a:pPr>
              <a:defRPr/>
            </a:pPr>
            <a:r>
              <a:rPr lang="es-ES" sz="3200" b="0" i="0" strike="noStrike" cap="none" baseline="0" dirty="0">
                <a:solidFill>
                  <a:srgbClr val="000000"/>
                </a:solidFill>
                <a:effectLst/>
                <a:latin typeface="Segoe UI Semibold"/>
                <a:ea typeface="Segoe UI Semibold"/>
                <a:cs typeface="Segoe UI Semibold"/>
              </a:rPr>
              <a:t>Ajuste de los índices vectoriales para insertar cargas de trabajo</a:t>
            </a:r>
            <a:endParaRPr lang="en-US" dirty="0"/>
          </a:p>
        </p:txBody>
      </p:sp>
      <p:graphicFrame>
        <p:nvGraphicFramePr>
          <p:cNvPr id="2046815798" name="Content Placeholder 5"/>
          <p:cNvGraphicFramePr/>
          <p:nvPr>
            <p:extLst>
              <p:ext uri="{D42A27DB-BD31-4B8C-83A1-F6EECF244321}">
                <p14:modId xmlns:p14="http://schemas.microsoft.com/office/powerpoint/2010/main" val="513346487"/>
              </p:ext>
            </p:extLst>
          </p:nvPr>
        </p:nvGraphicFramePr>
        <p:xfrm>
          <a:off x="457200" y="1394326"/>
          <a:ext cx="5113020" cy="2834640"/>
        </p:xfrm>
        <a:graphic>
          <a:graphicData uri="http://schemas.openxmlformats.org/drawingml/2006/table">
            <a:tbl>
              <a:tblPr firstRow="1" bandRow="1">
                <a:tableStyleId>{5C22544A-7EE6-4342-B048-85BDC9FD1C3A}</a:tableStyleId>
              </a:tblPr>
              <a:tblGrid>
                <a:gridCol w="1632797">
                  <a:extLst>
                    <a:ext uri="{9D8B030D-6E8A-4147-A177-3AD203B41FA5}">
                      <a16:colId xmlns:a16="http://schemas.microsoft.com/office/drawing/2014/main" val="20000"/>
                    </a:ext>
                  </a:extLst>
                </a:gridCol>
                <a:gridCol w="1877202">
                  <a:extLst>
                    <a:ext uri="{9D8B030D-6E8A-4147-A177-3AD203B41FA5}">
                      <a16:colId xmlns:a16="http://schemas.microsoft.com/office/drawing/2014/main" val="20001"/>
                    </a:ext>
                  </a:extLst>
                </a:gridCol>
                <a:gridCol w="1603021">
                  <a:extLst>
                    <a:ext uri="{9D8B030D-6E8A-4147-A177-3AD203B41FA5}">
                      <a16:colId xmlns:a16="http://schemas.microsoft.com/office/drawing/2014/main" val="20002"/>
                    </a:ext>
                  </a:extLst>
                </a:gridCol>
              </a:tblGrid>
              <a:tr h="365760">
                <a:tc>
                  <a:txBody>
                    <a:bodyPr/>
                    <a:lstStyle/>
                    <a:p>
                      <a:pPr marL="0" lvl="0" indent="0">
                        <a:buNone/>
                        <a:defRPr/>
                      </a:pPr>
                      <a:r>
                        <a:rPr lang="es-ES" sz="1800" b="1" i="0" strike="noStrike" cap="none" baseline="0">
                          <a:solidFill>
                            <a:srgbClr val="FFFFFF"/>
                          </a:solidFill>
                          <a:effectLst/>
                          <a:latin typeface="Segoe UI"/>
                          <a:ea typeface="Segoe UI"/>
                          <a:cs typeface="Segoe UI"/>
                        </a:rPr>
                        <a:t>Tipo</a:t>
                      </a:r>
                    </a:p>
                  </a:txBody>
                  <a:tcPr/>
                </a:tc>
                <a:tc>
                  <a:txBody>
                    <a:bodyPr/>
                    <a:lstStyle/>
                    <a:p>
                      <a:pPr marL="0" lvl="0" indent="0">
                        <a:buNone/>
                        <a:defRPr/>
                      </a:pPr>
                      <a:r>
                        <a:rPr lang="es-ES" sz="1800" b="1" i="0" strike="noStrike" cap="none" baseline="0" dirty="0">
                          <a:solidFill>
                            <a:srgbClr val="FFFFFF"/>
                          </a:solidFill>
                          <a:effectLst/>
                          <a:latin typeface="Segoe UI"/>
                          <a:ea typeface="Segoe UI"/>
                          <a:cs typeface="Segoe UI"/>
                        </a:rPr>
                        <a:t>Más adecuado para</a:t>
                      </a:r>
                    </a:p>
                  </a:txBody>
                  <a:tcPr/>
                </a:tc>
                <a:tc>
                  <a:txBody>
                    <a:bodyPr/>
                    <a:lstStyle/>
                    <a:p>
                      <a:pPr marL="0" lvl="0" indent="0">
                        <a:buNone/>
                        <a:defRPr/>
                      </a:pPr>
                      <a:r>
                        <a:rPr lang="es-ES" sz="1800" b="1" i="0" strike="noStrike" cap="none" baseline="0" dirty="0">
                          <a:solidFill>
                            <a:srgbClr val="FFFFFF"/>
                          </a:solidFill>
                          <a:effectLst/>
                          <a:latin typeface="Segoe UI"/>
                          <a:ea typeface="Segoe UI"/>
                          <a:cs typeface="Segoe UI"/>
                        </a:rPr>
                        <a:t>Máximo de atenuaciones</a:t>
                      </a:r>
                    </a:p>
                  </a:txBody>
                  <a:tcPr/>
                </a:tc>
                <a:extLst>
                  <a:ext uri="{0D108BD9-81ED-4DB2-BD59-A6C34878D82A}">
                    <a16:rowId xmlns:a16="http://schemas.microsoft.com/office/drawing/2014/main" val="10000"/>
                  </a:ext>
                </a:extLst>
              </a:tr>
              <a:tr h="914400">
                <a:tc>
                  <a:txBody>
                    <a:bodyPr/>
                    <a:lstStyle/>
                    <a:p>
                      <a:pPr marL="0" lvl="0" indent="0">
                        <a:buNone/>
                        <a:defRPr/>
                      </a:pPr>
                      <a:r>
                        <a:rPr lang="es-ES" sz="1800" b="0" i="0" strike="noStrike" cap="none" baseline="0">
                          <a:solidFill>
                            <a:srgbClr val="000000"/>
                          </a:solidFill>
                          <a:effectLst/>
                          <a:latin typeface="Segoe UI"/>
                          <a:ea typeface="Segoe UI"/>
                          <a:cs typeface="Segoe UI"/>
                        </a:rPr>
                        <a:t>flat</a:t>
                      </a:r>
                    </a:p>
                  </a:txBody>
                  <a:tcPr/>
                </a:tc>
                <a:tc>
                  <a:txBody>
                    <a:bodyPr/>
                    <a:lstStyle/>
                    <a:p>
                      <a:pPr marL="0" lvl="0" indent="0">
                        <a:buNone/>
                        <a:defRPr/>
                      </a:pPr>
                      <a:r>
                        <a:rPr lang="es-ES" sz="1800" b="0" i="0" strike="noStrike" cap="none" baseline="0">
                          <a:solidFill>
                            <a:srgbClr val="000000"/>
                          </a:solidFill>
                          <a:effectLst/>
                          <a:latin typeface="Segoe UI"/>
                          <a:ea typeface="Segoe UI"/>
                          <a:cs typeface="Segoe UI"/>
                        </a:rPr>
                        <a:t>&lt; 1000 vectores, coincidencia exacta</a:t>
                      </a:r>
                    </a:p>
                  </a:txBody>
                  <a:tcPr/>
                </a:tc>
                <a:tc>
                  <a:txBody>
                    <a:bodyPr/>
                    <a:lstStyle/>
                    <a:p>
                      <a:pPr marL="0" lvl="0" indent="0">
                        <a:buNone/>
                        <a:defRPr/>
                      </a:pPr>
                      <a:r>
                        <a:rPr lang="es-ES" sz="1800" b="0" i="0" strike="noStrike" cap="none" baseline="0">
                          <a:solidFill>
                            <a:srgbClr val="000000"/>
                          </a:solidFill>
                          <a:effectLst/>
                          <a:latin typeface="Segoe UI"/>
                          <a:ea typeface="Segoe UI"/>
                          <a:cs typeface="Segoe UI"/>
                        </a:rPr>
                        <a:t>5:05</a:t>
                      </a:r>
                    </a:p>
                  </a:txBody>
                  <a:tcPr/>
                </a:tc>
                <a:extLst>
                  <a:ext uri="{0D108BD9-81ED-4DB2-BD59-A6C34878D82A}">
                    <a16:rowId xmlns:a16="http://schemas.microsoft.com/office/drawing/2014/main" val="10001"/>
                  </a:ext>
                </a:extLst>
              </a:tr>
              <a:tr h="640080">
                <a:tc>
                  <a:txBody>
                    <a:bodyPr/>
                    <a:lstStyle/>
                    <a:p>
                      <a:pPr marL="0" lvl="0" indent="0">
                        <a:buNone/>
                        <a:defRPr/>
                      </a:pPr>
                      <a:r>
                        <a:rPr lang="es-ES" sz="1800" b="0" i="0" strike="noStrike" cap="none" baseline="0">
                          <a:solidFill>
                            <a:srgbClr val="000000"/>
                          </a:solidFill>
                          <a:effectLst/>
                          <a:latin typeface="Segoe UI"/>
                          <a:ea typeface="Segoe UI"/>
                          <a:cs typeface="Segoe UI"/>
                        </a:rPr>
                        <a:t>quantizedFlat</a:t>
                      </a:r>
                    </a:p>
                  </a:txBody>
                  <a:tcPr/>
                </a:tc>
                <a:tc>
                  <a:txBody>
                    <a:bodyPr/>
                    <a:lstStyle/>
                    <a:p>
                      <a:pPr marL="0" lvl="0" indent="0">
                        <a:buNone/>
                        <a:defRPr/>
                      </a:pPr>
                      <a:r>
                        <a:rPr lang="es-ES" sz="1800" b="0" i="0" strike="noStrike" cap="none" baseline="0">
                          <a:solidFill>
                            <a:srgbClr val="000000"/>
                          </a:solidFill>
                          <a:effectLst/>
                          <a:latin typeface="Segoe UI"/>
                          <a:ea typeface="Segoe UI"/>
                          <a:cs typeface="Segoe UI"/>
                        </a:rPr>
                        <a:t>Vectores de 1000-50 000</a:t>
                      </a:r>
                    </a:p>
                  </a:txBody>
                  <a:tcPr/>
                </a:tc>
                <a:tc>
                  <a:txBody>
                    <a:bodyPr/>
                    <a:lstStyle/>
                    <a:p>
                      <a:pPr marL="0" lvl="0" indent="0">
                        <a:buNone/>
                        <a:defRPr/>
                      </a:pPr>
                      <a:r>
                        <a:rPr lang="es-ES" sz="1800" b="0" i="0" strike="noStrike" cap="none" baseline="0">
                          <a:solidFill>
                            <a:srgbClr val="000000"/>
                          </a:solidFill>
                          <a:effectLst/>
                          <a:latin typeface="Segoe UI"/>
                          <a:ea typeface="Segoe UI"/>
                          <a:cs typeface="Segoe UI"/>
                        </a:rPr>
                        <a:t>4,096</a:t>
                      </a:r>
                    </a:p>
                  </a:txBody>
                  <a:tcPr/>
                </a:tc>
                <a:extLst>
                  <a:ext uri="{0D108BD9-81ED-4DB2-BD59-A6C34878D82A}">
                    <a16:rowId xmlns:a16="http://schemas.microsoft.com/office/drawing/2014/main" val="10002"/>
                  </a:ext>
                </a:extLst>
              </a:tr>
              <a:tr h="640080">
                <a:tc>
                  <a:txBody>
                    <a:bodyPr/>
                    <a:lstStyle/>
                    <a:p>
                      <a:pPr marL="0" lvl="0" indent="0">
                        <a:buNone/>
                        <a:defRPr/>
                      </a:pPr>
                      <a:r>
                        <a:rPr lang="es-ES" sz="1800" b="0" i="0" strike="noStrike" cap="none" baseline="0">
                          <a:solidFill>
                            <a:srgbClr val="000000"/>
                          </a:solidFill>
                          <a:effectLst/>
                          <a:latin typeface="Segoe UI"/>
                          <a:ea typeface="Segoe UI"/>
                          <a:cs typeface="Segoe UI"/>
                        </a:rPr>
                        <a:t>diskANN</a:t>
                      </a:r>
                    </a:p>
                  </a:txBody>
                  <a:tcPr/>
                </a:tc>
                <a:tc>
                  <a:txBody>
                    <a:bodyPr/>
                    <a:lstStyle/>
                    <a:p>
                      <a:pPr marL="0" lvl="0" indent="0">
                        <a:buNone/>
                        <a:defRPr/>
                      </a:pPr>
                      <a:r>
                        <a:rPr lang="es-ES" sz="1800" b="0" i="0" strike="noStrike" cap="none" baseline="0">
                          <a:solidFill>
                            <a:srgbClr val="000000"/>
                          </a:solidFill>
                          <a:effectLst/>
                          <a:latin typeface="Segoe UI"/>
                          <a:ea typeface="Segoe UI"/>
                          <a:cs typeface="Segoe UI"/>
                        </a:rPr>
                        <a:t>Vectores de más de 50 000</a:t>
                      </a:r>
                    </a:p>
                  </a:txBody>
                  <a:tcPr/>
                </a:tc>
                <a:tc>
                  <a:txBody>
                    <a:bodyPr/>
                    <a:lstStyle/>
                    <a:p>
                      <a:pPr marL="0" lvl="0" indent="0">
                        <a:buNone/>
                        <a:defRPr/>
                      </a:pPr>
                      <a:r>
                        <a:rPr lang="es-ES" sz="1800" b="0" i="0" strike="noStrike" cap="none" baseline="0" dirty="0">
                          <a:solidFill>
                            <a:srgbClr val="000000"/>
                          </a:solidFill>
                          <a:effectLst/>
                          <a:latin typeface="Segoe UI"/>
                          <a:ea typeface="Segoe UI"/>
                          <a:cs typeface="Segoe UI"/>
                        </a:rPr>
                        <a:t>4,096</a:t>
                      </a:r>
                    </a:p>
                  </a:txBody>
                  <a:tcPr/>
                </a:tc>
                <a:extLst>
                  <a:ext uri="{0D108BD9-81ED-4DB2-BD59-A6C34878D82A}">
                    <a16:rowId xmlns:a16="http://schemas.microsoft.com/office/drawing/2014/main" val="10003"/>
                  </a:ext>
                </a:extLst>
              </a:tr>
            </a:tbl>
          </a:graphicData>
        </a:graphic>
      </p:graphicFrame>
      <p:sp>
        <p:nvSpPr>
          <p:cNvPr id="1896441832" name="TextBox 2"/>
          <p:cNvSpPr txBox="1"/>
          <p:nvPr/>
        </p:nvSpPr>
        <p:spPr bwMode="auto">
          <a:xfrm>
            <a:off x="6284995" y="1226084"/>
            <a:ext cx="4898390" cy="4862296"/>
          </a:xfrm>
          <a:prstGeom prst="rect">
            <a:avLst/>
          </a:prstGeom>
          <a:noFill/>
        </p:spPr>
        <p:txBody>
          <a:bodyPr rot="0" spcFirstLastPara="0" vertOverflow="overflow" horzOverflow="overflow" vert="horz" wrap="square" lIns="91440" tIns="45720" rIns="0" bIns="45720" numCol="1" spcCol="0" rtlCol="0" fromWordArt="0" anchor="t" anchorCtr="0" forceAA="0" compatLnSpc="1">
            <a:prstTxWarp prst="textNoShape">
              <a:avLst/>
            </a:prstTxWarp>
            <a:noAutofit/>
          </a:bodyPr>
          <a:lstStyle/>
          <a:p>
            <a:pPr marL="0" marR="0" lvl="0" indent="0" algn="l">
              <a:lnSpc>
                <a:spcPct val="100000"/>
              </a:lnSpc>
              <a:spcBef>
                <a:spcPts val="1439"/>
              </a:spcBef>
              <a:spcAft>
                <a:spcPts val="719"/>
              </a:spcAft>
              <a:defRPr/>
            </a:pPr>
            <a:r>
              <a:rPr lang="es-ES" sz="2000" b="0" i="0" strike="noStrike" cap="none" baseline="0" dirty="0">
                <a:solidFill>
                  <a:srgbClr val="000000"/>
                </a:solidFill>
                <a:effectLst/>
                <a:latin typeface="Segoe UI Semibold"/>
                <a:ea typeface="Segoe UI Semibold"/>
                <a:cs typeface="Segoe UI Semibold"/>
              </a:rPr>
              <a:t>Decisiones clave</a:t>
            </a:r>
            <a:endParaRPr lang="en-US" sz="1800" b="0" i="0" u="none" strike="noStrike" cap="none" spc="0" dirty="0">
              <a:solidFill>
                <a:schemeClr val="tx1"/>
              </a:solidFill>
              <a:latin typeface="Times New Roman"/>
              <a:cs typeface="Times New Roman"/>
            </a:endParaRPr>
          </a:p>
          <a:p>
            <a:pPr marL="228599" marR="0" lvl="0" indent="-228599">
              <a:lnSpc>
                <a:spcPct val="100000"/>
              </a:lnSpc>
              <a:spcBef>
                <a:spcPct val="0"/>
              </a:spcBef>
              <a:spcAft>
                <a:spcPts val="575"/>
              </a:spcAft>
              <a:buFont typeface="Arial"/>
              <a:buChar char="•"/>
              <a:defRPr/>
            </a:pPr>
            <a:r>
              <a:rPr lang="es-ES" sz="1800" b="0" i="0" strike="noStrike" cap="none" baseline="0" dirty="0" err="1">
                <a:solidFill>
                  <a:srgbClr val="000000"/>
                </a:solidFill>
                <a:effectLst/>
                <a:latin typeface="Segoe UI"/>
                <a:ea typeface="Segoe UI"/>
                <a:cs typeface="Segoe UI"/>
              </a:rPr>
              <a:t>quantizedFlat</a:t>
            </a:r>
            <a:r>
              <a:rPr lang="es-ES" sz="1800" b="0" i="0" strike="noStrike" cap="none" baseline="0" dirty="0">
                <a:solidFill>
                  <a:srgbClr val="000000"/>
                </a:solidFill>
                <a:effectLst/>
                <a:latin typeface="Segoe UI"/>
                <a:ea typeface="Segoe UI"/>
                <a:cs typeface="Segoe UI"/>
              </a:rPr>
              <a:t> y </a:t>
            </a:r>
            <a:r>
              <a:rPr lang="es-ES" sz="1800" b="0" i="0" strike="noStrike" cap="none" baseline="0" dirty="0" err="1">
                <a:solidFill>
                  <a:srgbClr val="000000"/>
                </a:solidFill>
                <a:effectLst/>
                <a:latin typeface="Segoe UI"/>
                <a:ea typeface="Segoe UI"/>
                <a:cs typeface="Segoe UI"/>
              </a:rPr>
              <a:t>diskANN</a:t>
            </a:r>
            <a:r>
              <a:rPr lang="es-ES" sz="1800" b="0" i="0" strike="noStrike" cap="none" baseline="0" dirty="0">
                <a:solidFill>
                  <a:srgbClr val="000000"/>
                </a:solidFill>
                <a:effectLst/>
                <a:latin typeface="Segoe UI"/>
                <a:ea typeface="Segoe UI"/>
                <a:cs typeface="Segoe UI"/>
              </a:rPr>
              <a:t> necesitan más de 1000 vectores para activar</a:t>
            </a:r>
            <a:endParaRPr sz="1800" dirty="0"/>
          </a:p>
          <a:p>
            <a:pPr marL="228599" marR="0" lvl="0" indent="-228599">
              <a:lnSpc>
                <a:spcPct val="100000"/>
              </a:lnSpc>
              <a:spcBef>
                <a:spcPct val="0"/>
              </a:spcBef>
              <a:spcAft>
                <a:spcPts val="575"/>
              </a:spcAft>
              <a:buFont typeface="Arial"/>
              <a:buChar char="•"/>
              <a:defRPr/>
            </a:pPr>
            <a:r>
              <a:rPr lang="es-ES" sz="1800" b="0" i="0" strike="noStrike" cap="none" baseline="0" dirty="0">
                <a:solidFill>
                  <a:srgbClr val="000000"/>
                </a:solidFill>
                <a:effectLst/>
                <a:latin typeface="Segoe UI"/>
                <a:ea typeface="Segoe UI"/>
                <a:cs typeface="Segoe UI"/>
              </a:rPr>
              <a:t>Umbral inferior: vuelve al examen por fuerza bruta</a:t>
            </a:r>
            <a:endParaRPr sz="1800" dirty="0"/>
          </a:p>
          <a:p>
            <a:pPr marL="228599" marR="0" lvl="0" indent="-228599">
              <a:lnSpc>
                <a:spcPct val="100000"/>
              </a:lnSpc>
              <a:spcBef>
                <a:spcPct val="0"/>
              </a:spcBef>
              <a:spcAft>
                <a:spcPts val="575"/>
              </a:spcAft>
              <a:buFont typeface="Arial"/>
              <a:buChar char="•"/>
              <a:defRPr/>
            </a:pPr>
            <a:r>
              <a:rPr lang="es-ES" sz="1800" b="0" i="0" strike="noStrike" cap="none" baseline="0" dirty="0" err="1">
                <a:solidFill>
                  <a:srgbClr val="000000"/>
                </a:solidFill>
                <a:effectLst/>
                <a:latin typeface="Segoe UI"/>
                <a:ea typeface="Segoe UI"/>
                <a:cs typeface="Segoe UI"/>
              </a:rPr>
              <a:t>DiskANN</a:t>
            </a:r>
            <a:r>
              <a:rPr lang="es-ES" sz="1800" b="0" i="0" strike="noStrike" cap="none" baseline="0" dirty="0">
                <a:solidFill>
                  <a:srgbClr val="000000"/>
                </a:solidFill>
                <a:effectLst/>
                <a:latin typeface="Segoe UI"/>
                <a:ea typeface="Segoe UI"/>
                <a:cs typeface="Segoe UI"/>
              </a:rPr>
              <a:t> recomendado para aplicaciones de IA de producción</a:t>
            </a:r>
            <a:endParaRPr sz="1800" dirty="0"/>
          </a:p>
          <a:p>
            <a:pPr marL="228599" marR="0" lvl="0" indent="-228599">
              <a:lnSpc>
                <a:spcPct val="100000"/>
              </a:lnSpc>
              <a:spcBef>
                <a:spcPct val="0"/>
              </a:spcBef>
              <a:spcAft>
                <a:spcPts val="575"/>
              </a:spcAft>
              <a:buFont typeface="Arial"/>
              <a:buChar char="•"/>
              <a:defRPr/>
            </a:pPr>
            <a:r>
              <a:rPr lang="es-ES" sz="1800" b="0" i="0" strike="noStrike" cap="none" baseline="0" dirty="0">
                <a:solidFill>
                  <a:srgbClr val="000000"/>
                </a:solidFill>
                <a:effectLst/>
                <a:latin typeface="Segoe UI"/>
                <a:ea typeface="Segoe UI"/>
                <a:cs typeface="Segoe UI"/>
              </a:rPr>
              <a:t>Exclusión de inserciones de los índices de intervalo</a:t>
            </a:r>
            <a:endParaRPr sz="1800" dirty="0"/>
          </a:p>
          <a:p>
            <a:pPr marL="228599" marR="0" lvl="0" indent="-228599">
              <a:lnSpc>
                <a:spcPct val="100000"/>
              </a:lnSpc>
              <a:spcBef>
                <a:spcPct val="0"/>
              </a:spcBef>
              <a:spcAft>
                <a:spcPts val="575"/>
              </a:spcAft>
              <a:buFont typeface="Arial"/>
              <a:buChar char="•"/>
              <a:defRPr/>
            </a:pPr>
            <a:r>
              <a:rPr lang="es-ES" sz="1800" b="0" i="0" strike="noStrike" cap="none" baseline="0" dirty="0">
                <a:solidFill>
                  <a:srgbClr val="000000"/>
                </a:solidFill>
                <a:effectLst/>
                <a:latin typeface="Segoe UI"/>
                <a:ea typeface="Segoe UI"/>
                <a:cs typeface="Segoe UI"/>
              </a:rPr>
              <a:t>Las directivas vectoriales son inmutables después de la creación del contenedor</a:t>
            </a:r>
            <a:endParaRPr sz="1800" dirty="0"/>
          </a:p>
          <a:p>
            <a:pPr marL="228599" marR="0" lvl="0" indent="-228599">
              <a:lnSpc>
                <a:spcPct val="100000"/>
              </a:lnSpc>
              <a:spcBef>
                <a:spcPct val="0"/>
              </a:spcBef>
              <a:spcAft>
                <a:spcPts val="575"/>
              </a:spcAft>
              <a:buFont typeface="Arial"/>
              <a:buChar char="•"/>
              <a:defRPr/>
            </a:pPr>
            <a:r>
              <a:rPr lang="es-ES" sz="1800" b="0" i="0" strike="noStrike" cap="none" baseline="0" dirty="0">
                <a:solidFill>
                  <a:srgbClr val="000000"/>
                </a:solidFill>
                <a:effectLst/>
                <a:latin typeface="Segoe UI"/>
                <a:ea typeface="Segoe UI"/>
                <a:cs typeface="Segoe UI"/>
              </a:rPr>
              <a:t>float16 ahorra un 50 % de almacenamiento frente a float32</a:t>
            </a:r>
            <a:endParaRPr sz="1800" dirty="0"/>
          </a:p>
          <a:p>
            <a:pPr marL="228599" marR="0" lvl="0" indent="-228599">
              <a:lnSpc>
                <a:spcPct val="100000"/>
              </a:lnSpc>
              <a:spcBef>
                <a:spcPct val="0"/>
              </a:spcBef>
              <a:spcAft>
                <a:spcPts val="575"/>
              </a:spcAft>
              <a:buFont typeface="Arial"/>
              <a:buChar char="•"/>
              <a:defRPr/>
            </a:pPr>
            <a:r>
              <a:rPr lang="es-ES" sz="1800" b="0" i="0" strike="noStrike" cap="none" baseline="0" dirty="0">
                <a:solidFill>
                  <a:srgbClr val="000000"/>
                </a:solidFill>
                <a:effectLst/>
                <a:latin typeface="Segoe UI"/>
                <a:ea typeface="Segoe UI"/>
                <a:cs typeface="Segoe UI"/>
              </a:rPr>
              <a:t>El filtrado previo con índices de metadatos reduce el coste de RU de vector de búsqueda</a:t>
            </a:r>
            <a:endParaRPr sz="1800" dirty="0"/>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80607839" name="Title 1"/>
          <p:cNvSpPr>
            <a:spLocks noGrp="1"/>
          </p:cNvSpPr>
          <p:nvPr>
            <p:ph type="title"/>
          </p:nvPr>
        </p:nvSpPr>
        <p:spPr bwMode="auto"/>
        <p:txBody>
          <a:bodyPr/>
          <a:lstStyle/>
          <a:p>
            <a:pPr>
              <a:defRPr/>
            </a:pPr>
            <a:r>
              <a:rPr lang="es-ES" sz="3200" b="0" i="0" strike="noStrike" cap="none" baseline="0">
                <a:solidFill>
                  <a:srgbClr val="000000"/>
                </a:solidFill>
                <a:effectLst/>
                <a:latin typeface="Segoe UI Semibold"/>
                <a:ea typeface="Segoe UI Semibold"/>
                <a:cs typeface="Segoe UI Semibold"/>
              </a:rPr>
              <a:t>Reducción de los costes de RU con indexación estratégica</a:t>
            </a:r>
            <a:endParaRPr lang="en-US"/>
          </a:p>
        </p:txBody>
      </p:sp>
      <p:sp>
        <p:nvSpPr>
          <p:cNvPr id="27259137" name="TextBox 2"/>
          <p:cNvSpPr txBox="1"/>
          <p:nvPr/>
        </p:nvSpPr>
        <p:spPr bwMode="auto">
          <a:xfrm>
            <a:off x="457199" y="1226083"/>
            <a:ext cx="4807570" cy="4405825"/>
          </a:xfrm>
          <a:prstGeom prst="rect">
            <a:avLst/>
          </a:prstGeom>
          <a:noFill/>
        </p:spPr>
        <p:txBody>
          <a:bodyPr rot="0" spcFirstLastPara="0" vertOverflow="overflow" horzOverflow="overflow" vert="horz" wrap="square" lIns="91440" tIns="45720" rIns="0" bIns="45720" numCol="1" spcCol="0" rtlCol="0" fromWordArt="0" anchor="t" anchorCtr="0" forceAA="0" compatLnSpc="1">
            <a:prstTxWarp prst="textNoShape">
              <a:avLst/>
            </a:prstTxWarp>
            <a:noAutofit/>
          </a:bodyPr>
          <a:lstStyle/>
          <a:p>
            <a:pPr marL="0" marR="0" lvl="0" indent="0" algn="l">
              <a:lnSpc>
                <a:spcPct val="100000"/>
              </a:lnSpc>
              <a:spcBef>
                <a:spcPts val="1438"/>
              </a:spcBef>
              <a:spcAft>
                <a:spcPts val="718"/>
              </a:spcAft>
              <a:defRPr/>
            </a:pPr>
            <a:r>
              <a:rPr lang="es-ES" b="0" i="0" strike="noStrike" cap="none" baseline="0" dirty="0">
                <a:solidFill>
                  <a:srgbClr val="000000"/>
                </a:solidFill>
                <a:effectLst/>
                <a:latin typeface="Segoe UI Semibold"/>
                <a:ea typeface="Segoe UI Semibold"/>
                <a:cs typeface="Segoe UI Semibold"/>
              </a:rPr>
              <a:t>Análisis antes de la indexación</a:t>
            </a:r>
            <a:endParaRPr sz="1400" dirty="0">
              <a:latin typeface="Segoe UI"/>
              <a:cs typeface="Segoe UI"/>
            </a:endParaRPr>
          </a:p>
          <a:p>
            <a:pPr marL="228600" marR="0" lvl="0" indent="-226729" algn="l">
              <a:lnSpc>
                <a:spcPct val="100000"/>
              </a:lnSpc>
              <a:spcBef>
                <a:spcPct val="0"/>
              </a:spcBef>
              <a:spcAft>
                <a:spcPts val="287"/>
              </a:spcAft>
              <a:buFont typeface="Arial"/>
              <a:buChar char="•"/>
              <a:defRPr/>
            </a:pPr>
            <a:r>
              <a:rPr lang="es-ES" sz="1600" b="0" i="0" strike="noStrike" cap="none" baseline="0" dirty="0">
                <a:solidFill>
                  <a:srgbClr val="000000"/>
                </a:solidFill>
                <a:effectLst/>
                <a:latin typeface="Segoe UI"/>
                <a:ea typeface="Segoe UI"/>
                <a:cs typeface="Segoe UI"/>
              </a:rPr>
              <a:t>Propiedades de filtro de catálogo (cláusulas WHERE)</a:t>
            </a:r>
            <a:endParaRPr sz="1600" b="0" i="0" u="none" strike="noStrike" cap="none" spc="0" dirty="0">
              <a:solidFill>
                <a:schemeClr val="tx1"/>
              </a:solidFill>
              <a:latin typeface="Segoe UI"/>
              <a:cs typeface="Segoe UI"/>
            </a:endParaRPr>
          </a:p>
          <a:p>
            <a:pPr marL="228600" marR="0" lvl="0" indent="-226729" algn="l">
              <a:lnSpc>
                <a:spcPct val="100000"/>
              </a:lnSpc>
              <a:spcBef>
                <a:spcPct val="0"/>
              </a:spcBef>
              <a:spcAft>
                <a:spcPts val="287"/>
              </a:spcAft>
              <a:buFont typeface="Arial"/>
              <a:buChar char="•"/>
              <a:defRPr/>
            </a:pPr>
            <a:r>
              <a:rPr lang="es-ES" sz="1600" b="0" i="0" strike="noStrike" cap="none" baseline="0" dirty="0">
                <a:solidFill>
                  <a:srgbClr val="000000"/>
                </a:solidFill>
                <a:effectLst/>
                <a:latin typeface="Segoe UI"/>
                <a:ea typeface="Segoe UI"/>
                <a:cs typeface="Segoe UI"/>
              </a:rPr>
              <a:t>Propiedades de ordenación del catálogo (ORDER BY)</a:t>
            </a:r>
            <a:endParaRPr sz="1600" b="0" i="0" u="none" strike="noStrike" cap="none" spc="0" dirty="0">
              <a:solidFill>
                <a:schemeClr val="tx1"/>
              </a:solidFill>
              <a:latin typeface="Segoe UI"/>
              <a:cs typeface="Segoe UI"/>
            </a:endParaRPr>
          </a:p>
          <a:p>
            <a:pPr marL="228600" marR="0" lvl="0" indent="-226729" algn="l">
              <a:lnSpc>
                <a:spcPct val="100000"/>
              </a:lnSpc>
              <a:spcBef>
                <a:spcPct val="0"/>
              </a:spcBef>
              <a:spcAft>
                <a:spcPts val="287"/>
              </a:spcAft>
              <a:buFont typeface="Arial"/>
              <a:buChar char="•"/>
              <a:defRPr/>
            </a:pPr>
            <a:r>
              <a:rPr lang="es-ES" sz="1600" b="0" i="0" strike="noStrike" cap="none" baseline="0" dirty="0">
                <a:solidFill>
                  <a:srgbClr val="000000"/>
                </a:solidFill>
                <a:effectLst/>
                <a:latin typeface="Segoe UI"/>
                <a:ea typeface="Segoe UI"/>
                <a:cs typeface="Segoe UI"/>
              </a:rPr>
              <a:t>Identificación de combinaciones de propiedades en consultas</a:t>
            </a:r>
            <a:endParaRPr sz="1600" b="0" i="0" u="none" strike="noStrike" cap="none" spc="0" dirty="0">
              <a:solidFill>
                <a:schemeClr val="tx1"/>
              </a:solidFill>
              <a:latin typeface="Segoe UI"/>
              <a:cs typeface="Segoe UI"/>
            </a:endParaRPr>
          </a:p>
          <a:p>
            <a:pPr marL="228600" marR="0" lvl="0" indent="-226729" algn="l">
              <a:lnSpc>
                <a:spcPct val="100000"/>
              </a:lnSpc>
              <a:spcBef>
                <a:spcPct val="0"/>
              </a:spcBef>
              <a:spcAft>
                <a:spcPts val="287"/>
              </a:spcAft>
              <a:buFont typeface="Arial"/>
              <a:buChar char="•"/>
              <a:defRPr/>
            </a:pPr>
            <a:r>
              <a:rPr lang="es-ES" sz="1600" b="0" i="0" strike="noStrike" cap="none" baseline="0" dirty="0">
                <a:solidFill>
                  <a:srgbClr val="000000"/>
                </a:solidFill>
                <a:effectLst/>
                <a:latin typeface="Segoe UI"/>
                <a:ea typeface="Segoe UI"/>
                <a:cs typeface="Segoe UI"/>
              </a:rPr>
              <a:t>Priorización por frecuencia de consulta</a:t>
            </a:r>
            <a:endParaRPr lang="en-US" sz="1600" b="0" i="0" u="none" strike="noStrike" cap="none" spc="0" dirty="0">
              <a:solidFill>
                <a:schemeClr val="tx1"/>
              </a:solidFill>
              <a:latin typeface="Segoe UI"/>
              <a:cs typeface="Segoe UI"/>
            </a:endParaRPr>
          </a:p>
          <a:p>
            <a:pPr marL="0" marR="0" lvl="0" indent="0" algn="l">
              <a:lnSpc>
                <a:spcPct val="100000"/>
              </a:lnSpc>
              <a:spcBef>
                <a:spcPts val="1438"/>
              </a:spcBef>
              <a:spcAft>
                <a:spcPts val="718"/>
              </a:spcAft>
              <a:defRPr/>
            </a:pPr>
            <a:r>
              <a:rPr lang="es-ES" b="0" i="0" strike="noStrike" cap="none" baseline="0" dirty="0">
                <a:solidFill>
                  <a:srgbClr val="000000"/>
                </a:solidFill>
                <a:effectLst/>
                <a:latin typeface="Segoe UI Semibold"/>
                <a:ea typeface="Segoe UI Semibold"/>
                <a:cs typeface="Segoe UI Semibold"/>
              </a:rPr>
              <a:t>Métricas de consulta para supervisar</a:t>
            </a:r>
            <a:endParaRPr sz="1400" dirty="0">
              <a:latin typeface="Segoe UI"/>
              <a:cs typeface="Segoe UI"/>
            </a:endParaRPr>
          </a:p>
          <a:p>
            <a:pPr marL="228600" marR="0" lvl="0" indent="-226729" algn="l">
              <a:lnSpc>
                <a:spcPct val="100000"/>
              </a:lnSpc>
              <a:spcBef>
                <a:spcPct val="0"/>
              </a:spcBef>
              <a:spcAft>
                <a:spcPts val="287"/>
              </a:spcAft>
              <a:buChar char="•"/>
              <a:defRPr/>
            </a:pPr>
            <a:r>
              <a:rPr lang="es-ES" sz="1600" b="0" i="0" strike="noStrike" cap="none" baseline="0" dirty="0">
                <a:solidFill>
                  <a:srgbClr val="000000"/>
                </a:solidFill>
                <a:effectLst/>
                <a:latin typeface="Segoe UI"/>
                <a:ea typeface="Segoe UI"/>
                <a:cs typeface="Segoe UI"/>
              </a:rPr>
              <a:t>Indexación del porcentaje de uso</a:t>
            </a:r>
            <a:endParaRPr lang="en-US" sz="1600" b="0" i="0" u="none" strike="noStrike" cap="none" spc="0" dirty="0">
              <a:solidFill>
                <a:schemeClr val="tx1"/>
              </a:solidFill>
              <a:latin typeface="Segoe UI"/>
              <a:cs typeface="Segoe UI"/>
            </a:endParaRPr>
          </a:p>
          <a:p>
            <a:pPr marL="228600" marR="0" lvl="0" indent="-226729" algn="l">
              <a:lnSpc>
                <a:spcPct val="100000"/>
              </a:lnSpc>
              <a:spcBef>
                <a:spcPct val="0"/>
              </a:spcBef>
              <a:spcAft>
                <a:spcPts val="287"/>
              </a:spcAft>
              <a:buChar char="•"/>
              <a:defRPr/>
            </a:pPr>
            <a:r>
              <a:rPr lang="es-ES" sz="1600" b="0" i="0" strike="noStrike" cap="none" baseline="0" dirty="0">
                <a:solidFill>
                  <a:srgbClr val="000000"/>
                </a:solidFill>
                <a:effectLst/>
                <a:latin typeface="Segoe UI"/>
                <a:ea typeface="Segoe UI"/>
                <a:cs typeface="Segoe UI"/>
              </a:rPr>
              <a:t>Número de documentos de salida frente a recuperados</a:t>
            </a:r>
            <a:endParaRPr lang="en-US" sz="1600" b="0" i="0" u="none" strike="noStrike" cap="none" spc="0" dirty="0">
              <a:solidFill>
                <a:schemeClr val="tx1"/>
              </a:solidFill>
              <a:latin typeface="Segoe UI"/>
              <a:cs typeface="Segoe UI"/>
            </a:endParaRPr>
          </a:p>
          <a:p>
            <a:pPr marL="228600" marR="0" lvl="0" indent="-226729" algn="l">
              <a:lnSpc>
                <a:spcPct val="100000"/>
              </a:lnSpc>
              <a:spcBef>
                <a:spcPct val="0"/>
              </a:spcBef>
              <a:spcAft>
                <a:spcPts val="287"/>
              </a:spcAft>
              <a:buChar char="•"/>
              <a:defRPr/>
            </a:pPr>
            <a:r>
              <a:rPr lang="es-ES" sz="1600" b="0" i="0" strike="noStrike" cap="none" baseline="0" dirty="0">
                <a:solidFill>
                  <a:srgbClr val="000000"/>
                </a:solidFill>
                <a:effectLst/>
                <a:latin typeface="Segoe UI"/>
                <a:ea typeface="Segoe UI"/>
                <a:cs typeface="Segoe UI"/>
              </a:rPr>
              <a:t>Cargo de RU por consulta (x-ms-</a:t>
            </a:r>
            <a:r>
              <a:rPr lang="es-ES" sz="1600" b="0" i="0" strike="noStrike" cap="none" baseline="0" dirty="0" err="1">
                <a:solidFill>
                  <a:srgbClr val="000000"/>
                </a:solidFill>
                <a:effectLst/>
                <a:latin typeface="Segoe UI"/>
                <a:ea typeface="Segoe UI"/>
                <a:cs typeface="Segoe UI"/>
              </a:rPr>
              <a:t>request</a:t>
            </a:r>
            <a:r>
              <a:rPr lang="es-ES" sz="1600" b="0" i="0" strike="noStrike" cap="none" baseline="0" dirty="0">
                <a:solidFill>
                  <a:srgbClr val="000000"/>
                </a:solidFill>
                <a:effectLst/>
                <a:latin typeface="Segoe UI"/>
                <a:ea typeface="Segoe UI"/>
                <a:cs typeface="Segoe UI"/>
              </a:rPr>
              <a:t>-</a:t>
            </a:r>
            <a:r>
              <a:rPr lang="es-ES" sz="1600" b="0" i="0" strike="noStrike" cap="none" baseline="0" dirty="0" err="1">
                <a:solidFill>
                  <a:srgbClr val="000000"/>
                </a:solidFill>
                <a:effectLst/>
                <a:latin typeface="Segoe UI"/>
                <a:ea typeface="Segoe UI"/>
                <a:cs typeface="Segoe UI"/>
              </a:rPr>
              <a:t>charge</a:t>
            </a:r>
            <a:r>
              <a:rPr lang="es-ES" sz="1600" b="0" i="0" strike="noStrike" cap="none" baseline="0" dirty="0">
                <a:solidFill>
                  <a:srgbClr val="000000"/>
                </a:solidFill>
                <a:effectLst/>
                <a:latin typeface="Segoe UI"/>
                <a:ea typeface="Segoe UI"/>
                <a:cs typeface="Segoe UI"/>
              </a:rPr>
              <a:t>)</a:t>
            </a:r>
            <a:endParaRPr lang="en-US" sz="1600" b="0" i="0" u="none" strike="noStrike" cap="none" spc="0" dirty="0">
              <a:solidFill>
                <a:schemeClr val="tx1"/>
              </a:solidFill>
              <a:latin typeface="Segoe UI"/>
              <a:cs typeface="Segoe UI"/>
            </a:endParaRPr>
          </a:p>
        </p:txBody>
      </p:sp>
      <p:sp>
        <p:nvSpPr>
          <p:cNvPr id="1385694788" name="TextBox 2"/>
          <p:cNvSpPr txBox="1"/>
          <p:nvPr/>
        </p:nvSpPr>
        <p:spPr bwMode="auto">
          <a:xfrm>
            <a:off x="6284994" y="1226083"/>
            <a:ext cx="4807570" cy="5148392"/>
          </a:xfrm>
          <a:prstGeom prst="rect">
            <a:avLst/>
          </a:prstGeom>
          <a:noFill/>
        </p:spPr>
        <p:txBody>
          <a:bodyPr rot="0" spcFirstLastPara="0" vertOverflow="overflow" horzOverflow="overflow" vert="horz" wrap="square" lIns="91440" tIns="45720" rIns="0" bIns="45720" numCol="1" spcCol="0" rtlCol="0" fromWordArt="0" anchor="t" anchorCtr="0" forceAA="0" compatLnSpc="1">
            <a:prstTxWarp prst="textNoShape">
              <a:avLst/>
            </a:prstTxWarp>
            <a:noAutofit/>
          </a:bodyPr>
          <a:lstStyle/>
          <a:p>
            <a:pPr marL="0" marR="0" lvl="0" indent="0" algn="l">
              <a:lnSpc>
                <a:spcPct val="100000"/>
              </a:lnSpc>
              <a:spcBef>
                <a:spcPts val="1438"/>
              </a:spcBef>
              <a:spcAft>
                <a:spcPts val="718"/>
              </a:spcAft>
              <a:defRPr/>
            </a:pPr>
            <a:r>
              <a:rPr lang="es-ES" b="0" i="0" strike="noStrike" cap="none" baseline="0">
                <a:solidFill>
                  <a:srgbClr val="000000"/>
                </a:solidFill>
                <a:effectLst/>
                <a:latin typeface="Segoe UI Semibold"/>
                <a:ea typeface="Segoe UI Semibold"/>
                <a:cs typeface="Segoe UI Semibold"/>
              </a:rPr>
              <a:t>Estrategia de indexación selectiva</a:t>
            </a:r>
            <a:endParaRPr/>
          </a:p>
          <a:p>
            <a:pPr marL="228600" marR="0" lvl="0" indent="-226729" algn="l">
              <a:lnSpc>
                <a:spcPct val="100000"/>
              </a:lnSpc>
              <a:spcBef>
                <a:spcPct val="0"/>
              </a:spcBef>
              <a:spcAft>
                <a:spcPts val="287"/>
              </a:spcAft>
              <a:buChar char="•"/>
              <a:defRPr/>
            </a:pPr>
            <a:r>
              <a:rPr lang="es-ES" sz="1600" b="0" i="0" strike="noStrike" cap="none" baseline="0">
                <a:solidFill>
                  <a:srgbClr val="000000"/>
                </a:solidFill>
                <a:effectLst/>
                <a:latin typeface="Segoe UI"/>
                <a:ea typeface="Segoe UI"/>
                <a:cs typeface="Segoe UI"/>
              </a:rPr>
              <a:t>Exclusión de todo de manera predeterminada: </a:t>
            </a:r>
            <a:r>
              <a:rPr lang="es-ES" sz="1400" b="0" i="0" strike="noStrike" cap="none" baseline="0">
                <a:solidFill>
                  <a:srgbClr val="000000"/>
                </a:solidFill>
                <a:effectLst/>
                <a:latin typeface="Consolas"/>
                <a:ea typeface="Consolas"/>
                <a:cs typeface="Consolas"/>
              </a:rPr>
              <a:t>"excludePaths": [{"path": "/*"}]</a:t>
            </a:r>
            <a:endParaRPr sz="1400" b="0" i="0" u="none" strike="noStrike" cap="none" spc="0">
              <a:solidFill>
                <a:schemeClr val="tx1"/>
              </a:solidFill>
              <a:latin typeface="Consolas"/>
              <a:cs typeface="Consolas"/>
            </a:endParaRPr>
          </a:p>
          <a:p>
            <a:pPr marL="228600" marR="0" lvl="0" indent="-226729" algn="l">
              <a:lnSpc>
                <a:spcPct val="100000"/>
              </a:lnSpc>
              <a:spcBef>
                <a:spcPct val="0"/>
              </a:spcBef>
              <a:spcAft>
                <a:spcPts val="287"/>
              </a:spcAft>
              <a:buChar char="•"/>
              <a:defRPr/>
            </a:pPr>
            <a:r>
              <a:rPr lang="es-ES" sz="1600" b="0" i="0" strike="noStrike" cap="none" baseline="0">
                <a:solidFill>
                  <a:srgbClr val="000000"/>
                </a:solidFill>
                <a:effectLst/>
                <a:latin typeface="Segoe UI"/>
                <a:ea typeface="Segoe UI"/>
                <a:cs typeface="Segoe UI"/>
              </a:rPr>
              <a:t>Inclusión solo de propiedades consultadas</a:t>
            </a:r>
            <a:endParaRPr lang="en-US" sz="1600" b="0" i="0" u="none" strike="noStrike" cap="none" spc="0">
              <a:solidFill>
                <a:schemeClr val="tx1"/>
              </a:solidFill>
              <a:latin typeface="Segoe UI"/>
              <a:cs typeface="Segoe UI"/>
            </a:endParaRPr>
          </a:p>
          <a:p>
            <a:pPr marL="228600" marR="0" lvl="0" indent="-226729" algn="l">
              <a:lnSpc>
                <a:spcPct val="100000"/>
              </a:lnSpc>
              <a:spcBef>
                <a:spcPct val="0"/>
              </a:spcBef>
              <a:spcAft>
                <a:spcPts val="287"/>
              </a:spcAft>
              <a:buChar char="•"/>
              <a:defRPr/>
            </a:pPr>
            <a:r>
              <a:rPr lang="es-ES" sz="1600" b="0" i="0" strike="noStrike" cap="none" baseline="0">
                <a:solidFill>
                  <a:srgbClr val="000000"/>
                </a:solidFill>
                <a:effectLst/>
                <a:latin typeface="Segoe UI"/>
                <a:ea typeface="Segoe UI"/>
                <a:cs typeface="Segoe UI"/>
              </a:rPr>
              <a:t>Sin indexación: texto grande, resúmenes y metadatos sin formato</a:t>
            </a:r>
            <a:endParaRPr lang="en-US" sz="1600" b="0" i="0" u="none" strike="noStrike" cap="none" spc="0">
              <a:solidFill>
                <a:schemeClr val="tx1"/>
              </a:solidFill>
              <a:latin typeface="Segoe UI"/>
              <a:cs typeface="Segoe UI"/>
            </a:endParaRPr>
          </a:p>
          <a:p>
            <a:pPr marL="228600" marR="0" lvl="0" indent="-226729" algn="l">
              <a:lnSpc>
                <a:spcPct val="100000"/>
              </a:lnSpc>
              <a:spcBef>
                <a:spcPct val="0"/>
              </a:spcBef>
              <a:spcAft>
                <a:spcPts val="287"/>
              </a:spcAft>
              <a:buChar char="•"/>
              <a:defRPr/>
            </a:pPr>
            <a:r>
              <a:rPr lang="es-ES" sz="1600" b="0" i="0" strike="noStrike" cap="none" baseline="0">
                <a:solidFill>
                  <a:srgbClr val="000000"/>
                </a:solidFill>
                <a:effectLst/>
                <a:latin typeface="Segoe UI"/>
                <a:ea typeface="Segoe UI"/>
                <a:cs typeface="Segoe UI"/>
              </a:rPr>
              <a:t>Inclusión siempre de la ruta de la clave de partición</a:t>
            </a:r>
            <a:endParaRPr lang="en-US" sz="1600" b="0" i="0" u="none" strike="noStrike" cap="none" spc="0">
              <a:solidFill>
                <a:schemeClr val="tx1"/>
              </a:solidFill>
              <a:latin typeface="Segoe UI"/>
              <a:cs typeface="Segoe UI"/>
            </a:endParaRPr>
          </a:p>
          <a:p>
            <a:pPr marL="228600" marR="0" lvl="0" indent="-226729" algn="l">
              <a:lnSpc>
                <a:spcPct val="100000"/>
              </a:lnSpc>
              <a:spcBef>
                <a:spcPct val="0"/>
              </a:spcBef>
              <a:spcAft>
                <a:spcPts val="287"/>
              </a:spcAft>
              <a:buChar char="•"/>
              <a:defRPr/>
            </a:pPr>
            <a:r>
              <a:rPr lang="es-ES" sz="1600" b="0" i="0" strike="noStrike" cap="none" baseline="0">
                <a:solidFill>
                  <a:srgbClr val="000000"/>
                </a:solidFill>
                <a:effectLst/>
                <a:latin typeface="Segoe UI"/>
                <a:ea typeface="Segoe UI"/>
                <a:cs typeface="Segoe UI"/>
              </a:rPr>
              <a:t>Enfoque centrado en índices compuestos en los principales patrones de consulta de 5 a 10</a:t>
            </a:r>
            <a:endParaRPr lang="en-US" sz="1600" b="0" i="0" u="none" strike="noStrike" cap="none" spc="0">
              <a:solidFill>
                <a:schemeClr val="tx1"/>
              </a:solidFill>
              <a:latin typeface="Segoe UI"/>
              <a:cs typeface="Segoe UI"/>
            </a:endParaRPr>
          </a:p>
          <a:p>
            <a:pPr marL="0" marR="0" lvl="0" indent="0" algn="l">
              <a:lnSpc>
                <a:spcPct val="100000"/>
              </a:lnSpc>
              <a:spcBef>
                <a:spcPts val="1438"/>
              </a:spcBef>
              <a:spcAft>
                <a:spcPts val="718"/>
              </a:spcAft>
              <a:defRPr/>
            </a:pPr>
            <a:r>
              <a:rPr lang="es-ES" b="0" i="0" strike="noStrike" cap="none" baseline="0">
                <a:solidFill>
                  <a:srgbClr val="000000"/>
                </a:solidFill>
                <a:effectLst/>
                <a:latin typeface="Segoe UI Semibold"/>
                <a:ea typeface="Segoe UI Semibold"/>
                <a:cs typeface="Segoe UI Semibold"/>
              </a:rPr>
              <a:t>Perfil de carga de trabajo</a:t>
            </a:r>
            <a:endParaRPr/>
          </a:p>
          <a:p>
            <a:pPr marL="228600" marR="0" lvl="0" indent="-226729" algn="l">
              <a:lnSpc>
                <a:spcPct val="100000"/>
              </a:lnSpc>
              <a:spcBef>
                <a:spcPct val="0"/>
              </a:spcBef>
              <a:spcAft>
                <a:spcPts val="287"/>
              </a:spcAft>
              <a:buChar char="•"/>
              <a:defRPr/>
            </a:pPr>
            <a:r>
              <a:rPr lang="es-ES" sz="1600" b="0" i="0" strike="noStrike" cap="none" baseline="0">
                <a:solidFill>
                  <a:srgbClr val="000000"/>
                </a:solidFill>
                <a:effectLst/>
                <a:latin typeface="Segoe UI"/>
                <a:ea typeface="Segoe UI"/>
                <a:cs typeface="Segoe UI"/>
              </a:rPr>
              <a:t>Escritura intensiva: minimización de índices y aceptación de un mayor coste de las consultas</a:t>
            </a:r>
            <a:endParaRPr lang="en-US" sz="1600" b="0" i="0" u="none" strike="noStrike" cap="none" spc="0">
              <a:solidFill>
                <a:schemeClr val="tx1"/>
              </a:solidFill>
              <a:latin typeface="Segoe UI"/>
              <a:cs typeface="Segoe UI"/>
            </a:endParaRPr>
          </a:p>
          <a:p>
            <a:pPr marL="228600" marR="0" lvl="0" indent="-226729" algn="l">
              <a:lnSpc>
                <a:spcPct val="100000"/>
              </a:lnSpc>
              <a:spcBef>
                <a:spcPct val="0"/>
              </a:spcBef>
              <a:spcAft>
                <a:spcPts val="287"/>
              </a:spcAft>
              <a:buChar char="•"/>
              <a:defRPr/>
            </a:pPr>
            <a:r>
              <a:rPr lang="es-ES" sz="1600" b="0" i="0" strike="noStrike" cap="none" baseline="0">
                <a:solidFill>
                  <a:srgbClr val="000000"/>
                </a:solidFill>
                <a:effectLst/>
                <a:latin typeface="Segoe UI"/>
                <a:ea typeface="Segoe UI"/>
                <a:cs typeface="Segoe UI"/>
              </a:rPr>
              <a:t>Lectura intensiva: inversión en índices, la mayoría de las aplicaciones de IA está aquí</a:t>
            </a:r>
            <a:endParaRPr lang="en-US" sz="1600" b="0" i="0" u="none" strike="noStrike" cap="none" spc="0">
              <a:solidFill>
                <a:schemeClr val="tx1"/>
              </a:solidFill>
              <a:latin typeface="Segoe UI"/>
              <a:cs typeface="Segoe UI"/>
            </a:endParaRPr>
          </a:p>
          <a:p>
            <a:pPr marL="228600" marR="0" lvl="0" indent="-226729" algn="l">
              <a:lnSpc>
                <a:spcPct val="100000"/>
              </a:lnSpc>
              <a:spcBef>
                <a:spcPct val="0"/>
              </a:spcBef>
              <a:spcAft>
                <a:spcPts val="287"/>
              </a:spcAft>
              <a:buChar char="•"/>
              <a:defRPr/>
            </a:pPr>
            <a:r>
              <a:rPr lang="es-ES" sz="1600" b="0" i="0" strike="noStrike" cap="none" baseline="0">
                <a:solidFill>
                  <a:srgbClr val="000000"/>
                </a:solidFill>
                <a:effectLst/>
                <a:latin typeface="Segoe UI"/>
                <a:ea typeface="Segoe UI"/>
                <a:cs typeface="Segoe UI"/>
              </a:rPr>
              <a:t>Cada índice compuesto aumenta el coste de RU de escritura</a:t>
            </a:r>
            <a:endParaRPr lang="en-US" sz="1600" b="0" i="0" u="none" strike="noStrike" cap="none" spc="0">
              <a:solidFill>
                <a:schemeClr val="tx1"/>
              </a:solidFill>
              <a:latin typeface="Segoe UI"/>
              <a:cs typeface="Segoe UI"/>
            </a:endParaRP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8628315" name="Title 1"/>
          <p:cNvSpPr>
            <a:spLocks noGrp="1"/>
          </p:cNvSpPr>
          <p:nvPr>
            <p:ph type="title"/>
          </p:nvPr>
        </p:nvSpPr>
        <p:spPr bwMode="auto"/>
        <p:txBody>
          <a:bodyPr/>
          <a:lstStyle/>
          <a:p>
            <a:pPr>
              <a:defRPr/>
            </a:pPr>
            <a:r>
              <a:rPr lang="es-ES" sz="3200" b="0" i="0" strike="noStrike" cap="none" baseline="0">
                <a:solidFill>
                  <a:srgbClr val="000000"/>
                </a:solidFill>
                <a:effectLst/>
                <a:latin typeface="Segoe UI Semibold"/>
                <a:ea typeface="Segoe UI Semibold"/>
                <a:cs typeface="Segoe UI Semibold"/>
              </a:rPr>
              <a:t>Elección de niveles de coherencia para obtener un rendimiento óptimo</a:t>
            </a:r>
            <a:endParaRPr lang="en-US"/>
          </a:p>
        </p:txBody>
      </p:sp>
      <p:graphicFrame>
        <p:nvGraphicFramePr>
          <p:cNvPr id="101663065" name="Content Placeholder 5"/>
          <p:cNvGraphicFramePr/>
          <p:nvPr>
            <p:extLst>
              <p:ext uri="{D42A27DB-BD31-4B8C-83A1-F6EECF244321}">
                <p14:modId xmlns:p14="http://schemas.microsoft.com/office/powerpoint/2010/main" val="2446524477"/>
              </p:ext>
            </p:extLst>
          </p:nvPr>
        </p:nvGraphicFramePr>
        <p:xfrm>
          <a:off x="457200" y="1226083"/>
          <a:ext cx="4274820" cy="3017520"/>
        </p:xfrm>
        <a:graphic>
          <a:graphicData uri="http://schemas.openxmlformats.org/drawingml/2006/table">
            <a:tbl>
              <a:tblPr firstRow="1" bandRow="1">
                <a:tableStyleId>{5C22544A-7EE6-4342-B048-85BDC9FD1C3A}</a:tableStyleId>
              </a:tblPr>
              <a:tblGrid>
                <a:gridCol w="1346199">
                  <a:extLst>
                    <a:ext uri="{9D8B030D-6E8A-4147-A177-3AD203B41FA5}">
                      <a16:colId xmlns:a16="http://schemas.microsoft.com/office/drawing/2014/main" val="20000"/>
                    </a:ext>
                  </a:extLst>
                </a:gridCol>
                <a:gridCol w="1346199">
                  <a:extLst>
                    <a:ext uri="{9D8B030D-6E8A-4147-A177-3AD203B41FA5}">
                      <a16:colId xmlns:a16="http://schemas.microsoft.com/office/drawing/2014/main" val="20001"/>
                    </a:ext>
                  </a:extLst>
                </a:gridCol>
                <a:gridCol w="1582422">
                  <a:extLst>
                    <a:ext uri="{9D8B030D-6E8A-4147-A177-3AD203B41FA5}">
                      <a16:colId xmlns:a16="http://schemas.microsoft.com/office/drawing/2014/main" val="20002"/>
                    </a:ext>
                  </a:extLst>
                </a:gridCol>
              </a:tblGrid>
              <a:tr h="365760">
                <a:tc>
                  <a:txBody>
                    <a:bodyPr/>
                    <a:lstStyle/>
                    <a:p>
                      <a:pPr marL="0" lvl="0" indent="0">
                        <a:buNone/>
                        <a:defRPr/>
                      </a:pPr>
                      <a:r>
                        <a:rPr lang="es-ES" sz="1800" b="0" i="0" strike="noStrike" cap="none" baseline="0">
                          <a:solidFill>
                            <a:srgbClr val="FFFFFF"/>
                          </a:solidFill>
                          <a:effectLst/>
                          <a:latin typeface="Segoe UI Semibold"/>
                          <a:ea typeface="Segoe UI Semibold"/>
                          <a:cs typeface="Segoe UI Semibold"/>
                        </a:rPr>
                        <a:t>Nivel</a:t>
                      </a:r>
                      <a:endParaRPr b="0">
                        <a:latin typeface="Segoe UI Semibold"/>
                        <a:cs typeface="Segoe UI Semibold"/>
                      </a:endParaRPr>
                    </a:p>
                  </a:txBody>
                  <a:tcPr/>
                </a:tc>
                <a:tc>
                  <a:txBody>
                    <a:bodyPr/>
                    <a:lstStyle/>
                    <a:p>
                      <a:pPr marL="0" lvl="0" indent="0">
                        <a:buNone/>
                        <a:defRPr/>
                      </a:pPr>
                      <a:r>
                        <a:rPr lang="es-ES" sz="1800" b="0" i="0" strike="noStrike" cap="none" baseline="0">
                          <a:solidFill>
                            <a:srgbClr val="FFFFFF"/>
                          </a:solidFill>
                          <a:effectLst/>
                          <a:latin typeface="Segoe UI Semibold"/>
                          <a:ea typeface="Segoe UI Semibold"/>
                          <a:cs typeface="Segoe UI Semibold"/>
                        </a:rPr>
                        <a:t>Réplicas</a:t>
                      </a:r>
                      <a:endParaRPr b="0">
                        <a:latin typeface="Segoe UI Semibold"/>
                        <a:cs typeface="Segoe UI Semibold"/>
                      </a:endParaRPr>
                    </a:p>
                  </a:txBody>
                  <a:tcPr/>
                </a:tc>
                <a:tc>
                  <a:txBody>
                    <a:bodyPr/>
                    <a:lstStyle/>
                    <a:p>
                      <a:pPr marL="0" lvl="0" indent="0">
                        <a:buNone/>
                        <a:defRPr/>
                      </a:pPr>
                      <a:r>
                        <a:rPr lang="es-ES" sz="1800" b="0" i="0" strike="noStrike" cap="none" baseline="0">
                          <a:solidFill>
                            <a:srgbClr val="FFFFFF"/>
                          </a:solidFill>
                          <a:effectLst/>
                          <a:latin typeface="Segoe UI Semibold"/>
                          <a:ea typeface="Segoe UI Semibold"/>
                          <a:cs typeface="Segoe UI Semibold"/>
                        </a:rPr>
                        <a:t>Costo de RU</a:t>
                      </a:r>
                      <a:endParaRPr b="0">
                        <a:latin typeface="Segoe UI Semibold"/>
                        <a:cs typeface="Segoe UI Semibold"/>
                      </a:endParaRPr>
                    </a:p>
                  </a:txBody>
                  <a:tcPr/>
                </a:tc>
                <a:extLst>
                  <a:ext uri="{0D108BD9-81ED-4DB2-BD59-A6C34878D82A}">
                    <a16:rowId xmlns:a16="http://schemas.microsoft.com/office/drawing/2014/main" val="10000"/>
                  </a:ext>
                </a:extLst>
              </a:tr>
              <a:tr h="365760">
                <a:tc>
                  <a:txBody>
                    <a:bodyPr/>
                    <a:lstStyle/>
                    <a:p>
                      <a:pPr marL="0" lvl="0" indent="0">
                        <a:buNone/>
                        <a:defRPr/>
                      </a:pPr>
                      <a:r>
                        <a:rPr lang="es-ES" sz="1800" b="0" i="0" strike="noStrike" cap="none" baseline="0">
                          <a:solidFill>
                            <a:srgbClr val="000000"/>
                          </a:solidFill>
                          <a:effectLst/>
                          <a:latin typeface="Segoe UI"/>
                          <a:ea typeface="Segoe UI"/>
                          <a:cs typeface="Segoe UI"/>
                        </a:rPr>
                        <a:t>Fuerte</a:t>
                      </a:r>
                    </a:p>
                  </a:txBody>
                  <a:tcPr/>
                </a:tc>
                <a:tc>
                  <a:txBody>
                    <a:bodyPr/>
                    <a:lstStyle/>
                    <a:p>
                      <a:pPr marL="0" lvl="0" indent="0">
                        <a:buNone/>
                        <a:defRPr/>
                      </a:pPr>
                      <a:r>
                        <a:rPr lang="es-ES" sz="1800" b="0" i="0" strike="noStrike" cap="none" baseline="0">
                          <a:solidFill>
                            <a:srgbClr val="000000"/>
                          </a:solidFill>
                          <a:effectLst/>
                          <a:latin typeface="Segoe UI"/>
                          <a:ea typeface="Segoe UI"/>
                          <a:cs typeface="Segoe UI"/>
                        </a:rPr>
                        <a:t>2</a:t>
                      </a:r>
                    </a:p>
                  </a:txBody>
                  <a:tcPr/>
                </a:tc>
                <a:tc>
                  <a:txBody>
                    <a:bodyPr/>
                    <a:lstStyle/>
                    <a:p>
                      <a:pPr marL="0" lvl="0" indent="0">
                        <a:buNone/>
                        <a:defRPr/>
                      </a:pPr>
                      <a:r>
                        <a:rPr lang="es-ES" sz="1800" b="0" i="0" strike="noStrike" cap="none" baseline="0">
                          <a:solidFill>
                            <a:srgbClr val="000000"/>
                          </a:solidFill>
                          <a:effectLst/>
                          <a:latin typeface="Segoe UI"/>
                          <a:ea typeface="Segoe UI"/>
                          <a:cs typeface="Segoe UI"/>
                        </a:rPr>
                        <a:t>2x</a:t>
                      </a:r>
                    </a:p>
                  </a:txBody>
                  <a:tcPr/>
                </a:tc>
                <a:extLst>
                  <a:ext uri="{0D108BD9-81ED-4DB2-BD59-A6C34878D82A}">
                    <a16:rowId xmlns:a16="http://schemas.microsoft.com/office/drawing/2014/main" val="10001"/>
                  </a:ext>
                </a:extLst>
              </a:tr>
              <a:tr h="640080">
                <a:tc>
                  <a:txBody>
                    <a:bodyPr/>
                    <a:lstStyle/>
                    <a:p>
                      <a:pPr marL="0" lvl="0" indent="0">
                        <a:buNone/>
                        <a:defRPr/>
                      </a:pPr>
                      <a:r>
                        <a:rPr lang="es-ES" sz="1800" b="0" i="0" strike="noStrike" cap="none" baseline="0">
                          <a:solidFill>
                            <a:srgbClr val="000000"/>
                          </a:solidFill>
                          <a:effectLst/>
                          <a:latin typeface="Segoe UI"/>
                          <a:ea typeface="Segoe UI"/>
                          <a:cs typeface="Segoe UI"/>
                        </a:rPr>
                        <a:t>Obsolescencia limitada</a:t>
                      </a:r>
                    </a:p>
                  </a:txBody>
                  <a:tcPr/>
                </a:tc>
                <a:tc>
                  <a:txBody>
                    <a:bodyPr/>
                    <a:lstStyle/>
                    <a:p>
                      <a:pPr marL="0" lvl="0" indent="0">
                        <a:buNone/>
                        <a:defRPr/>
                      </a:pPr>
                      <a:r>
                        <a:rPr lang="es-ES" sz="1800" b="0" i="0" strike="noStrike" cap="none" baseline="0">
                          <a:solidFill>
                            <a:srgbClr val="000000"/>
                          </a:solidFill>
                          <a:effectLst/>
                          <a:latin typeface="Segoe UI"/>
                          <a:ea typeface="Segoe UI"/>
                          <a:cs typeface="Segoe UI"/>
                        </a:rPr>
                        <a:t>2</a:t>
                      </a:r>
                    </a:p>
                  </a:txBody>
                  <a:tcPr/>
                </a:tc>
                <a:tc>
                  <a:txBody>
                    <a:bodyPr/>
                    <a:lstStyle/>
                    <a:p>
                      <a:pPr marL="0" lvl="0" indent="0">
                        <a:buNone/>
                        <a:defRPr/>
                      </a:pPr>
                      <a:r>
                        <a:rPr lang="es-ES" sz="1800" b="0" i="0" strike="noStrike" cap="none" baseline="0">
                          <a:solidFill>
                            <a:srgbClr val="000000"/>
                          </a:solidFill>
                          <a:effectLst/>
                          <a:latin typeface="Segoe UI"/>
                          <a:ea typeface="Segoe UI"/>
                          <a:cs typeface="Segoe UI"/>
                        </a:rPr>
                        <a:t>2x</a:t>
                      </a:r>
                    </a:p>
                  </a:txBody>
                  <a:tcPr/>
                </a:tc>
                <a:extLst>
                  <a:ext uri="{0D108BD9-81ED-4DB2-BD59-A6C34878D82A}">
                    <a16:rowId xmlns:a16="http://schemas.microsoft.com/office/drawing/2014/main" val="10002"/>
                  </a:ext>
                </a:extLst>
              </a:tr>
              <a:tr h="365760">
                <a:tc>
                  <a:txBody>
                    <a:bodyPr/>
                    <a:lstStyle/>
                    <a:p>
                      <a:pPr marL="0" lvl="0" indent="0">
                        <a:buNone/>
                        <a:defRPr/>
                      </a:pPr>
                      <a:r>
                        <a:rPr lang="es-ES" sz="1800" b="0" i="0" strike="noStrike" cap="none" baseline="0">
                          <a:solidFill>
                            <a:srgbClr val="000000"/>
                          </a:solidFill>
                          <a:effectLst/>
                          <a:latin typeface="Segoe UI"/>
                          <a:ea typeface="Segoe UI"/>
                          <a:cs typeface="Segoe UI"/>
                        </a:rPr>
                        <a:t>Sesión</a:t>
                      </a:r>
                    </a:p>
                  </a:txBody>
                  <a:tcPr/>
                </a:tc>
                <a:tc>
                  <a:txBody>
                    <a:bodyPr/>
                    <a:lstStyle/>
                    <a:p>
                      <a:pPr marL="0" lvl="0" indent="0">
                        <a:buNone/>
                        <a:defRPr/>
                      </a:pPr>
                      <a:r>
                        <a:rPr lang="es-ES" sz="1800" b="0" i="0" strike="noStrike" cap="none" baseline="0">
                          <a:solidFill>
                            <a:srgbClr val="000000"/>
                          </a:solidFill>
                          <a:effectLst/>
                          <a:latin typeface="Segoe UI"/>
                          <a:ea typeface="Segoe UI"/>
                          <a:cs typeface="Segoe UI"/>
                        </a:rPr>
                        <a:t>1</a:t>
                      </a:r>
                    </a:p>
                  </a:txBody>
                  <a:tcPr/>
                </a:tc>
                <a:tc>
                  <a:txBody>
                    <a:bodyPr/>
                    <a:lstStyle/>
                    <a:p>
                      <a:pPr marL="0" lvl="0" indent="0">
                        <a:buNone/>
                        <a:defRPr/>
                      </a:pPr>
                      <a:r>
                        <a:rPr lang="es-ES" sz="1800" b="0" i="0" strike="noStrike" cap="none" baseline="0">
                          <a:solidFill>
                            <a:srgbClr val="000000"/>
                          </a:solidFill>
                          <a:effectLst/>
                          <a:latin typeface="Segoe UI"/>
                          <a:ea typeface="Segoe UI"/>
                          <a:cs typeface="Segoe UI"/>
                        </a:rPr>
                        <a:t>1x</a:t>
                      </a:r>
                    </a:p>
                  </a:txBody>
                  <a:tcPr/>
                </a:tc>
                <a:extLst>
                  <a:ext uri="{0D108BD9-81ED-4DB2-BD59-A6C34878D82A}">
                    <a16:rowId xmlns:a16="http://schemas.microsoft.com/office/drawing/2014/main" val="10003"/>
                  </a:ext>
                </a:extLst>
              </a:tr>
              <a:tr h="640080">
                <a:tc>
                  <a:txBody>
                    <a:bodyPr/>
                    <a:lstStyle/>
                    <a:p>
                      <a:pPr marL="0" lvl="0" indent="0">
                        <a:buNone/>
                        <a:defRPr/>
                      </a:pPr>
                      <a:r>
                        <a:rPr lang="es-ES" sz="1800" b="0" i="0" strike="noStrike" cap="none" baseline="0">
                          <a:solidFill>
                            <a:srgbClr val="000000"/>
                          </a:solidFill>
                          <a:effectLst/>
                          <a:latin typeface="Segoe UI"/>
                          <a:ea typeface="Segoe UI"/>
                          <a:cs typeface="Segoe UI"/>
                        </a:rPr>
                        <a:t>Prefijo coherente</a:t>
                      </a:r>
                    </a:p>
                  </a:txBody>
                  <a:tcPr/>
                </a:tc>
                <a:tc>
                  <a:txBody>
                    <a:bodyPr/>
                    <a:lstStyle/>
                    <a:p>
                      <a:pPr marL="0" lvl="0" indent="0">
                        <a:buNone/>
                        <a:defRPr/>
                      </a:pPr>
                      <a:r>
                        <a:rPr lang="es-ES" sz="1800" b="0" i="0" strike="noStrike" cap="none" baseline="0">
                          <a:solidFill>
                            <a:srgbClr val="000000"/>
                          </a:solidFill>
                          <a:effectLst/>
                          <a:latin typeface="Segoe UI"/>
                          <a:ea typeface="Segoe UI"/>
                          <a:cs typeface="Segoe UI"/>
                        </a:rPr>
                        <a:t>1</a:t>
                      </a:r>
                    </a:p>
                  </a:txBody>
                  <a:tcPr/>
                </a:tc>
                <a:tc>
                  <a:txBody>
                    <a:bodyPr/>
                    <a:lstStyle/>
                    <a:p>
                      <a:pPr marL="0" lvl="0" indent="0">
                        <a:buNone/>
                        <a:defRPr/>
                      </a:pPr>
                      <a:r>
                        <a:rPr lang="es-ES" sz="1800" b="0" i="0" strike="noStrike" cap="none" baseline="0">
                          <a:solidFill>
                            <a:srgbClr val="000000"/>
                          </a:solidFill>
                          <a:effectLst/>
                          <a:latin typeface="Segoe UI"/>
                          <a:ea typeface="Segoe UI"/>
                          <a:cs typeface="Segoe UI"/>
                        </a:rPr>
                        <a:t>1x</a:t>
                      </a:r>
                    </a:p>
                  </a:txBody>
                  <a:tcPr/>
                </a:tc>
                <a:extLst>
                  <a:ext uri="{0D108BD9-81ED-4DB2-BD59-A6C34878D82A}">
                    <a16:rowId xmlns:a16="http://schemas.microsoft.com/office/drawing/2014/main" val="10004"/>
                  </a:ext>
                </a:extLst>
              </a:tr>
              <a:tr h="365760">
                <a:tc>
                  <a:txBody>
                    <a:bodyPr/>
                    <a:lstStyle/>
                    <a:p>
                      <a:pPr marL="0" lvl="0" indent="0">
                        <a:buNone/>
                        <a:defRPr/>
                      </a:pPr>
                      <a:r>
                        <a:rPr lang="es-ES" sz="1800" b="0" i="0" strike="noStrike" cap="none" baseline="0">
                          <a:solidFill>
                            <a:srgbClr val="000000"/>
                          </a:solidFill>
                          <a:effectLst/>
                          <a:latin typeface="Segoe UI"/>
                          <a:ea typeface="Segoe UI"/>
                          <a:cs typeface="Segoe UI"/>
                        </a:rPr>
                        <a:t>Posible</a:t>
                      </a:r>
                    </a:p>
                  </a:txBody>
                  <a:tcPr/>
                </a:tc>
                <a:tc>
                  <a:txBody>
                    <a:bodyPr/>
                    <a:lstStyle/>
                    <a:p>
                      <a:pPr marL="0" lvl="0" indent="0">
                        <a:buNone/>
                        <a:defRPr/>
                      </a:pPr>
                      <a:r>
                        <a:rPr lang="es-ES" sz="1800" b="0" i="0" strike="noStrike" cap="none" baseline="0">
                          <a:solidFill>
                            <a:srgbClr val="000000"/>
                          </a:solidFill>
                          <a:effectLst/>
                          <a:latin typeface="Segoe UI"/>
                          <a:ea typeface="Segoe UI"/>
                          <a:cs typeface="Segoe UI"/>
                        </a:rPr>
                        <a:t>1</a:t>
                      </a:r>
                    </a:p>
                  </a:txBody>
                  <a:tcPr/>
                </a:tc>
                <a:tc>
                  <a:txBody>
                    <a:bodyPr/>
                    <a:lstStyle/>
                    <a:p>
                      <a:pPr marL="0" lvl="0" indent="0">
                        <a:buNone/>
                        <a:defRPr/>
                      </a:pPr>
                      <a:r>
                        <a:rPr lang="es-ES" sz="1800" b="0" i="0" strike="noStrike" cap="none" baseline="0" dirty="0">
                          <a:solidFill>
                            <a:srgbClr val="000000"/>
                          </a:solidFill>
                          <a:effectLst/>
                          <a:latin typeface="Segoe UI"/>
                          <a:ea typeface="Segoe UI"/>
                          <a:cs typeface="Segoe UI"/>
                        </a:rPr>
                        <a:t>1x</a:t>
                      </a:r>
                    </a:p>
                  </a:txBody>
                  <a:tcPr/>
                </a:tc>
                <a:extLst>
                  <a:ext uri="{0D108BD9-81ED-4DB2-BD59-A6C34878D82A}">
                    <a16:rowId xmlns:a16="http://schemas.microsoft.com/office/drawing/2014/main" val="10005"/>
                  </a:ext>
                </a:extLst>
              </a:tr>
            </a:tbl>
          </a:graphicData>
        </a:graphic>
      </p:graphicFrame>
      <p:sp>
        <p:nvSpPr>
          <p:cNvPr id="1612771619" name="Content Placeholder 3"/>
          <p:cNvSpPr>
            <a:spLocks noGrp="1"/>
          </p:cNvSpPr>
          <p:nvPr/>
        </p:nvSpPr>
        <p:spPr bwMode="auto">
          <a:xfrm>
            <a:off x="5202936" y="1225296"/>
            <a:ext cx="5542645" cy="4604004"/>
          </a:xfrm>
        </p:spPr>
        <p:txBody>
          <a:bodyPr vertOverflow="overflow" horzOverflow="overflow" vert="horz" wrap="square" lIns="91440" tIns="45720" rIns="91440" bIns="45720" numCol="1" spcCol="0" rtlCol="0" fromWordArt="0" anchor="t" anchorCtr="0" forceAA="0" compatLnSpc="0">
            <a:noAutofit/>
          </a:bodyPr>
          <a:lstStyle>
            <a:lvl1pPr marL="228600" indent="-228600" algn="l" defTabSz="914400" rtl="0">
              <a:lnSpc>
                <a:spcPct val="100000"/>
              </a:lnSpc>
              <a:spcBef>
                <a:spcPct val="0"/>
              </a:spcBef>
              <a:buFont typeface="Arial"/>
              <a:buChar char="•"/>
              <a:defRPr sz="2800">
                <a:solidFill>
                  <a:schemeClr val="tx1"/>
                </a:solidFill>
                <a:latin typeface="Segoe UI"/>
                <a:ea typeface="+mn-ea"/>
                <a:cs typeface="Segoe UI"/>
              </a:defRPr>
            </a:lvl1pPr>
            <a:lvl2pPr marL="574674" indent="-234949" algn="l" defTabSz="914400" rtl="0">
              <a:lnSpc>
                <a:spcPct val="100000"/>
              </a:lnSpc>
              <a:spcBef>
                <a:spcPct val="0"/>
              </a:spcBef>
              <a:buFont typeface="Arial"/>
              <a:buChar char="•"/>
              <a:defRPr sz="2400">
                <a:solidFill>
                  <a:schemeClr val="tx1"/>
                </a:solidFill>
                <a:latin typeface="Segoe UI"/>
                <a:ea typeface="+mn-ea"/>
                <a:cs typeface="Segoe UI"/>
              </a:defRPr>
            </a:lvl2pPr>
            <a:lvl3pPr marL="914400" indent="-227012" algn="l" defTabSz="914400" rtl="0">
              <a:lnSpc>
                <a:spcPct val="100000"/>
              </a:lnSpc>
              <a:spcBef>
                <a:spcPct val="0"/>
              </a:spcBef>
              <a:buFont typeface="Arial"/>
              <a:buChar char="•"/>
              <a:defRPr sz="2000">
                <a:solidFill>
                  <a:schemeClr val="tx1"/>
                </a:solidFill>
                <a:latin typeface="Segoe UI"/>
                <a:ea typeface="+mn-ea"/>
                <a:cs typeface="Segoe UI"/>
              </a:defRPr>
            </a:lvl3pPr>
            <a:lvl4pPr marL="1141412" indent="-169861" algn="l" defTabSz="914400" rtl="0">
              <a:lnSpc>
                <a:spcPct val="100000"/>
              </a:lnSpc>
              <a:spcBef>
                <a:spcPct val="0"/>
              </a:spcBef>
              <a:buFont typeface="Arial"/>
              <a:buChar char="•"/>
              <a:defRPr sz="1800">
                <a:solidFill>
                  <a:schemeClr val="tx1"/>
                </a:solidFill>
                <a:latin typeface="Segoe UI"/>
                <a:ea typeface="+mn-ea"/>
                <a:cs typeface="Segoe UI"/>
              </a:defRPr>
            </a:lvl4pPr>
            <a:lvl5pPr marL="1376361" indent="-179387" algn="l" defTabSz="914400" rtl="0">
              <a:lnSpc>
                <a:spcPct val="100000"/>
              </a:lnSpc>
              <a:spcBef>
                <a:spcPct val="0"/>
              </a:spcBef>
              <a:buFont typeface="Arial"/>
              <a:buChar char="•"/>
              <a:defRPr sz="1800">
                <a:solidFill>
                  <a:schemeClr val="tx1"/>
                </a:solidFill>
                <a:latin typeface="Segoe UI"/>
                <a:ea typeface="+mn-ea"/>
                <a:cs typeface="Segoe UI"/>
              </a:defRPr>
            </a:lvl5pPr>
            <a:lvl6pPr marL="2514599" indent="-228600" algn="l" defTabSz="914400" rtl="0">
              <a:lnSpc>
                <a:spcPct val="90000"/>
              </a:lnSpc>
              <a:spcBef>
                <a:spcPts val="499"/>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499"/>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499"/>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499"/>
              </a:spcBef>
              <a:buFont typeface="Arial"/>
              <a:buChar char="•"/>
              <a:defRPr sz="1800">
                <a:solidFill>
                  <a:schemeClr val="tx1"/>
                </a:solidFill>
                <a:latin typeface="+mn-lt"/>
                <a:ea typeface="+mn-ea"/>
                <a:cs typeface="+mn-cs"/>
              </a:defRPr>
            </a:lvl9pPr>
          </a:lstStyle>
          <a:p>
            <a:pPr marL="0" marR="0" lvl="0" indent="0" algn="l">
              <a:lnSpc>
                <a:spcPct val="100000"/>
              </a:lnSpc>
              <a:spcBef>
                <a:spcPts val="1438"/>
              </a:spcBef>
              <a:spcAft>
                <a:spcPts val="718"/>
              </a:spcAft>
              <a:buFont typeface="Arial"/>
              <a:buNone/>
              <a:defRPr/>
            </a:pPr>
            <a:r>
              <a:rPr lang="es-ES" sz="2000" b="0" i="0" strike="noStrike" cap="none" baseline="0" dirty="0">
                <a:solidFill>
                  <a:srgbClr val="000000"/>
                </a:solidFill>
                <a:effectLst/>
                <a:latin typeface="Segoe UI Semibold"/>
                <a:ea typeface="Segoe UI Semibold"/>
                <a:cs typeface="Segoe UI Semibold"/>
              </a:rPr>
              <a:t>Guía para aplicaciones de IA</a:t>
            </a:r>
            <a:endParaRPr sz="1600" dirty="0"/>
          </a:p>
          <a:p>
            <a:pPr marL="228599" marR="0" lvl="0" indent="-228599" algn="l">
              <a:lnSpc>
                <a:spcPct val="100000"/>
              </a:lnSpc>
              <a:spcBef>
                <a:spcPct val="0"/>
              </a:spcBef>
              <a:spcAft>
                <a:spcPts val="574"/>
              </a:spcAft>
              <a:buChar char="•"/>
              <a:defRPr/>
            </a:pPr>
            <a:r>
              <a:rPr lang="es-ES" sz="1800" b="0" i="0" strike="noStrike" cap="none" baseline="0" dirty="0">
                <a:solidFill>
                  <a:srgbClr val="000000"/>
                </a:solidFill>
                <a:effectLst/>
                <a:latin typeface="Segoe UI"/>
                <a:ea typeface="Segoe UI"/>
                <a:cs typeface="Segoe UI"/>
              </a:rPr>
              <a:t>Sesión: la mayoría de las aplicaciones de IA, garantía de lectura y escritura</a:t>
            </a:r>
            <a:endParaRPr lang="en-US" sz="1800" b="0" i="0" u="none" strike="noStrike" cap="none" spc="0" dirty="0">
              <a:solidFill>
                <a:schemeClr val="tx1"/>
              </a:solidFill>
              <a:latin typeface="Segoe UI"/>
              <a:cs typeface="Segoe UI"/>
            </a:endParaRPr>
          </a:p>
          <a:p>
            <a:pPr marL="228599" marR="0" lvl="0" indent="-228599" algn="l">
              <a:lnSpc>
                <a:spcPct val="100000"/>
              </a:lnSpc>
              <a:spcBef>
                <a:spcPct val="0"/>
              </a:spcBef>
              <a:spcAft>
                <a:spcPts val="574"/>
              </a:spcAft>
              <a:buChar char="•"/>
              <a:defRPr/>
            </a:pPr>
            <a:r>
              <a:rPr lang="es-ES" sz="1800" b="0" i="0" strike="noStrike" cap="none" baseline="0" dirty="0">
                <a:solidFill>
                  <a:srgbClr val="000000"/>
                </a:solidFill>
                <a:effectLst/>
                <a:latin typeface="Segoe UI"/>
                <a:ea typeface="Segoe UI"/>
                <a:cs typeface="Segoe UI"/>
              </a:rPr>
              <a:t>Eventual: análisis, procesamiento en segundo plano y coste más bajo</a:t>
            </a:r>
            <a:endParaRPr lang="en-US" sz="1800" b="0" i="0" u="none" strike="noStrike" cap="none" spc="0" dirty="0">
              <a:solidFill>
                <a:schemeClr val="tx1"/>
              </a:solidFill>
              <a:latin typeface="Segoe UI"/>
              <a:cs typeface="Segoe UI"/>
            </a:endParaRPr>
          </a:p>
          <a:p>
            <a:pPr marL="228599" marR="0" lvl="0" indent="-228599" algn="l">
              <a:lnSpc>
                <a:spcPct val="100000"/>
              </a:lnSpc>
              <a:spcBef>
                <a:spcPct val="0"/>
              </a:spcBef>
              <a:spcAft>
                <a:spcPts val="574"/>
              </a:spcAft>
              <a:buChar char="•"/>
              <a:defRPr/>
            </a:pPr>
            <a:r>
              <a:rPr lang="es-ES" sz="1800" b="0" i="0" strike="noStrike" cap="none" baseline="0" dirty="0">
                <a:solidFill>
                  <a:srgbClr val="000000"/>
                </a:solidFill>
                <a:effectLst/>
                <a:latin typeface="Segoe UI"/>
                <a:ea typeface="Segoe UI"/>
                <a:cs typeface="Segoe UI"/>
              </a:rPr>
              <a:t>Seguro: solo escenarios financieros o normativos, 2 veces el coste de RU</a:t>
            </a:r>
            <a:endParaRPr lang="en-US" sz="1800" b="0" i="0" u="none" strike="noStrike" cap="none" spc="0" dirty="0">
              <a:solidFill>
                <a:schemeClr val="tx1"/>
              </a:solidFill>
              <a:latin typeface="Segoe UI"/>
              <a:cs typeface="Segoe UI"/>
            </a:endParaRPr>
          </a:p>
          <a:p>
            <a:pPr marL="228599" marR="0" lvl="0" indent="-228599" algn="l">
              <a:lnSpc>
                <a:spcPct val="100000"/>
              </a:lnSpc>
              <a:spcBef>
                <a:spcPct val="0"/>
              </a:spcBef>
              <a:spcAft>
                <a:spcPts val="574"/>
              </a:spcAft>
              <a:buChar char="•"/>
              <a:defRPr/>
            </a:pPr>
            <a:r>
              <a:rPr lang="es-ES" sz="1800" b="0" i="0" strike="noStrike" cap="none" baseline="0" dirty="0">
                <a:solidFill>
                  <a:srgbClr val="000000"/>
                </a:solidFill>
                <a:effectLst/>
                <a:latin typeface="Segoe UI"/>
                <a:ea typeface="Segoe UI"/>
                <a:cs typeface="Segoe UI"/>
              </a:rPr>
              <a:t>Paso de tokens de sesión de escrituras a lecturas posteriores</a:t>
            </a:r>
            <a:endParaRPr lang="en-US" sz="1800" b="0" i="0" u="none" strike="noStrike" cap="none" spc="0" dirty="0">
              <a:solidFill>
                <a:schemeClr val="tx1"/>
              </a:solidFill>
              <a:latin typeface="Segoe UI"/>
              <a:cs typeface="Segoe UI"/>
            </a:endParaRPr>
          </a:p>
          <a:p>
            <a:pPr marL="228599" marR="0" lvl="0" indent="-228599" algn="l">
              <a:lnSpc>
                <a:spcPct val="100000"/>
              </a:lnSpc>
              <a:spcBef>
                <a:spcPct val="0"/>
              </a:spcBef>
              <a:spcAft>
                <a:spcPts val="574"/>
              </a:spcAft>
              <a:buChar char="•"/>
              <a:defRPr/>
            </a:pPr>
            <a:r>
              <a:rPr lang="es-ES" sz="1800" b="0" i="0" strike="noStrike" cap="none" baseline="0" dirty="0">
                <a:solidFill>
                  <a:srgbClr val="000000"/>
                </a:solidFill>
                <a:effectLst/>
                <a:latin typeface="Segoe UI"/>
                <a:ea typeface="Segoe UI"/>
                <a:cs typeface="Segoe UI"/>
              </a:rPr>
              <a:t>Creación de instancias de cliente independientes por nivel de coherencia</a:t>
            </a:r>
            <a:endParaRPr lang="en-US" sz="1800" b="0" i="0" u="none" strike="noStrike" cap="none" spc="0" dirty="0">
              <a:solidFill>
                <a:schemeClr val="tx1"/>
              </a:solidFill>
              <a:latin typeface="Segoe UI"/>
              <a:cs typeface="Segoe UI"/>
            </a:endParaRPr>
          </a:p>
          <a:p>
            <a:pPr marL="228599" marR="0" lvl="0" indent="-228599" algn="l">
              <a:lnSpc>
                <a:spcPct val="100000"/>
              </a:lnSpc>
              <a:spcBef>
                <a:spcPct val="0"/>
              </a:spcBef>
              <a:spcAft>
                <a:spcPts val="574"/>
              </a:spcAft>
              <a:buChar char="•"/>
              <a:defRPr/>
            </a:pPr>
            <a:r>
              <a:rPr lang="es-ES" sz="1800" b="0" i="0" strike="noStrike" cap="none" baseline="0" dirty="0">
                <a:solidFill>
                  <a:srgbClr val="000000"/>
                </a:solidFill>
                <a:effectLst/>
                <a:latin typeface="Segoe UI"/>
                <a:ea typeface="Segoe UI"/>
                <a:cs typeface="Segoe UI"/>
              </a:rPr>
              <a:t>Tolerancia del vector de búsqueda de la coherencia eventual en la mayoría de los casos</a:t>
            </a:r>
            <a:endParaRPr lang="en-US" sz="1800" b="0" i="0" u="none" strike="noStrike" cap="none" spc="0" dirty="0">
              <a:solidFill>
                <a:schemeClr val="tx1"/>
              </a:solidFill>
              <a:latin typeface="Segoe UI"/>
              <a:cs typeface="Segoe UI"/>
            </a:endParaRP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82790756" name="Title 1"/>
          <p:cNvSpPr>
            <a:spLocks noGrp="1"/>
          </p:cNvSpPr>
          <p:nvPr>
            <p:ph type="title"/>
          </p:nvPr>
        </p:nvSpPr>
        <p:spPr bwMode="auto">
          <a:xfrm>
            <a:off x="588261" y="585216"/>
            <a:ext cx="5653640" cy="426720"/>
          </a:xfrm>
        </p:spPr>
        <p:txBody>
          <a:bodyPr/>
          <a:lstStyle/>
          <a:p>
            <a:pPr>
              <a:defRPr/>
            </a:pPr>
            <a:r>
              <a:rPr lang="es-ES" sz="2800" b="0" i="0" strike="noStrike" cap="none" baseline="0">
                <a:solidFill>
                  <a:srgbClr val="000000"/>
                </a:solidFill>
                <a:effectLst/>
                <a:latin typeface="Segoe UI Semibold"/>
                <a:ea typeface="Segoe UI Semibold"/>
                <a:cs typeface="Segoe UI Semibold"/>
              </a:rPr>
              <a:t>Ejercicio</a:t>
            </a:r>
            <a:endParaRPr sz="2800"/>
          </a:p>
        </p:txBody>
      </p:sp>
      <p:pic>
        <p:nvPicPr>
          <p:cNvPr id="4166587" name="Picture Placeholder 6">
            <a:extLst>
              <a:ext uri="{C183D7F6-B498-43B3-948B-1728B52AA6E4}">
                <adec:decorative xmlns:adec="http://schemas.microsoft.com/office/drawing/2017/decorative" val="1"/>
              </a:ext>
            </a:extLst>
          </p:cNvPr>
          <p:cNvPicPr>
            <a:picLocks noGrp="1" noChangeAspect="1"/>
          </p:cNvPicPr>
          <p:nvPr>
            <p:ph type="pic" sz="quarter" idx="20"/>
          </p:nvPr>
        </p:nvPicPr>
        <p:blipFill>
          <a:blip r:embed="rId3"/>
          <a:srcRect l="118" r="117"/>
          <a:stretch>
            <a:fillRect/>
          </a:stretch>
        </p:blipFill>
        <p:spPr bwMode="ltGray">
          <a:xfrm>
            <a:off x="7724773" y="2043463"/>
            <a:ext cx="4467224" cy="3307645"/>
          </a:xfrm>
          <a:prstGeom prst="rect">
            <a:avLst/>
          </a:prstGeom>
          <a:solidFill>
            <a:srgbClr val="F4F4F7"/>
          </a:solidFill>
          <a:ln>
            <a:noFill/>
          </a:ln>
        </p:spPr>
      </p:pic>
      <p:sp>
        <p:nvSpPr>
          <p:cNvPr id="1963119423" name="Text Placeholder 4"/>
          <p:cNvSpPr>
            <a:spLocks noGrp="1"/>
          </p:cNvSpPr>
          <p:nvPr>
            <p:ph type="body" sz="quarter" idx="16"/>
          </p:nvPr>
        </p:nvSpPr>
        <p:spPr bwMode="auto">
          <a:xfrm>
            <a:off x="584199" y="1594153"/>
            <a:ext cx="5655291" cy="731520"/>
          </a:xfrm>
        </p:spPr>
        <p:txBody>
          <a:bodyPr/>
          <a:lstStyle/>
          <a:p>
            <a:pPr>
              <a:defRPr/>
            </a:pPr>
            <a:r>
              <a:rPr lang="es-ES" sz="1600" b="0" i="0" strike="noStrike" cap="none" baseline="0">
                <a:solidFill>
                  <a:srgbClr val="000000"/>
                </a:solidFill>
                <a:effectLst/>
                <a:latin typeface="Segoe UI Semibold"/>
                <a:ea typeface="Segoe UI Semibold"/>
                <a:cs typeface="Segoe UI Semibold"/>
              </a:rPr>
              <a:t>Optimizar el rendimiento de las consultas con índices vectoriales en Azure Cosmos DB for NoSQL</a:t>
            </a:r>
            <a:endParaRPr lang="en-US"/>
          </a:p>
          <a:p>
            <a:pPr>
              <a:defRPr/>
            </a:pPr>
            <a:endParaRPr lang="en-US"/>
          </a:p>
        </p:txBody>
      </p:sp>
      <p:sp>
        <p:nvSpPr>
          <p:cNvPr id="1745440649" name="Text Placeholder 61"/>
          <p:cNvSpPr>
            <a:spLocks noGrp="1"/>
          </p:cNvSpPr>
          <p:nvPr>
            <p:ph type="body" sz="quarter" idx="15"/>
          </p:nvPr>
        </p:nvSpPr>
        <p:spPr bwMode="auto">
          <a:xfrm>
            <a:off x="579438" y="2501490"/>
            <a:ext cx="5654165" cy="2194560"/>
          </a:xfrm>
        </p:spPr>
        <p:txBody>
          <a:bodyPr vert="horz" wrap="square" lIns="0" tIns="0" rIns="0" bIns="0" rtlCol="0" anchor="t">
            <a:spAutoFit/>
          </a:bodyPr>
          <a:lstStyle/>
          <a:p>
            <a:pPr marL="0" indent="0">
              <a:buNone/>
              <a:defRPr/>
            </a:pPr>
            <a:r>
              <a:rPr lang="es-ES" sz="1600" b="0" i="0" strike="noStrike" cap="none" baseline="0">
                <a:solidFill>
                  <a:srgbClr val="000000"/>
                </a:solidFill>
                <a:effectLst/>
                <a:latin typeface="Segoe UI"/>
                <a:ea typeface="Segoe UI"/>
                <a:cs typeface="Segoe UI"/>
              </a:rPr>
              <a:t>En este ejercicio, implementarás la búsqueda de similitud vectorial mediante Azure Cosmos DB for NoSQL.</a:t>
            </a:r>
            <a:endParaRPr/>
          </a:p>
          <a:p>
            <a:pPr marL="0" indent="0">
              <a:buNone/>
              <a:defRPr/>
            </a:pPr>
            <a:endParaRPr lang="en-US">
              <a:cs typeface="Segoe UI"/>
            </a:endParaRPr>
          </a:p>
          <a:p>
            <a:pPr marL="0" indent="0">
              <a:buNone/>
              <a:defRPr/>
            </a:pPr>
            <a:r>
              <a:rPr lang="es-ES" sz="1600" b="0" i="0" strike="noStrike" cap="none" baseline="0">
                <a:solidFill>
                  <a:srgbClr val="000000"/>
                </a:solidFill>
                <a:effectLst/>
                <a:latin typeface="Segoe UI Semibold"/>
                <a:ea typeface="Segoe UI Semibold"/>
                <a:cs typeface="Segoe UI Semibold"/>
              </a:rPr>
              <a:t>Tiempo estimado: </a:t>
            </a:r>
            <a:r>
              <a:rPr lang="es-ES" sz="1600" b="0" i="0" strike="noStrike" cap="none" baseline="0">
                <a:solidFill>
                  <a:srgbClr val="000000"/>
                </a:solidFill>
                <a:effectLst/>
                <a:latin typeface="Segoe UI"/>
                <a:ea typeface="Segoe UI"/>
                <a:cs typeface="Segoe UI"/>
              </a:rPr>
              <a:t>30 minutos</a:t>
            </a:r>
            <a:endParaRPr/>
          </a:p>
          <a:p>
            <a:pPr>
              <a:defRPr/>
            </a:pPr>
            <a:endParaRPr lang="en-US">
              <a:cs typeface="Segoe UI"/>
            </a:endParaRPr>
          </a:p>
          <a:p>
            <a:pPr marL="0" indent="0">
              <a:buNone/>
              <a:defRPr/>
            </a:pPr>
            <a:r>
              <a:rPr lang="es-ES" sz="1600" b="0" i="0" strike="noStrike" cap="none" baseline="0">
                <a:solidFill>
                  <a:srgbClr val="000000"/>
                </a:solidFill>
                <a:effectLst/>
                <a:latin typeface="Segoe UI"/>
                <a:ea typeface="Segoe UI"/>
                <a:cs typeface="Segoe UI"/>
              </a:rPr>
              <a:t>Inicia el ejercicio en:</a:t>
            </a:r>
            <a:endParaRPr lang="en-US"/>
          </a:p>
          <a:p>
            <a:pPr marL="0" indent="0">
              <a:buNone/>
              <a:defRPr/>
            </a:pPr>
            <a:r>
              <a:rPr lang="es-ES" sz="1600" b="0" i="0" u="sng" strike="noStrike" cap="none" baseline="0">
                <a:solidFill>
                  <a:srgbClr val="0077D3"/>
                </a:solidFill>
                <a:effectLst/>
                <a:uFill>
                  <a:solidFill>
                    <a:srgbClr val="0077D3"/>
                  </a:solidFill>
                </a:uFill>
                <a:latin typeface="Segoe UI"/>
                <a:ea typeface="Segoe UI"/>
                <a:cs typeface="Segoe UI"/>
                <a:hlinkClick r:id="rId4" history="0"/>
              </a:rPr>
              <a:t>https://go.microsoft.com/fwlink/?linkid=2350800</a:t>
            </a:r>
            <a:endParaRPr/>
          </a:p>
          <a:p>
            <a:pPr marL="0" indent="0">
              <a:buNone/>
              <a:defRPr/>
            </a:pPr>
            <a:endParaRPr lang="en-US"/>
          </a:p>
        </p:txBody>
      </p:sp>
      <p:sp>
        <p:nvSpPr>
          <p:cNvPr id="1910311931" name="Flowchart: Off-page Connector 7"/>
          <p:cNvSpPr/>
          <p:nvPr/>
        </p:nvSpPr>
        <p:spPr bwMode="auto">
          <a:xfrm rot="5400000">
            <a:off x="6119823" y="2297180"/>
            <a:ext cx="1865376" cy="3566160"/>
          </a:xfrm>
          <a:prstGeom prst="flowChartOffpageConnector">
            <a:avLst/>
          </a:prstGeom>
          <a:solidFill>
            <a:schemeClr val="accent3">
              <a:lumMod val="75000"/>
            </a:schemeClr>
          </a:solidFill>
          <a:ln>
            <a:noFill/>
            <a:headEnd type="none" w="med" len="med"/>
            <a:tailEnd type="none" w="med" len="med"/>
          </a:ln>
          <a:effectLst>
            <a:outerShdw blurRad="3175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vert270" wrap="square" lIns="274320" tIns="585216" rIns="274320" bIns="182880" numCol="1" spcCol="0" rtlCol="0" fromWordArt="0" anchor="ctr" anchorCtr="0" forceAA="0" compatLnSpc="1">
            <a:prstTxWarp prst="textNoShape">
              <a:avLst/>
            </a:prstTxWarp>
            <a:noAutofit/>
          </a:bodyPr>
          <a:lstStyle>
            <a:defPPr>
              <a:defRPr lang="en-US"/>
            </a:defPPr>
            <a:lvl1pPr marL="0" algn="l" defTabSz="914366" rtl="0">
              <a:defRPr sz="1750">
                <a:solidFill>
                  <a:schemeClr val="lt1"/>
                </a:solidFill>
                <a:latin typeface="+mn-lt"/>
                <a:ea typeface="+mn-ea"/>
                <a:cs typeface="+mn-cs"/>
              </a:defRPr>
            </a:lvl1pPr>
            <a:lvl2pPr marL="457182" algn="l" defTabSz="914366" rtl="0">
              <a:defRPr sz="1750">
                <a:solidFill>
                  <a:schemeClr val="lt1"/>
                </a:solidFill>
                <a:latin typeface="+mn-lt"/>
                <a:ea typeface="+mn-ea"/>
                <a:cs typeface="+mn-cs"/>
              </a:defRPr>
            </a:lvl2pPr>
            <a:lvl3pPr marL="914366" algn="l" defTabSz="914366" rtl="0">
              <a:defRPr sz="1750">
                <a:solidFill>
                  <a:schemeClr val="lt1"/>
                </a:solidFill>
                <a:latin typeface="+mn-lt"/>
                <a:ea typeface="+mn-ea"/>
                <a:cs typeface="+mn-cs"/>
              </a:defRPr>
            </a:lvl3pPr>
            <a:lvl4pPr marL="1371549" algn="l" defTabSz="914366" rtl="0">
              <a:defRPr sz="1750">
                <a:solidFill>
                  <a:schemeClr val="lt1"/>
                </a:solidFill>
                <a:latin typeface="+mn-lt"/>
                <a:ea typeface="+mn-ea"/>
                <a:cs typeface="+mn-cs"/>
              </a:defRPr>
            </a:lvl4pPr>
            <a:lvl5pPr marL="1828733" algn="l" defTabSz="914366" rtl="0">
              <a:defRPr sz="1750">
                <a:solidFill>
                  <a:schemeClr val="lt1"/>
                </a:solidFill>
                <a:latin typeface="+mn-lt"/>
                <a:ea typeface="+mn-ea"/>
                <a:cs typeface="+mn-cs"/>
              </a:defRPr>
            </a:lvl5pPr>
            <a:lvl6pPr marL="2285917" algn="l" defTabSz="914366" rtl="0">
              <a:defRPr sz="1750">
                <a:solidFill>
                  <a:schemeClr val="lt1"/>
                </a:solidFill>
                <a:latin typeface="+mn-lt"/>
                <a:ea typeface="+mn-ea"/>
                <a:cs typeface="+mn-cs"/>
              </a:defRPr>
            </a:lvl6pPr>
            <a:lvl7pPr marL="2743101" algn="l" defTabSz="914366" rtl="0">
              <a:defRPr sz="1750">
                <a:solidFill>
                  <a:schemeClr val="lt1"/>
                </a:solidFill>
                <a:latin typeface="+mn-lt"/>
                <a:ea typeface="+mn-ea"/>
                <a:cs typeface="+mn-cs"/>
              </a:defRPr>
            </a:lvl7pPr>
            <a:lvl8pPr marL="3200283" algn="l" defTabSz="914366" rtl="0">
              <a:defRPr sz="1750">
                <a:solidFill>
                  <a:schemeClr val="lt1"/>
                </a:solidFill>
                <a:latin typeface="+mn-lt"/>
                <a:ea typeface="+mn-ea"/>
                <a:cs typeface="+mn-cs"/>
              </a:defRPr>
            </a:lvl8pPr>
            <a:lvl9pPr marL="3657468" algn="l" defTabSz="914366" rtl="0">
              <a:defRPr sz="1750">
                <a:solidFill>
                  <a:schemeClr val="lt1"/>
                </a:solidFill>
                <a:latin typeface="+mn-lt"/>
                <a:ea typeface="+mn-ea"/>
                <a:cs typeface="+mn-cs"/>
              </a:defRPr>
            </a:lvl9pPr>
          </a:lstStyle>
          <a:p>
            <a:pPr marL="0" marR="0" lvl="0" indent="0" algn="l" defTabSz="932472" rtl="0">
              <a:lnSpc>
                <a:spcPct val="100000"/>
              </a:lnSpc>
              <a:spcBef>
                <a:spcPct val="0"/>
              </a:spcBef>
              <a:spcAft>
                <a:spcPts val="599"/>
              </a:spcAft>
              <a:buClrTx/>
              <a:buSzTx/>
              <a:buFontTx/>
              <a:buNone/>
              <a:defRPr/>
            </a:pPr>
            <a:r>
              <a:rPr lang="es-ES" sz="1600" b="1" i="0" strike="noStrike" cap="none" baseline="0" dirty="0">
                <a:solidFill>
                  <a:srgbClr val="000000"/>
                </a:solidFill>
                <a:effectLst/>
                <a:latin typeface="Segoe UI Semibold"/>
                <a:ea typeface="Segoe UI Semibold"/>
                <a:cs typeface="Segoe UI Semibold"/>
              </a:rPr>
              <a:t>Instructores: </a:t>
            </a:r>
            <a:endParaRPr lang="en-US" sz="1200" b="1" i="0" u="none" strike="noStrike" cap="none" spc="0" dirty="0">
              <a:ln>
                <a:noFill/>
              </a:ln>
              <a:solidFill>
                <a:srgbClr val="000000"/>
              </a:solidFill>
              <a:latin typeface="Segoe UI Semibold"/>
              <a:ea typeface="Segoe UI"/>
              <a:cs typeface="Segoe UI"/>
            </a:endParaRPr>
          </a:p>
          <a:p>
            <a:pPr marL="0" marR="0" lvl="0" indent="0" algn="l" defTabSz="932472" rtl="0">
              <a:lnSpc>
                <a:spcPct val="100000"/>
              </a:lnSpc>
              <a:spcBef>
                <a:spcPct val="0"/>
              </a:spcBef>
              <a:spcAft>
                <a:spcPts val="599"/>
              </a:spcAft>
              <a:buClrTx/>
              <a:buSzTx/>
              <a:buFontTx/>
              <a:buNone/>
              <a:defRPr/>
            </a:pPr>
            <a:r>
              <a:rPr lang="es-ES" sz="1200" b="0" i="0" strike="noStrike" cap="none" baseline="0" dirty="0">
                <a:solidFill>
                  <a:srgbClr val="000000"/>
                </a:solidFill>
                <a:effectLst/>
                <a:latin typeface="Segoe UI"/>
                <a:ea typeface="Segoe UI"/>
                <a:cs typeface="Segoe UI"/>
              </a:rPr>
              <a:t>Personaliza esta diapositiva para incluir el vínculo al entorno de laboratorio hospedado y las instrucciones personalizadas.</a:t>
            </a:r>
            <a:endParaRPr sz="1600" dirty="0"/>
          </a:p>
          <a:p>
            <a:pPr marL="0" marR="0" lvl="0" indent="0" algn="l" defTabSz="932472" rtl="0">
              <a:lnSpc>
                <a:spcPct val="100000"/>
              </a:lnSpc>
              <a:spcBef>
                <a:spcPct val="0"/>
              </a:spcBef>
              <a:spcAft>
                <a:spcPts val="599"/>
              </a:spcAft>
              <a:buClrTx/>
              <a:buSzTx/>
              <a:buFontTx/>
              <a:buNone/>
              <a:defRPr/>
            </a:pPr>
            <a:r>
              <a:rPr lang="es-ES" sz="1200" b="0" i="0" strike="noStrike" cap="none" baseline="0" dirty="0">
                <a:solidFill>
                  <a:srgbClr val="000000"/>
                </a:solidFill>
                <a:effectLst/>
                <a:latin typeface="Segoe UI"/>
                <a:ea typeface="Segoe UI"/>
                <a:cs typeface="Segoe UI"/>
              </a:rPr>
              <a:t>(a continuación, quita esta flecha)</a:t>
            </a:r>
            <a:endParaRPr sz="1600" dirty="0"/>
          </a:p>
        </p:txBody>
      </p:sp>
      <p:sp>
        <p:nvSpPr>
          <p:cNvPr id="58961591" name="Footer Placeholder 4"/>
          <p:cNvSpPr>
            <a:spLocks noGrp="1"/>
          </p:cNvSpPr>
          <p:nvPr>
            <p:ph type="ftr" sz="quarter" idx="3"/>
          </p:nvPr>
        </p:nvSpPr>
        <p:spPr bwMode="auto">
          <a:xfrm>
            <a:off x="579438" y="6421082"/>
            <a:ext cx="4151311" cy="197975"/>
          </a:xfrm>
        </p:spPr>
        <p:txBody>
          <a:bodyPr/>
          <a:lstStyle/>
          <a:p>
            <a:pPr>
              <a:defRPr/>
            </a:pPr>
            <a:r>
              <a:rPr lang="es-ES" sz="1000" b="0" i="0" strike="noStrike" cap="none" baseline="0">
                <a:solidFill>
                  <a:srgbClr val="000000"/>
                </a:solidFill>
                <a:effectLst/>
                <a:latin typeface="Segoe UI"/>
                <a:ea typeface="Segoe UI"/>
                <a:cs typeface="Segoe UI"/>
              </a:rPr>
              <a:t>© Copyright Microsoft Corporation. Todos los derechos reservados.</a:t>
            </a:r>
            <a:endParaRPr/>
          </a:p>
        </p:txBody>
      </p:sp>
    </p:spTree>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05668157" name="Title 4"/>
          <p:cNvSpPr>
            <a:spLocks noGrp="1"/>
          </p:cNvSpPr>
          <p:nvPr>
            <p:ph type="title"/>
          </p:nvPr>
        </p:nvSpPr>
        <p:spPr bwMode="auto"/>
        <p:txBody>
          <a:bodyPr/>
          <a:lstStyle/>
          <a:p>
            <a:pPr>
              <a:defRPr/>
            </a:pPr>
            <a:r>
              <a:rPr lang="es-ES" sz="3200" b="0" i="0" strike="noStrike" cap="none" baseline="0">
                <a:solidFill>
                  <a:srgbClr val="000000"/>
                </a:solidFill>
                <a:effectLst/>
                <a:latin typeface="Segoe UI Semibold"/>
                <a:ea typeface="Segoe UI Semibold"/>
                <a:cs typeface="Segoe UI Semibold"/>
              </a:rPr>
              <a:t>Prueba de conocimientos del módulo 3</a:t>
            </a:r>
            <a:endParaRPr/>
          </a:p>
        </p:txBody>
      </p:sp>
      <p:sp>
        <p:nvSpPr>
          <p:cNvPr id="2035326296" name="Oval 8"/>
          <p:cNvSpPr/>
          <p:nvPr/>
        </p:nvSpPr>
        <p:spPr bwMode="auto">
          <a:xfrm>
            <a:off x="697221" y="1783917"/>
            <a:ext cx="636370" cy="63637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596">
              <a:defRPr/>
            </a:pPr>
            <a:r>
              <a:rPr lang="es-ES" sz="2400" b="1" i="0" strike="noStrike" cap="none" baseline="0">
                <a:solidFill>
                  <a:srgbClr val="FFFFFF"/>
                </a:solidFill>
                <a:effectLst/>
                <a:latin typeface="Segoe UI"/>
                <a:ea typeface="Segoe UI"/>
                <a:cs typeface="Segoe UI"/>
              </a:rPr>
              <a:t>1</a:t>
            </a:r>
            <a:endParaRPr lang="en-IN" sz="2400" b="1">
              <a:solidFill>
                <a:schemeClr val="bg1"/>
              </a:solidFill>
            </a:endParaRPr>
          </a:p>
        </p:txBody>
      </p:sp>
      <p:sp>
        <p:nvSpPr>
          <p:cNvPr id="1825913011" name="Text Placeholder 43"/>
          <p:cNvSpPr txBox="1"/>
          <p:nvPr/>
        </p:nvSpPr>
        <p:spPr bwMode="auto">
          <a:xfrm>
            <a:off x="1641205" y="1783917"/>
            <a:ext cx="9624927" cy="1645082"/>
          </a:xfrm>
          <a:prstGeom prst="rect">
            <a:avLst/>
          </a:prstGeom>
        </p:spPr>
        <p:txBody>
          <a:bodyPr vert="horz" lIns="0" tIns="0" rIns="0" bIns="0" rtlCol="0" anchor="t">
            <a:noAutofit/>
          </a:bodyPr>
          <a:lstStyle>
            <a:lvl1pPr marL="228600" indent="-228600" algn="l" defTabSz="914400" rtl="0">
              <a:lnSpc>
                <a:spcPct val="100000"/>
              </a:lnSpc>
              <a:spcBef>
                <a:spcPct val="0"/>
              </a:spcBef>
              <a:buFont typeface="Arial"/>
              <a:buChar char="•"/>
              <a:defRPr sz="2800">
                <a:solidFill>
                  <a:schemeClr val="tx1"/>
                </a:solidFill>
                <a:latin typeface="Segoe UI"/>
                <a:ea typeface="+mn-ea"/>
                <a:cs typeface="Segoe UI"/>
              </a:defRPr>
            </a:lvl1pPr>
            <a:lvl2pPr marL="574674" indent="-234949" algn="l" defTabSz="914400" rtl="0">
              <a:lnSpc>
                <a:spcPct val="100000"/>
              </a:lnSpc>
              <a:spcBef>
                <a:spcPct val="0"/>
              </a:spcBef>
              <a:buFont typeface="Arial"/>
              <a:buChar char="•"/>
              <a:defRPr sz="2400">
                <a:solidFill>
                  <a:schemeClr val="tx1"/>
                </a:solidFill>
                <a:latin typeface="Segoe UI"/>
                <a:ea typeface="+mn-ea"/>
                <a:cs typeface="Segoe UI"/>
              </a:defRPr>
            </a:lvl2pPr>
            <a:lvl3pPr marL="914400" indent="-227012" algn="l" defTabSz="914400" rtl="0">
              <a:lnSpc>
                <a:spcPct val="100000"/>
              </a:lnSpc>
              <a:spcBef>
                <a:spcPct val="0"/>
              </a:spcBef>
              <a:buFont typeface="Arial"/>
              <a:buChar char="•"/>
              <a:defRPr sz="2000">
                <a:solidFill>
                  <a:schemeClr val="tx1"/>
                </a:solidFill>
                <a:latin typeface="Segoe UI"/>
                <a:ea typeface="+mn-ea"/>
                <a:cs typeface="Segoe UI"/>
              </a:defRPr>
            </a:lvl3pPr>
            <a:lvl4pPr marL="1141412" indent="-169861" algn="l" defTabSz="914400" rtl="0">
              <a:lnSpc>
                <a:spcPct val="100000"/>
              </a:lnSpc>
              <a:spcBef>
                <a:spcPct val="0"/>
              </a:spcBef>
              <a:buFont typeface="Arial"/>
              <a:buChar char="•"/>
              <a:defRPr sz="1800">
                <a:solidFill>
                  <a:schemeClr val="tx1"/>
                </a:solidFill>
                <a:latin typeface="Segoe UI"/>
                <a:ea typeface="+mn-ea"/>
                <a:cs typeface="Segoe UI"/>
              </a:defRPr>
            </a:lvl4pPr>
            <a:lvl5pPr marL="1376361" indent="-179387" algn="l" defTabSz="914400" rtl="0">
              <a:lnSpc>
                <a:spcPct val="100000"/>
              </a:lnSpc>
              <a:spcBef>
                <a:spcPct val="0"/>
              </a:spcBef>
              <a:buFont typeface="Arial"/>
              <a:buChar char="•"/>
              <a:defRPr sz="1800">
                <a:solidFill>
                  <a:schemeClr val="tx1"/>
                </a:solidFill>
                <a:latin typeface="Segoe UI"/>
                <a:ea typeface="+mn-ea"/>
                <a:cs typeface="Segoe UI"/>
              </a:defRPr>
            </a:lvl5pPr>
            <a:lvl6pPr marL="2514599" indent="-228600" algn="l" defTabSz="914400" rtl="0">
              <a:lnSpc>
                <a:spcPct val="90000"/>
              </a:lnSpc>
              <a:spcBef>
                <a:spcPts val="499"/>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499"/>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499"/>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499"/>
              </a:spcBef>
              <a:buFont typeface="Arial"/>
              <a:buChar char="•"/>
              <a:defRPr sz="1800">
                <a:solidFill>
                  <a:schemeClr val="tx1"/>
                </a:solidFill>
                <a:latin typeface="+mn-lt"/>
                <a:ea typeface="+mn-ea"/>
                <a:cs typeface="+mn-cs"/>
              </a:defRPr>
            </a:lvl9pPr>
          </a:lstStyle>
          <a:p>
            <a:pPr marL="0" indent="0">
              <a:lnSpc>
                <a:spcPct val="110000"/>
              </a:lnSpc>
              <a:spcAft>
                <a:spcPts val="599"/>
              </a:spcAft>
              <a:buNone/>
              <a:defRPr/>
            </a:pPr>
            <a:r>
              <a:rPr lang="es-ES" sz="1600" b="0" i="0" strike="noStrike" cap="none" baseline="0">
                <a:solidFill>
                  <a:srgbClr val="000000"/>
                </a:solidFill>
                <a:effectLst/>
                <a:latin typeface="Segoe UI"/>
                <a:ea typeface="Segoe UI"/>
                <a:cs typeface="Segoe UI"/>
              </a:rPr>
              <a:t>Un desarrollador debe optimizar una consulta que filtre por documentType y ordene por uploadDate descendente. ¿Qué configuración de índice admite mejor este patrón?</a:t>
            </a:r>
            <a:endParaRPr/>
          </a:p>
          <a:p>
            <a:pPr marL="228600" marR="0" indent="-228600">
              <a:buFont typeface="Arial"/>
              <a:buAutoNum type="alphaUcPeriod"/>
              <a:defRPr/>
            </a:pPr>
            <a:r>
              <a:rPr lang="es-ES" sz="1600" b="0" i="0" strike="noStrike" cap="none" baseline="0">
                <a:solidFill>
                  <a:srgbClr val="000000"/>
                </a:solidFill>
                <a:effectLst/>
                <a:latin typeface="Segoe UI"/>
                <a:ea typeface="Segoe UI"/>
                <a:cs typeface="Segoe UI"/>
              </a:rPr>
              <a:t>Crear un índice compuesto con documentType (ascendente) seguido de uploadDate (descendente)</a:t>
            </a:r>
            <a:endParaRPr lang="en-US" sz="1600" b="0" i="0" u="none" strike="noStrike" cap="none" spc="0">
              <a:solidFill>
                <a:schemeClr val="tx1"/>
              </a:solidFill>
              <a:latin typeface="Segoe UI"/>
              <a:cs typeface="Segoe UI"/>
            </a:endParaRPr>
          </a:p>
          <a:p>
            <a:pPr marL="228600" marR="0" indent="-228600">
              <a:buFont typeface="Arial"/>
              <a:buAutoNum type="alphaUcPeriod"/>
              <a:defRPr/>
            </a:pPr>
            <a:r>
              <a:rPr lang="es-ES" sz="1600" b="0" i="0" strike="noStrike" cap="none" baseline="0">
                <a:solidFill>
                  <a:srgbClr val="000000"/>
                </a:solidFill>
                <a:effectLst/>
                <a:latin typeface="Segoe UI"/>
                <a:ea typeface="Segoe UI"/>
                <a:cs typeface="Segoe UI"/>
              </a:rPr>
              <a:t>Crear índices de intervalo independientes en documentType y uploadDate</a:t>
            </a:r>
            <a:endParaRPr lang="en-US" sz="1600" b="0" i="0" u="none" strike="noStrike" cap="none" spc="0">
              <a:solidFill>
                <a:schemeClr val="tx1"/>
              </a:solidFill>
              <a:latin typeface="Segoe UI"/>
              <a:cs typeface="Segoe UI"/>
            </a:endParaRPr>
          </a:p>
          <a:p>
            <a:pPr marL="228600" marR="0" indent="-228600">
              <a:buAutoNum type="alphaUcPeriod"/>
              <a:defRPr/>
            </a:pPr>
            <a:r>
              <a:rPr lang="es-ES" sz="1600" b="0" i="0" strike="noStrike" cap="none" baseline="0">
                <a:solidFill>
                  <a:srgbClr val="000000"/>
                </a:solidFill>
                <a:effectLst/>
                <a:latin typeface="Segoe UI"/>
                <a:ea typeface="Segoe UI"/>
                <a:cs typeface="Segoe UI"/>
              </a:rPr>
              <a:t>Crear un índice compuesto con uploadDate (descendente) seguido de documentType (ascendente)</a:t>
            </a:r>
            <a:endParaRPr sz="1600"/>
          </a:p>
        </p:txBody>
      </p:sp>
      <p:sp>
        <p:nvSpPr>
          <p:cNvPr id="25130983" name="Oval 10"/>
          <p:cNvSpPr/>
          <p:nvPr/>
        </p:nvSpPr>
        <p:spPr bwMode="auto">
          <a:xfrm>
            <a:off x="697221" y="3862416"/>
            <a:ext cx="636370" cy="63637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596">
              <a:defRPr/>
            </a:pPr>
            <a:r>
              <a:rPr lang="es-ES" sz="2400" b="1" i="0" strike="noStrike" cap="none" baseline="0">
                <a:solidFill>
                  <a:srgbClr val="FFFFFF"/>
                </a:solidFill>
                <a:effectLst/>
                <a:latin typeface="Segoe UI"/>
                <a:ea typeface="Segoe UI"/>
                <a:cs typeface="Segoe UI"/>
              </a:rPr>
              <a:t>2</a:t>
            </a:r>
            <a:endParaRPr lang="en-IN" sz="2400" b="1">
              <a:solidFill>
                <a:schemeClr val="bg1"/>
              </a:solidFill>
            </a:endParaRPr>
          </a:p>
        </p:txBody>
      </p:sp>
      <p:sp>
        <p:nvSpPr>
          <p:cNvPr id="1776915429" name="Text Placeholder 43"/>
          <p:cNvSpPr txBox="1"/>
          <p:nvPr/>
        </p:nvSpPr>
        <p:spPr bwMode="auto">
          <a:xfrm>
            <a:off x="1641204" y="3860982"/>
            <a:ext cx="9217197" cy="2015093"/>
          </a:xfrm>
          <a:prstGeom prst="rect">
            <a:avLst/>
          </a:prstGeom>
        </p:spPr>
        <p:txBody>
          <a:bodyPr vert="horz" lIns="0" tIns="0" rIns="0" bIns="0" rtlCol="0" anchor="t">
            <a:noAutofit/>
          </a:bodyPr>
          <a:lstStyle>
            <a:lvl1pPr marL="228600" indent="-228600" algn="l" defTabSz="914400" rtl="0">
              <a:lnSpc>
                <a:spcPct val="100000"/>
              </a:lnSpc>
              <a:spcBef>
                <a:spcPct val="0"/>
              </a:spcBef>
              <a:buFont typeface="Arial"/>
              <a:buChar char="•"/>
              <a:defRPr sz="2800">
                <a:solidFill>
                  <a:schemeClr val="tx1"/>
                </a:solidFill>
                <a:latin typeface="Segoe UI"/>
                <a:ea typeface="+mn-ea"/>
                <a:cs typeface="Segoe UI"/>
              </a:defRPr>
            </a:lvl1pPr>
            <a:lvl2pPr marL="574674" indent="-234949" algn="l" defTabSz="914400" rtl="0">
              <a:lnSpc>
                <a:spcPct val="100000"/>
              </a:lnSpc>
              <a:spcBef>
                <a:spcPct val="0"/>
              </a:spcBef>
              <a:buFont typeface="Arial"/>
              <a:buChar char="•"/>
              <a:defRPr sz="2400">
                <a:solidFill>
                  <a:schemeClr val="tx1"/>
                </a:solidFill>
                <a:latin typeface="Segoe UI"/>
                <a:ea typeface="+mn-ea"/>
                <a:cs typeface="Segoe UI"/>
              </a:defRPr>
            </a:lvl2pPr>
            <a:lvl3pPr marL="914400" indent="-227012" algn="l" defTabSz="914400" rtl="0">
              <a:lnSpc>
                <a:spcPct val="100000"/>
              </a:lnSpc>
              <a:spcBef>
                <a:spcPct val="0"/>
              </a:spcBef>
              <a:buFont typeface="Arial"/>
              <a:buChar char="•"/>
              <a:defRPr sz="2000">
                <a:solidFill>
                  <a:schemeClr val="tx1"/>
                </a:solidFill>
                <a:latin typeface="Segoe UI"/>
                <a:ea typeface="+mn-ea"/>
                <a:cs typeface="Segoe UI"/>
              </a:defRPr>
            </a:lvl3pPr>
            <a:lvl4pPr marL="1141412" indent="-169861" algn="l" defTabSz="914400" rtl="0">
              <a:lnSpc>
                <a:spcPct val="100000"/>
              </a:lnSpc>
              <a:spcBef>
                <a:spcPct val="0"/>
              </a:spcBef>
              <a:buFont typeface="Arial"/>
              <a:buChar char="•"/>
              <a:defRPr sz="1800">
                <a:solidFill>
                  <a:schemeClr val="tx1"/>
                </a:solidFill>
                <a:latin typeface="Segoe UI"/>
                <a:ea typeface="+mn-ea"/>
                <a:cs typeface="Segoe UI"/>
              </a:defRPr>
            </a:lvl4pPr>
            <a:lvl5pPr marL="1376361" indent="-179387" algn="l" defTabSz="914400" rtl="0">
              <a:lnSpc>
                <a:spcPct val="100000"/>
              </a:lnSpc>
              <a:spcBef>
                <a:spcPct val="0"/>
              </a:spcBef>
              <a:buFont typeface="Arial"/>
              <a:buChar char="•"/>
              <a:defRPr sz="1800">
                <a:solidFill>
                  <a:schemeClr val="tx1"/>
                </a:solidFill>
                <a:latin typeface="Segoe UI"/>
                <a:ea typeface="+mn-ea"/>
                <a:cs typeface="Segoe UI"/>
              </a:defRPr>
            </a:lvl5pPr>
            <a:lvl6pPr marL="2514599" indent="-228600" algn="l" defTabSz="914400" rtl="0">
              <a:lnSpc>
                <a:spcPct val="90000"/>
              </a:lnSpc>
              <a:spcBef>
                <a:spcPts val="499"/>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499"/>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499"/>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499"/>
              </a:spcBef>
              <a:buFont typeface="Arial"/>
              <a:buChar char="•"/>
              <a:defRPr sz="1800">
                <a:solidFill>
                  <a:schemeClr val="tx1"/>
                </a:solidFill>
                <a:latin typeface="+mn-lt"/>
                <a:ea typeface="+mn-ea"/>
                <a:cs typeface="+mn-cs"/>
              </a:defRPr>
            </a:lvl9pPr>
          </a:lstStyle>
          <a:p>
            <a:pPr marL="0" indent="0">
              <a:lnSpc>
                <a:spcPct val="110000"/>
              </a:lnSpc>
              <a:spcAft>
                <a:spcPts val="599"/>
              </a:spcAft>
              <a:buNone/>
              <a:defRPr/>
            </a:pPr>
            <a:r>
              <a:rPr lang="es-ES" sz="1600" b="0" i="0" strike="noStrike" cap="none" baseline="0" dirty="0">
                <a:solidFill>
                  <a:srgbClr val="000000"/>
                </a:solidFill>
                <a:effectLst/>
                <a:latin typeface="Segoe UI"/>
                <a:ea typeface="Segoe UI"/>
                <a:cs typeface="Segoe UI"/>
              </a:rPr>
              <a:t>Las métricas de consulta muestran un uso bajo de índices y relaciones elevadas entre documentos recuperados y documentos de salida. ¿Qué indica esto?</a:t>
            </a:r>
            <a:endParaRPr lang="en-US" dirty="0"/>
          </a:p>
          <a:p>
            <a:pPr marL="228600" marR="0" indent="-228600" algn="l">
              <a:lnSpc>
                <a:spcPct val="100000"/>
              </a:lnSpc>
              <a:spcBef>
                <a:spcPct val="0"/>
              </a:spcBef>
              <a:spcAft>
                <a:spcPct val="0"/>
              </a:spcAft>
              <a:buAutoNum type="alphaUcPeriod"/>
              <a:defRPr/>
            </a:pPr>
            <a:r>
              <a:rPr lang="es-ES" sz="1600" b="0" i="0" strike="noStrike" cap="none" baseline="0" dirty="0">
                <a:solidFill>
                  <a:srgbClr val="000000"/>
                </a:solidFill>
                <a:effectLst/>
                <a:latin typeface="Segoe UI"/>
                <a:ea typeface="Segoe UI"/>
                <a:cs typeface="Segoe UI"/>
              </a:rPr>
              <a:t>La consulta realiza exámenes en lugar de usar índices. Agrega índices compuestos o de intervalo para las propiedades de filtro y de ordenación de la consulta.</a:t>
            </a:r>
            <a:endParaRPr lang="en-US" sz="1600" b="0" i="0" u="none" strike="noStrike" cap="none" spc="0" dirty="0">
              <a:solidFill>
                <a:schemeClr val="tx1"/>
              </a:solidFill>
              <a:latin typeface="Segoe UI"/>
              <a:cs typeface="Segoe UI"/>
            </a:endParaRPr>
          </a:p>
          <a:p>
            <a:pPr marL="228600" marR="0" indent="-228600" algn="l">
              <a:lnSpc>
                <a:spcPct val="100000"/>
              </a:lnSpc>
              <a:spcBef>
                <a:spcPct val="0"/>
              </a:spcBef>
              <a:spcAft>
                <a:spcPct val="0"/>
              </a:spcAft>
              <a:buAutoNum type="alphaUcPeriod"/>
              <a:defRPr/>
            </a:pPr>
            <a:r>
              <a:rPr lang="es-ES" sz="1600" b="0" i="0" strike="noStrike" cap="none" baseline="0" dirty="0">
                <a:solidFill>
                  <a:srgbClr val="000000"/>
                </a:solidFill>
                <a:effectLst/>
                <a:latin typeface="Segoe UI"/>
                <a:ea typeface="Segoe UI"/>
                <a:cs typeface="Segoe UI"/>
              </a:rPr>
              <a:t>El contenedor tiene demasiados índices. Elimina los índices para reducir la sobrecarga de consulta.</a:t>
            </a:r>
            <a:endParaRPr lang="en-US" sz="1600" b="0" i="0" u="none" strike="noStrike" cap="none" spc="0" dirty="0">
              <a:solidFill>
                <a:schemeClr val="tx1"/>
              </a:solidFill>
              <a:latin typeface="Segoe UI"/>
              <a:cs typeface="Segoe UI"/>
            </a:endParaRPr>
          </a:p>
          <a:p>
            <a:pPr marL="228600" marR="0" indent="-228600" algn="l">
              <a:lnSpc>
                <a:spcPct val="100000"/>
              </a:lnSpc>
              <a:spcBef>
                <a:spcPct val="0"/>
              </a:spcBef>
              <a:spcAft>
                <a:spcPct val="0"/>
              </a:spcAft>
              <a:buAutoNum type="alphaUcPeriod"/>
              <a:defRPr/>
            </a:pPr>
            <a:r>
              <a:rPr lang="es-ES" sz="1600" b="0" i="0" strike="noStrike" cap="none" baseline="0" dirty="0">
                <a:solidFill>
                  <a:srgbClr val="000000"/>
                </a:solidFill>
                <a:effectLst/>
                <a:latin typeface="Segoe UI"/>
                <a:ea typeface="Segoe UI"/>
                <a:cs typeface="Segoe UI"/>
              </a:rPr>
              <a:t>La consulta devuelve demasiados resultados. Agrega una cláusula TOP para limitar la salida</a:t>
            </a:r>
            <a:endParaRPr lang="en-US" sz="1600" b="0" i="0" u="none" strike="noStrike" cap="none" spc="0" dirty="0">
              <a:solidFill>
                <a:schemeClr val="tx1"/>
              </a:solidFill>
              <a:latin typeface="Segoe UI"/>
              <a:cs typeface="Segoe UI"/>
            </a:endParaRP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1221391831" name="Title 16"/>
          <p:cNvSpPr txBox="1">
            <a:spLocks noGrp="1"/>
          </p:cNvSpPr>
          <p:nvPr>
            <p:ph type="title"/>
          </p:nvPr>
        </p:nvSpPr>
        <p:spPr bwMode="auto">
          <a:xfrm>
            <a:off x="457200" y="411480"/>
            <a:ext cx="11222609" cy="553997"/>
          </a:xfrm>
          <a:prstGeom prst="rect">
            <a:avLst/>
          </a:prstGeom>
          <a:noFill/>
          <a:ln>
            <a:noFill/>
            <a:prstDash val="solid"/>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a:lnSpc>
                <a:spcPct val="100000"/>
              </a:lnSpc>
              <a:spcBef>
                <a:spcPct val="0"/>
              </a:spcBef>
              <a:buNone/>
              <a:defRPr lang="en-US" sz="3200" b="0" i="0" cap="none" spc="0">
                <a:ln w="3175">
                  <a:noFill/>
                </a:ln>
                <a:solidFill>
                  <a:schemeClr val="tx1"/>
                </a:solidFill>
                <a:latin typeface="+mj-lt"/>
                <a:ea typeface="+mn-ea"/>
                <a:cs typeface="Segoe UI Semibold"/>
              </a:defRPr>
            </a:lvl1pPr>
          </a:lstStyle>
          <a:p>
            <a:pPr>
              <a:defRPr/>
            </a:pPr>
            <a:r>
              <a:rPr lang="en-US" sz="3600">
                <a:cs typeface="Segoe UI Semibold"/>
              </a:rPr>
              <a:t>Interactive Knowledge</a:t>
            </a:r>
            <a:r>
              <a:rPr lang="en-US" sz="3600" b="0" i="0" u="none" strike="noStrike" cap="none" spc="0">
                <a:ln w="3175">
                  <a:noFill/>
                </a:ln>
                <a:latin typeface="Segoe UI Semibold"/>
                <a:ea typeface="Arial"/>
                <a:cs typeface="Segoe UI Semibold"/>
              </a:rPr>
              <a:t> check </a:t>
            </a:r>
            <a:endParaRPr/>
          </a:p>
        </p:txBody>
      </p:sp>
      <p:sp>
        <p:nvSpPr>
          <p:cNvPr id="555298143" name="Text Placeholder 1"/>
          <p:cNvSpPr>
            <a:spLocks noGrp="1"/>
          </p:cNvSpPr>
          <p:nvPr>
            <p:ph type="body" sz="quarter" idx="4294967295"/>
          </p:nvPr>
        </p:nvSpPr>
        <p:spPr bwMode="auto">
          <a:xfrm>
            <a:off x="4798237" y="2051474"/>
            <a:ext cx="6710491" cy="3231239"/>
          </a:xfrm>
        </p:spPr>
        <p:txBody>
          <a:bodyPr vert="horz" wrap="square" lIns="0" tIns="0" rIns="0" bIns="0" rtlCol="0" anchor="t">
            <a:spAutoFit/>
          </a:bodyPr>
          <a:lstStyle/>
          <a:p>
            <a:pPr marL="0" indent="0">
              <a:buNone/>
              <a:defRPr/>
            </a:pPr>
            <a:r>
              <a:rPr lang="en-US" sz="2400" b="0">
                <a:latin typeface="Segoe UI Semibold"/>
                <a:ea typeface="Segoe UI Semibold"/>
                <a:cs typeface="Segoe UI Semibold"/>
              </a:rPr>
              <a:t>Test your knowledge with this real time quiz. </a:t>
            </a:r>
            <a:endParaRPr b="0">
              <a:latin typeface="Segoe UI Semibold"/>
              <a:cs typeface="Segoe UI Semibold"/>
            </a:endParaRPr>
          </a:p>
          <a:p>
            <a:pPr marL="0" indent="0">
              <a:buNone/>
              <a:defRPr/>
            </a:pPr>
            <a:r>
              <a:rPr lang="en-US" sz="2400" b="0">
                <a:latin typeface="Segoe UI Semibold"/>
                <a:ea typeface="Segoe UI Semibold"/>
                <a:cs typeface="Segoe UI Semibold"/>
              </a:rPr>
              <a:t>Prompt Microsoft Copilot Chat: </a:t>
            </a:r>
            <a:endParaRPr lang="en-US"/>
          </a:p>
          <a:p>
            <a:pPr marL="0" indent="0">
              <a:buNone/>
              <a:defRPr/>
            </a:pPr>
            <a:endParaRPr lang="en-US" sz="2400" b="1"/>
          </a:p>
          <a:p>
            <a:pPr marL="0" indent="0">
              <a:buNone/>
              <a:defRPr/>
            </a:pPr>
            <a:r>
              <a:rPr lang="en-US" sz="2000">
                <a:latin typeface="Segoe UI"/>
                <a:ea typeface="Segoe UI"/>
                <a:cs typeface="Segoe UI"/>
              </a:rPr>
              <a:t>As a CosmosDB expert, please create three multiple-choice questions that assess knowledge of optimizing query performance on Azure Cosmos DB for NoSQL. Present one question at a time and wait for my response before continuing. After each answer, provide a brief explanation of the correct choice before moving on to the next question.</a:t>
            </a:r>
            <a:endParaRPr/>
          </a:p>
        </p:txBody>
      </p:sp>
      <p:pic>
        <p:nvPicPr>
          <p:cNvPr id="1370763571" name="Picture 7">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bwMode="auto">
          <a:xfrm>
            <a:off x="807647" y="2160061"/>
            <a:ext cx="3726420" cy="3257794"/>
          </a:xfrm>
          <a:prstGeom prst="rect">
            <a:avLst/>
          </a:prstGeom>
          <a:ln w="38100">
            <a:solidFill>
              <a:srgbClr val="C73ECC"/>
            </a:solid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20059865" name="Title 9"/>
          <p:cNvSpPr>
            <a:spLocks noGrp="1"/>
          </p:cNvSpPr>
          <p:nvPr>
            <p:ph type="title"/>
          </p:nvPr>
        </p:nvSpPr>
        <p:spPr bwMode="auto"/>
        <p:txBody>
          <a:bodyPr>
            <a:noAutofit/>
          </a:bodyPr>
          <a:lstStyle/>
          <a:p>
            <a:pPr>
              <a:defRPr/>
            </a:pPr>
            <a:r>
              <a:rPr lang="es-ES" sz="2800" b="0" i="0" strike="noStrike" cap="none" baseline="0">
                <a:solidFill>
                  <a:srgbClr val="000000"/>
                </a:solidFill>
                <a:effectLst/>
                <a:latin typeface="Segoe UI Semibold"/>
                <a:ea typeface="Segoe UI Semibold"/>
                <a:cs typeface="Segoe UI Semibold"/>
              </a:rPr>
              <a:t>Resumen del módulo 3</a:t>
            </a:r>
            <a:endParaRPr sz="2800"/>
          </a:p>
        </p:txBody>
      </p:sp>
      <p:sp>
        <p:nvSpPr>
          <p:cNvPr id="1998498045" name="Rounded Rectangle 3_1"/>
          <p:cNvSpPr/>
          <p:nvPr/>
        </p:nvSpPr>
        <p:spPr bwMode="auto">
          <a:xfrm>
            <a:off x="594774" y="1097167"/>
            <a:ext cx="10618656" cy="4328361"/>
          </a:xfrm>
          <a:prstGeom prst="roundRect">
            <a:avLst>
              <a:gd name="adj" fmla="val 11300"/>
            </a:avLst>
          </a:prstGeom>
          <a:solidFill>
            <a:schemeClr val="bg1"/>
          </a:solidFill>
          <a:ln>
            <a:noFill/>
          </a:ln>
          <a:effectLst>
            <a:outerShdw blurRad="127000" dist="38100" dir="8100000" sx="101000" sy="101000" algn="tr" rotWithShape="0">
              <a:srgbClr val="CAC5B8">
                <a:alpha val="6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numCol="1" spcCol="457200" rtlCol="0" anchor="t"/>
          <a:lstStyle/>
          <a:p>
            <a:pPr marL="0" marR="0" lvl="0" indent="0" algn="l" defTabSz="932742" rtl="0">
              <a:lnSpc>
                <a:spcPct val="100000"/>
              </a:lnSpc>
              <a:spcBef>
                <a:spcPts val="1199"/>
              </a:spcBef>
              <a:spcAft>
                <a:spcPct val="0"/>
              </a:spcAft>
              <a:buClrTx/>
              <a:buSzPct val="90000"/>
              <a:buFont typeface="Wingdings"/>
              <a:buNone/>
              <a:defRPr/>
            </a:pPr>
            <a:r>
              <a:rPr lang="es-ES" sz="1800" b="0" i="0" strike="noStrike" cap="none" baseline="0">
                <a:solidFill>
                  <a:srgbClr val="FFFFFF"/>
                </a:solidFill>
                <a:effectLst/>
                <a:latin typeface="Segoe UI"/>
                <a:ea typeface="Segoe UI"/>
                <a:cs typeface="Segoe UI"/>
              </a:rPr>
              <a:t>La clave de partición es tu decisión de diseño más importante (no se puede cambiar más adelante el cliente singleton). Reutiliza CosmosClient para la agrupación de conexiones y el almacenamiento en caché. Usa lecturas puntuales sobre consultas si conoces el Id. y la clave de partición. Parametriza consultas para la seguridad y el almacenamiento en caché del plan de consulta. Las consultas de partición única cuestan menos que las consultas entre particiones. Supervisa el consumo de RU para identificar oportunidades de optimización. </a:t>
            </a:r>
            <a:endParaRPr lang="en-US" sz="1800">
              <a:solidFill>
                <a:schemeClr val="tx1"/>
              </a:solidFill>
              <a:cs typeface="Segoe UI"/>
            </a:endParaRPr>
          </a:p>
        </p:txBody>
      </p:sp>
      <p:sp>
        <p:nvSpPr>
          <p:cNvPr id="1376150326" name="TextBox 2"/>
          <p:cNvSpPr txBox="1"/>
          <p:nvPr/>
        </p:nvSpPr>
        <p:spPr bwMode="auto">
          <a:xfrm>
            <a:off x="889962" y="1435230"/>
            <a:ext cx="9828024" cy="3543908"/>
          </a:xfrm>
          <a:prstGeom prst="rect">
            <a:avLst/>
          </a:prstGeom>
          <a:noFill/>
        </p:spPr>
        <p:txBody>
          <a:bodyPr wrap="square" lIns="91440" tIns="45720" rIns="91440" bIns="45720" anchor="t">
            <a:noAutofit/>
          </a:bodyPr>
          <a:lstStyle/>
          <a:p>
            <a:pPr marL="228600" marR="0" lvl="0" indent="-228600">
              <a:lnSpc>
                <a:spcPct val="100000"/>
              </a:lnSpc>
              <a:spcBef>
                <a:spcPct val="0"/>
              </a:spcBef>
              <a:spcAft>
                <a:spcPts val="71"/>
              </a:spcAft>
              <a:buFont typeface="Arial"/>
              <a:buChar char="•"/>
              <a:defRPr/>
            </a:pPr>
            <a:r>
              <a:rPr lang="es-ES" sz="1800" b="1" i="0" strike="noStrike" cap="none" baseline="0">
                <a:solidFill>
                  <a:srgbClr val="000000"/>
                </a:solidFill>
                <a:effectLst/>
                <a:latin typeface="Segoe UI"/>
                <a:ea typeface="Segoe UI"/>
                <a:cs typeface="Segoe UI"/>
              </a:rPr>
              <a:t>Tipos de índice:</a:t>
            </a:r>
            <a:r>
              <a:rPr lang="es-ES" sz="1800" b="0" i="0" strike="noStrike" cap="none" baseline="0">
                <a:solidFill>
                  <a:srgbClr val="000000"/>
                </a:solidFill>
                <a:effectLst/>
                <a:latin typeface="Segoe UI"/>
                <a:ea typeface="Segoe UI"/>
                <a:cs typeface="Segoe UI"/>
              </a:rPr>
              <a:t> intervalo para filtros, compuesto para la ordenación de varias propiedades, vector de similitud y espacial para consultas geográficas</a:t>
            </a:r>
            <a:endParaRPr sz="1800"/>
          </a:p>
          <a:p>
            <a:pPr marL="228600" marR="0" lvl="0" indent="-228600">
              <a:lnSpc>
                <a:spcPct val="100000"/>
              </a:lnSpc>
              <a:spcBef>
                <a:spcPct val="0"/>
              </a:spcBef>
              <a:spcAft>
                <a:spcPts val="71"/>
              </a:spcAft>
              <a:buFont typeface="Arial"/>
              <a:buChar char="•"/>
              <a:defRPr/>
            </a:pPr>
            <a:r>
              <a:rPr lang="es-ES" sz="1800" b="0" i="0" strike="noStrike" cap="none" baseline="0">
                <a:solidFill>
                  <a:srgbClr val="000000"/>
                </a:solidFill>
                <a:effectLst/>
                <a:latin typeface="Segoe UI"/>
                <a:ea typeface="Segoe UI"/>
                <a:cs typeface="Segoe UI"/>
              </a:rPr>
              <a:t>Los </a:t>
            </a:r>
            <a:r>
              <a:rPr lang="es-ES" sz="1800" b="1" i="0" strike="noStrike" cap="none" baseline="0">
                <a:solidFill>
                  <a:srgbClr val="000000"/>
                </a:solidFill>
                <a:effectLst/>
                <a:latin typeface="Segoe UI"/>
                <a:ea typeface="Segoe UI"/>
                <a:cs typeface="Segoe UI"/>
              </a:rPr>
              <a:t>índices compuestos</a:t>
            </a:r>
            <a:r>
              <a:rPr lang="es-ES" sz="1800" b="0" i="0" strike="noStrike" cap="none" baseline="0">
                <a:solidFill>
                  <a:srgbClr val="000000"/>
                </a:solidFill>
                <a:effectLst/>
                <a:latin typeface="Segoe UI"/>
                <a:ea typeface="Segoe UI"/>
                <a:cs typeface="Segoe UI"/>
              </a:rPr>
              <a:t> deben coincidir con la secuencia de propiedades exacta y la dirección de ordenación en las cláusulas ORDER BY</a:t>
            </a:r>
            <a:endParaRPr sz="1800"/>
          </a:p>
          <a:p>
            <a:pPr marL="228600" marR="0" lvl="0" indent="-228600">
              <a:lnSpc>
                <a:spcPct val="100000"/>
              </a:lnSpc>
              <a:spcBef>
                <a:spcPct val="0"/>
              </a:spcBef>
              <a:spcAft>
                <a:spcPts val="71"/>
              </a:spcAft>
              <a:buFont typeface="Arial"/>
              <a:buChar char="•"/>
              <a:defRPr/>
            </a:pPr>
            <a:r>
              <a:rPr lang="es-ES" sz="1800" b="1" i="0" strike="noStrike" cap="none" baseline="0">
                <a:solidFill>
                  <a:srgbClr val="000000"/>
                </a:solidFill>
                <a:effectLst/>
                <a:latin typeface="Segoe UI"/>
                <a:ea typeface="Segoe UI"/>
                <a:cs typeface="Segoe UI"/>
              </a:rPr>
              <a:t>Selección de índices vectoriales:</a:t>
            </a:r>
            <a:r>
              <a:rPr lang="es-ES" sz="1800" b="0" i="0" strike="noStrike" cap="none" baseline="0">
                <a:solidFill>
                  <a:srgbClr val="000000"/>
                </a:solidFill>
                <a:effectLst/>
                <a:latin typeface="Segoe UI"/>
                <a:ea typeface="Segoe UI"/>
                <a:cs typeface="Segoe UI"/>
              </a:rPr>
              <a:t> flat para conjuntos de datos pequeños, quantizedFlat para producción mediana y diskANN para producción a gran escala</a:t>
            </a:r>
            <a:endParaRPr sz="1800"/>
          </a:p>
          <a:p>
            <a:pPr marL="228600" marR="0" lvl="0" indent="-228600">
              <a:lnSpc>
                <a:spcPct val="100000"/>
              </a:lnSpc>
              <a:spcBef>
                <a:spcPct val="0"/>
              </a:spcBef>
              <a:spcAft>
                <a:spcPts val="71"/>
              </a:spcAft>
              <a:buFont typeface="Arial"/>
              <a:buChar char="•"/>
              <a:defRPr/>
            </a:pPr>
            <a:r>
              <a:rPr lang="es-ES" sz="1800" b="0" i="0" strike="noStrike" cap="none" baseline="0">
                <a:solidFill>
                  <a:srgbClr val="000000"/>
                </a:solidFill>
                <a:effectLst/>
                <a:latin typeface="Segoe UI"/>
                <a:ea typeface="Segoe UI"/>
                <a:cs typeface="Segoe UI"/>
              </a:rPr>
              <a:t>La </a:t>
            </a:r>
            <a:r>
              <a:rPr lang="es-ES" sz="1800" b="1" i="0" strike="noStrike" cap="none" baseline="0">
                <a:solidFill>
                  <a:srgbClr val="000000"/>
                </a:solidFill>
                <a:effectLst/>
                <a:latin typeface="Segoe UI"/>
                <a:ea typeface="Segoe UI"/>
                <a:cs typeface="Segoe UI"/>
              </a:rPr>
              <a:t>indexación selectiva</a:t>
            </a:r>
            <a:r>
              <a:rPr lang="es-ES" sz="1800" b="0" i="0" strike="noStrike" cap="none" baseline="0">
                <a:solidFill>
                  <a:srgbClr val="000000"/>
                </a:solidFill>
                <a:effectLst/>
                <a:latin typeface="Segoe UI"/>
                <a:ea typeface="Segoe UI"/>
                <a:cs typeface="Segoe UI"/>
              </a:rPr>
              <a:t> excluye propiedades sin usar. Excluye siempre matrices de inserción de los índices de intervalo</a:t>
            </a:r>
            <a:endParaRPr sz="1800"/>
          </a:p>
          <a:p>
            <a:pPr marL="228600" marR="0" lvl="0" indent="-228600">
              <a:lnSpc>
                <a:spcPct val="100000"/>
              </a:lnSpc>
              <a:spcBef>
                <a:spcPct val="0"/>
              </a:spcBef>
              <a:spcAft>
                <a:spcPts val="71"/>
              </a:spcAft>
              <a:buFont typeface="Arial"/>
              <a:buChar char="•"/>
              <a:defRPr/>
            </a:pPr>
            <a:r>
              <a:rPr lang="es-ES" sz="1800" b="0" i="0" strike="noStrike" cap="none" baseline="0">
                <a:solidFill>
                  <a:srgbClr val="000000"/>
                </a:solidFill>
                <a:effectLst/>
                <a:latin typeface="Segoe UI"/>
                <a:ea typeface="Segoe UI"/>
                <a:cs typeface="Segoe UI"/>
              </a:rPr>
              <a:t>Las </a:t>
            </a:r>
            <a:r>
              <a:rPr lang="es-ES" sz="1800" b="1" i="0" strike="noStrike" cap="none" baseline="0">
                <a:solidFill>
                  <a:srgbClr val="000000"/>
                </a:solidFill>
                <a:effectLst/>
                <a:latin typeface="Segoe UI"/>
                <a:ea typeface="Segoe UI"/>
                <a:cs typeface="Segoe UI"/>
              </a:rPr>
              <a:t>métricas de consulta</a:t>
            </a:r>
            <a:r>
              <a:rPr lang="es-ES" sz="1800" b="0" i="0" strike="noStrike" cap="none" baseline="0">
                <a:solidFill>
                  <a:srgbClr val="000000"/>
                </a:solidFill>
                <a:effectLst/>
                <a:latin typeface="Segoe UI"/>
                <a:ea typeface="Segoe UI"/>
                <a:cs typeface="Segoe UI"/>
              </a:rPr>
              <a:t> muestran índices que faltan a través de un uso bajo y de relaciones elevadas entre documentos recuperados y documentos de salida</a:t>
            </a:r>
            <a:endParaRPr sz="1800"/>
          </a:p>
          <a:p>
            <a:pPr marL="228600" marR="0" lvl="0" indent="-228600">
              <a:lnSpc>
                <a:spcPct val="100000"/>
              </a:lnSpc>
              <a:spcBef>
                <a:spcPct val="0"/>
              </a:spcBef>
              <a:spcAft>
                <a:spcPts val="71"/>
              </a:spcAft>
              <a:buFont typeface="Arial"/>
              <a:buChar char="•"/>
              <a:defRPr/>
            </a:pPr>
            <a:r>
              <a:rPr lang="es-ES" sz="1800" b="0" i="0" strike="noStrike" cap="none" baseline="0">
                <a:solidFill>
                  <a:srgbClr val="000000"/>
                </a:solidFill>
                <a:effectLst/>
                <a:latin typeface="Segoe UI"/>
                <a:ea typeface="Segoe UI"/>
                <a:cs typeface="Segoe UI"/>
              </a:rPr>
              <a:t>La </a:t>
            </a:r>
            <a:r>
              <a:rPr lang="es-ES" sz="1800" b="1" i="0" strike="noStrike" cap="none" baseline="0">
                <a:solidFill>
                  <a:srgbClr val="000000"/>
                </a:solidFill>
                <a:effectLst/>
                <a:latin typeface="Segoe UI"/>
                <a:ea typeface="Segoe UI"/>
                <a:cs typeface="Segoe UI"/>
              </a:rPr>
              <a:t>coherencia de sesión</a:t>
            </a:r>
            <a:r>
              <a:rPr lang="es-ES" sz="1800" b="0" i="0" strike="noStrike" cap="none" baseline="0">
                <a:solidFill>
                  <a:srgbClr val="000000"/>
                </a:solidFill>
                <a:effectLst/>
                <a:latin typeface="Segoe UI"/>
                <a:ea typeface="Segoe UI"/>
                <a:cs typeface="Segoe UI"/>
              </a:rPr>
              <a:t> proporciona operaciones de lectura y escritura para operaciones orientadas al usuario a 1 vez el coste de RU.</a:t>
            </a:r>
            <a:endParaRPr sz="1800"/>
          </a:p>
          <a:p>
            <a:pPr>
              <a:defRPr/>
            </a:pPr>
            <a:endParaRPr sz="1600"/>
          </a:p>
        </p:txBody>
      </p:sp>
    </p:spTree>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AS_OS" val="Unix 3.10.0.1160"/>
  <p:tag name="AS_RELEASE_DATE" val="2023.06.30"/>
  <p:tag name="AS_TITLE" val="Aspose.Slides for Java"/>
  <p:tag name="AS_VERSION" val="23.6.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ILT Template">
      <a:majorFont>
        <a:latin typeface="Segoe UI Semibold"/>
        <a:ea typeface="Arial"/>
        <a:cs typeface="Arial"/>
      </a:majorFont>
      <a:minorFont>
        <a:latin typeface="Segoe U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bwMode="auto"/>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LIGHT MODE">
  <a:themeElements>
    <a:clrScheme name="BAR Light">
      <a:dk1>
        <a:srgbClr val="000000"/>
      </a:dk1>
      <a:lt1>
        <a:srgbClr val="FFFFFF"/>
      </a:lt1>
      <a:dk2>
        <a:srgbClr val="091F2E"/>
      </a:dk2>
      <a:lt2>
        <a:srgbClr val="FFF8F3"/>
      </a:lt2>
      <a:accent1>
        <a:srgbClr val="702573"/>
      </a:accent1>
      <a:accent2>
        <a:srgbClr val="BF3AC4"/>
      </a:accent2>
      <a:accent3>
        <a:srgbClr val="FE5B38"/>
      </a:accent3>
      <a:accent4>
        <a:srgbClr val="D59DD7"/>
      </a:accent4>
      <a:accent5>
        <a:srgbClr val="FEE298"/>
      </a:accent5>
      <a:accent6>
        <a:srgbClr val="D7D2CA"/>
      </a:accent6>
      <a:hlink>
        <a:srgbClr val="0077D3"/>
      </a:hlink>
      <a:folHlink>
        <a:srgbClr val="0077D3"/>
      </a:folHlink>
    </a:clrScheme>
    <a:fontScheme name="Custom 3">
      <a:majorFont>
        <a:latin typeface="Segoe UI Semibold"/>
        <a:ea typeface="Arial"/>
        <a:cs typeface="Arial"/>
      </a:majorFont>
      <a:minorFont>
        <a:latin typeface="Segoe UI"/>
        <a:ea typeface="Arial"/>
        <a:cs typeface="Arial"/>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satMod val="150000"/>
              <a:alpha val="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a:path>
        </a:gradFill>
        <a:gradFill>
          <a:gsLst>
            <a:gs pos="0">
              <a:schemeClr val="phClr">
                <a:tint val="80000"/>
                <a:satMod val="300000"/>
              </a:schemeClr>
            </a:gs>
            <a:gs pos="100000">
              <a:schemeClr val="phClr">
                <a:shade val="30000"/>
                <a:satMod val="200000"/>
              </a:schemeClr>
            </a:gs>
          </a:gsLst>
          <a:path path="circle">
            <a:fillToRect/>
          </a:path>
        </a:gradFill>
      </a:bgFillStyleLst>
    </a:fmtScheme>
  </a:themeElements>
  <a:objectDefaults>
    <a:spDef>
      <a:spPr bwMode="auto">
        <a:prstGeom prst="rect">
          <a:avLst/>
        </a:prstGeom>
        <a:solidFill>
          <a:schemeClr val="accent1"/>
        </a:solidFill>
        <a:ln>
          <a:noFill/>
          <a:headEnd type="none" w="med" len="med"/>
          <a:tailEnd type="none" w="med" len="med"/>
        </a:ln>
        <a:effectLst/>
      </a:spPr>
      <a:bodyPr/>
      <a:lstStyle/>
      <a:style>
        <a:lnRef idx="1">
          <a:schemeClr val="accent2"/>
        </a:lnRef>
        <a:fillRef idx="3">
          <a:schemeClr val="accent2"/>
        </a:fillRef>
        <a:effectRef idx="2">
          <a:schemeClr val="accent2"/>
        </a:effectRef>
        <a:fontRef idx="minor">
          <a:schemeClr val="lt1"/>
        </a:fontRef>
      </a:style>
    </a:spDef>
    <a:lnDef>
      <a:spPr bwMode="auto">
        <a:prstGeom prst="rect">
          <a:avLst/>
        </a:prstGeom>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bwMode="auto">
        <a:prstGeom prst="rect">
          <a:avLst/>
        </a:prstGeom>
        <a:noFill/>
      </a:spPr>
      <a:bodyPr/>
      <a:lst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Arial"/>
        <a:cs typeface="Arial"/>
      </a:majorFont>
      <a:minorFont>
        <a:latin typeface="Aptos"/>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bwMode="auto"/>
      <a:bodyPr/>
      <a:lstStyle/>
      <a:style>
        <a:lnRef idx="2">
          <a:schemeClr val="accent1"/>
        </a:lnRef>
        <a:fillRef idx="0">
          <a:schemeClr val="accent1"/>
        </a:fillRef>
        <a:effectRef idx="1">
          <a:schemeClr val="accent1"/>
        </a:effectRef>
        <a:fontRef idx="minor">
          <a:schemeClr val="tx1"/>
        </a:fontRef>
      </a:style>
    </a:lnDef>
  </a:objectDefaults>
  <a:extraClrSchemeLst/>
</a:theme>
</file>

<file path=docMetadata/LabelInfo.xml><?xml version="1.0" encoding="utf-8"?>
<clbl:labelList xmlns:clbl="http://schemas.microsoft.com/office/2020/mipLabelMetadata">
  <clbl:label id="{f42aa342-8706-4288-bd11-ebb85995028c}" enabled="1" method="Privilege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7</TotalTime>
  <Words>8072</Words>
  <Application>Microsoft Office PowerPoint</Application>
  <PresentationFormat>Panorámica</PresentationFormat>
  <Paragraphs>714</Paragraphs>
  <Slides>36</Slides>
  <Notes>36</Notes>
  <HiddenSlides>3</HiddenSlides>
  <MMClips>0</MMClips>
  <ScaleCrop>false</ScaleCrop>
  <HeadingPairs>
    <vt:vector size="6" baseType="variant">
      <vt:variant>
        <vt:lpstr>Fuentes usadas</vt:lpstr>
      </vt:variant>
      <vt:variant>
        <vt:i4>10</vt:i4>
      </vt:variant>
      <vt:variant>
        <vt:lpstr>Tema</vt:lpstr>
      </vt:variant>
      <vt:variant>
        <vt:i4>2</vt:i4>
      </vt:variant>
      <vt:variant>
        <vt:lpstr>Títulos de diapositiva</vt:lpstr>
      </vt:variant>
      <vt:variant>
        <vt:i4>36</vt:i4>
      </vt:variant>
    </vt:vector>
  </HeadingPairs>
  <TitlesOfParts>
    <vt:vector size="48" baseType="lpstr">
      <vt:lpstr>Aptos</vt:lpstr>
      <vt:lpstr>Arial</vt:lpstr>
      <vt:lpstr>Calibri</vt:lpstr>
      <vt:lpstr>Cascadia Code Light</vt:lpstr>
      <vt:lpstr>Cascadia Code SemiLight</vt:lpstr>
      <vt:lpstr>Consolas</vt:lpstr>
      <vt:lpstr>Segoe UI</vt:lpstr>
      <vt:lpstr>Segoe UI Semibold</vt:lpstr>
      <vt:lpstr>Times New Roman</vt:lpstr>
      <vt:lpstr>Wingdings</vt:lpstr>
      <vt:lpstr>Office Theme</vt:lpstr>
      <vt:lpstr>LIGHT MODE</vt:lpstr>
      <vt:lpstr>AI-200T00A Desarrollo de soluciones de IA con Azure Cosmos DB for NoSQL</vt:lpstr>
      <vt:lpstr>Agenda</vt:lpstr>
      <vt:lpstr>Módulo 1: Creación de consultas para Azure Cosmos DB for NoSQL</vt:lpstr>
      <vt:lpstr>Objetivos de aprendizaje</vt:lpstr>
      <vt:lpstr>Introducción</vt:lpstr>
      <vt:lpstr>Exploración de Azure Cosmos DB for NoSQL</vt:lpstr>
      <vt:lpstr>Implementación del SDK de Azure Cosmos DB for NoSQL</vt:lpstr>
      <vt:lpstr>Consulta de Azure Cosmos DB for NoSQL (1 de 2)</vt:lpstr>
      <vt:lpstr>Consulta de Azure Cosmos DB for NoSQL (2 de 2)</vt:lpstr>
      <vt:lpstr>Ejercicio</vt:lpstr>
      <vt:lpstr>Prueba de conocimientos del módulo 1</vt:lpstr>
      <vt:lpstr>Interactive Knowledge check </vt:lpstr>
      <vt:lpstr>Resumen del módulo 1</vt:lpstr>
      <vt:lpstr>Módulo 2: Implementación del vector de búsqueda en Azure Cosmos DB for NoSQL </vt:lpstr>
      <vt:lpstr>Objetivos de aprendizaje</vt:lpstr>
      <vt:lpstr>Introducción</vt:lpstr>
      <vt:lpstr>Almacenamiento y recuperación de incrustaciones en Azure Cosmos DB</vt:lpstr>
      <vt:lpstr>Ejecución de consultas de similitud vectorial para la búsqueda semántica</vt:lpstr>
      <vt:lpstr>Combinación de resultados de similitud de vectores con filtrado de metadatos</vt:lpstr>
      <vt:lpstr>Uso de la fuente de cambios para desencadenar la actualización de inserción</vt:lpstr>
      <vt:lpstr>Ejercicio</vt:lpstr>
      <vt:lpstr>Prueba de conocimientos del módulo 2</vt:lpstr>
      <vt:lpstr>Interactive Knowledge check </vt:lpstr>
      <vt:lpstr>Resumen del módulo 2</vt:lpstr>
      <vt:lpstr>Módulo 3: Optimización del rendimiento de las consultas para Azure Cosmos DB for NoSQL </vt:lpstr>
      <vt:lpstr>Objetivos de aprendizaje</vt:lpstr>
      <vt:lpstr>Introducción</vt:lpstr>
      <vt:lpstr>Conoce los índices de Azure Cosmos DB</vt:lpstr>
      <vt:lpstr>Configuración de índices compuestos e intervalos</vt:lpstr>
      <vt:lpstr>Ajuste de los índices vectoriales para insertar cargas de trabajo</vt:lpstr>
      <vt:lpstr>Reducción de los costes de RU con indexación estratégica</vt:lpstr>
      <vt:lpstr>Elección de niveles de coherencia para obtener un rendimiento óptimo</vt:lpstr>
      <vt:lpstr>Ejercicio</vt:lpstr>
      <vt:lpstr>Prueba de conocimientos del módulo 3</vt:lpstr>
      <vt:lpstr>Interactive Knowledge check </vt:lpstr>
      <vt:lpstr>Resumen del módulo 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User</dc:creator>
  <cp:lastModifiedBy>Julio Armando Estremadoyro Aguirre</cp:lastModifiedBy>
  <cp:revision>20</cp:revision>
  <dcterms:created xsi:type="dcterms:W3CDTF">2023-12-14T00:17:42Z</dcterms:created>
  <dcterms:modified xsi:type="dcterms:W3CDTF">2026-10-14T14:37:17Z</dcterms:modified>
</cp:coreProperties>
</file>