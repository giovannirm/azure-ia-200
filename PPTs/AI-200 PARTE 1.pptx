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7"/>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81" r:id="rId26"/>
  </p:sldIdLst>
  <p:sldSz cx="12192000" cy="6858000"/>
  <p:notesSz cx="6858000" cy="9144000"/>
  <p:custDataLst>
    <p:tags r:id="rId28"/>
  </p:custDataLst>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extLst>
    <p:ext uri="{EFAFB233-063F-42B5-8137-9DF3F51BA10A}">
      <p15:sldGuideLst xmlns:p15="http://schemas.microsoft.com/office/powerpoint/2012/main">
        <p15:guide id="1" pos="3840">
          <p15:clr>
            <a:srgbClr val="A4A3A4"/>
          </p15:clr>
        </p15:guide>
        <p15:guide id="2" orient="horz"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napVertSplitter="1" vertBarState="minimized" horzBarState="maximized">
    <p:restoredLeft sz="7439" autoAdjust="0"/>
    <p:restoredTop sz="94660"/>
  </p:normalViewPr>
  <p:slideViewPr>
    <p:cSldViewPr snapToGrid="0">
      <p:cViewPr varScale="1">
        <p:scale>
          <a:sx n="82" d="100"/>
          <a:sy n="82" d="100"/>
        </p:scale>
        <p:origin x="642" y="90"/>
      </p:cViewPr>
      <p:guideLst>
        <p:guide pos="3840"/>
        <p:guide orient="horz" pos="2160"/>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37565604"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705890411"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4C58D156-4B2E-4C57-9C33-59F659D18680}" type="datetimeFigureOut">
              <a:rPr lang="en-US"/>
              <a:t>10/9/2026</a:t>
            </a:fld>
            <a:endParaRPr lang="en-US"/>
          </a:p>
        </p:txBody>
      </p:sp>
      <p:sp>
        <p:nvSpPr>
          <p:cNvPr id="1845638284" name="Slide Image Placeholder 3"/>
          <p:cNvSpPr>
            <a:spLocks noGrp="1" noRot="1" noChangeAspect="1"/>
          </p:cNvSpPr>
          <p:nvPr>
            <p:ph type="sldImg" idx="2"/>
          </p:nvPr>
        </p:nvSpPr>
        <p:spPr bwMode="auto">
          <a:xfrm>
            <a:off x="685800" y="1143000"/>
            <a:ext cx="5486400" cy="3086100"/>
          </a:xfrm>
          <a:prstGeom prst="rect">
            <a:avLst/>
          </a:prstGeom>
          <a:noFill/>
          <a:ln w="12700">
            <a:solidFill>
              <a:prstClr val="black"/>
            </a:solidFill>
          </a:ln>
        </p:spPr>
      </p:sp>
      <p:sp>
        <p:nvSpPr>
          <p:cNvPr id="1564618999"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382298821"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1303636754"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10B4D7BB-47DA-46D4-B152-A08B9EBCF1F1}" type="slidenum">
              <a:rPr lang="en-US"/>
              <a:t>‹Nº›</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learn.microsoft.com/training/paths/implement-container-app-hosting-azure/"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learn.microsoft.com/training/modules/store-manage-containers-azure-container-registry/"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learn.microsoft.com/training/modules/deploy-containers-azure-app-service/"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38724" name="Slide Image Placeholder 1"/>
          <p:cNvSpPr>
            <a:spLocks noGrp="1" noRot="1" noChangeAspect="1"/>
          </p:cNvSpPr>
          <p:nvPr>
            <p:ph type="sldImg"/>
          </p:nvPr>
        </p:nvSpPr>
        <p:spPr bwMode="auto"/>
      </p:sp>
      <p:sp>
        <p:nvSpPr>
          <p:cNvPr id="2069844521" name="Notes Placeholder 2"/>
          <p:cNvSpPr>
            <a:spLocks noGrp="1"/>
          </p:cNvSpPr>
          <p:nvPr>
            <p:ph type="body" idx="1"/>
          </p:nvPr>
        </p:nvSpPr>
        <p:spPr bwMode="auto"/>
        <p:txBody>
          <a:bodyPr/>
          <a:lstStyle/>
          <a:p>
            <a:pPr marL="0" marR="0" lvl="0" indent="0" algn="l" defTabSz="914400" rtl="0">
              <a:lnSpc>
                <a:spcPct val="100000"/>
              </a:lnSpc>
              <a:spcBef>
                <a:spcPct val="0"/>
              </a:spcBef>
              <a:spcAft>
                <a:spcPct val="0"/>
              </a:spcAft>
              <a:buClrTx/>
              <a:buSzTx/>
              <a:buFontTx/>
              <a:buNone/>
              <a:defRPr/>
            </a:pPr>
            <a:r>
              <a:rPr lang="es-ES" sz="1200" b="0" i="0" strike="noStrike" cap="none" baseline="0">
                <a:solidFill>
                  <a:srgbClr val="000000"/>
                </a:solidFill>
                <a:effectLst/>
                <a:latin typeface="Aptos"/>
                <a:ea typeface="Aptos"/>
                <a:cs typeface="Aptos"/>
              </a:rPr>
              <a:t>Estos módulos de Learn forman parte de la ruta de aprendizaje Implementación del hospedaje de aplicación contenedora en Azure:</a:t>
            </a:r>
            <a:r>
              <a:rPr lang="es-ES" sz="1200" b="0" i="0" strike="noStrike" cap="none" baseline="0">
                <a:solidFill>
                  <a:srgbClr val="171717"/>
                </a:solidFill>
                <a:effectLst/>
                <a:latin typeface="Segoe UI"/>
                <a:ea typeface="Segoe UI"/>
                <a:cs typeface="Segoe UI"/>
              </a:rPr>
              <a:t> (</a:t>
            </a:r>
            <a:r>
              <a:rPr lang="es-ES" sz="1200" b="0" i="0" u="sng" strike="noStrike" cap="none" baseline="0">
                <a:solidFill>
                  <a:srgbClr val="467886"/>
                </a:solidFill>
                <a:effectLst/>
                <a:uFill>
                  <a:solidFill>
                    <a:srgbClr val="467886"/>
                  </a:solidFill>
                </a:uFill>
                <a:latin typeface="Aptos"/>
                <a:ea typeface="Aptos"/>
                <a:cs typeface="Aptos"/>
                <a:hlinkClick r:id="rId3" history="0"/>
              </a:rPr>
              <a:t>https://learn.microsoft.com/training/paths/implement-container-app-hosting-azure/</a:t>
            </a:r>
            <a:endParaRPr/>
          </a:p>
          <a:p>
            <a:pPr>
              <a:defRPr/>
            </a:pPr>
            <a:endParaRPr lang="en-US"/>
          </a:p>
        </p:txBody>
      </p:sp>
      <p:sp>
        <p:nvSpPr>
          <p:cNvPr id="1785801121" name="Slide Number Placeholder 3"/>
          <p:cNvSpPr>
            <a:spLocks noGrp="1"/>
          </p:cNvSpPr>
          <p:nvPr>
            <p:ph type="sldNum" sz="quarter" idx="5"/>
          </p:nvPr>
        </p:nvSpPr>
        <p:spPr bwMode="auto"/>
        <p:txBody>
          <a:bodyPr/>
          <a:lstStyle/>
          <a:p>
            <a:pPr>
              <a:defRPr/>
            </a:pPr>
            <a:fld id="{10B4D7BB-47DA-46D4-B152-A08B9EBCF1F1}"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0435996" name="Slide Image Placeholder 1"/>
          <p:cNvSpPr>
            <a:spLocks noGrp="1" noRot="1" noChangeAspect="1"/>
          </p:cNvSpPr>
          <p:nvPr>
            <p:ph type="sldImg"/>
          </p:nvPr>
        </p:nvSpPr>
        <p:spPr bwMode="auto"/>
      </p:sp>
      <p:sp>
        <p:nvSpPr>
          <p:cNvPr id="200430502" name="Notes Placeholder 2"/>
          <p:cNvSpPr>
            <a:spLocks noGrp="1"/>
          </p:cNvSpPr>
          <p:nvPr>
            <p:ph type="body" idx="1"/>
          </p:nvPr>
        </p:nvSpPr>
        <p:spPr bwMode="auto"/>
        <p:txBody>
          <a:bodyPr/>
          <a:lstStyle/>
          <a:p>
            <a:pPr>
              <a:defRPr/>
            </a:pPr>
            <a:endParaRPr/>
          </a:p>
        </p:txBody>
      </p:sp>
      <p:sp>
        <p:nvSpPr>
          <p:cNvPr id="718207159" name="Slide Number Placeholder 3"/>
          <p:cNvSpPr>
            <a:spLocks noGrp="1"/>
          </p:cNvSpPr>
          <p:nvPr>
            <p:ph type="sldNum" sz="quarter" idx="10"/>
          </p:nvPr>
        </p:nvSpPr>
        <p:spPr bwMode="auto"/>
        <p:txBody>
          <a:bodyPr/>
          <a:lstStyle/>
          <a:p>
            <a:pPr>
              <a:defRPr/>
            </a:pPr>
            <a:fld id="{61920445-B59E-9DB3-5289-71AB67717F23}" type="slidenum">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0315536" name="Slide Image Placeholder 1"/>
          <p:cNvSpPr>
            <a:spLocks noGrp="1" noRot="1" noChangeAspect="1"/>
          </p:cNvSpPr>
          <p:nvPr>
            <p:ph type="sldImg"/>
          </p:nvPr>
        </p:nvSpPr>
        <p:spPr bwMode="auto"/>
      </p:sp>
      <p:sp>
        <p:nvSpPr>
          <p:cNvPr id="743952819" name="Notes Placeholder 2"/>
          <p:cNvSpPr>
            <a:spLocks noGrp="1"/>
          </p:cNvSpPr>
          <p:nvPr>
            <p:ph type="body" idx="1"/>
          </p:nvPr>
        </p:nvSpPr>
        <p:spPr bwMode="auto"/>
        <p:txBody>
          <a:bodyPr/>
          <a:lstStyle/>
          <a:p>
            <a:pPr lvl="0">
              <a:defRPr/>
            </a:pPr>
            <a:r>
              <a:rPr lang="es-ES" sz="1200" b="0" i="0" strike="noStrike" cap="none" baseline="0">
                <a:solidFill>
                  <a:srgbClr val="000000"/>
                </a:solidFill>
                <a:effectLst/>
                <a:latin typeface="Aptos"/>
                <a:ea typeface="Aptos"/>
                <a:cs typeface="Aptos"/>
              </a:rPr>
              <a:t>En este módulo se describen los conceptos de Azure Container Registry, la creación de imágenes basadas en la nube con ACR Tasks y las estrategias de etiquetado para implementaciones confiables.</a:t>
            </a:r>
            <a:endParaRPr sz="1200"/>
          </a:p>
          <a:p>
            <a:pPr>
              <a:defRPr/>
            </a:pPr>
            <a:endParaRPr/>
          </a:p>
          <a:p>
            <a:pPr>
              <a:defRPr/>
            </a:pPr>
            <a:r>
              <a:rPr lang="es-ES" sz="1200" b="0" i="0" strike="noStrike" cap="none" baseline="0">
                <a:solidFill>
                  <a:srgbClr val="000000"/>
                </a:solidFill>
                <a:effectLst/>
                <a:latin typeface="Aptos"/>
                <a:ea typeface="Aptos"/>
                <a:cs typeface="Aptos"/>
              </a:rPr>
              <a:t>Vínculo al módulo: </a:t>
            </a:r>
            <a:r>
              <a:rPr lang="es-ES" sz="1200" b="0" i="0" u="sng" strike="noStrike" cap="none" baseline="0">
                <a:solidFill>
                  <a:srgbClr val="467886"/>
                </a:solidFill>
                <a:effectLst/>
                <a:uFill>
                  <a:solidFill>
                    <a:srgbClr val="467886"/>
                  </a:solidFill>
                </a:uFill>
                <a:latin typeface="Aptos"/>
                <a:ea typeface="Aptos"/>
                <a:cs typeface="Aptos"/>
                <a:hlinkClick r:id="rId3" history="0"/>
              </a:rPr>
              <a:t>https://learn.microsoft.com/training/modules/store-manage-containers-azure-container-registry/</a:t>
            </a:r>
            <a:endParaRPr/>
          </a:p>
        </p:txBody>
      </p:sp>
      <p:sp>
        <p:nvSpPr>
          <p:cNvPr id="1952622294" name="Slide Number Placeholder 3"/>
          <p:cNvSpPr>
            <a:spLocks noGrp="1"/>
          </p:cNvSpPr>
          <p:nvPr>
            <p:ph type="sldNum" sz="quarter" idx="5"/>
          </p:nvPr>
        </p:nvSpPr>
        <p:spPr bwMode="auto"/>
        <p:txBody>
          <a:bodyPr/>
          <a:lstStyle/>
          <a:p>
            <a:pPr>
              <a:defRPr/>
            </a:pPr>
            <a:fld id="{10B4D7BB-47DA-46D4-B152-A08B9EBCF1F1}"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3595897" name="Slide Image Placeholder 1"/>
          <p:cNvSpPr>
            <a:spLocks noGrp="1" noRot="1" noChangeAspect="1"/>
          </p:cNvSpPr>
          <p:nvPr>
            <p:ph type="sldImg"/>
          </p:nvPr>
        </p:nvSpPr>
        <p:spPr bwMode="auto"/>
      </p:sp>
      <p:sp>
        <p:nvSpPr>
          <p:cNvPr id="936819327"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Céntrate en decisiones prácticas: cuándo usar tareas rápidas frente a tareas desencadenadas, cómo elegir estrategias de etiquetado</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Los alumnos deben dejar de entender cómo encaja ACR en su flujo de trabajo de contenedor y por qué son importantes estas opciones para las implementaciones de IA de producción.</a:t>
            </a:r>
            <a:endParaRPr sz="1200"/>
          </a:p>
          <a:p>
            <a:pPr>
              <a:defRPr/>
            </a:pPr>
            <a:endParaRPr/>
          </a:p>
        </p:txBody>
      </p:sp>
      <p:sp>
        <p:nvSpPr>
          <p:cNvPr id="1563941773" name="Slide Number Placeholder 3"/>
          <p:cNvSpPr>
            <a:spLocks noGrp="1"/>
          </p:cNvSpPr>
          <p:nvPr>
            <p:ph type="sldNum" sz="quarter" idx="10"/>
          </p:nvPr>
        </p:nvSpPr>
        <p:spPr bwMode="auto"/>
        <p:txBody>
          <a:bodyPr/>
          <a:lstStyle/>
          <a:p>
            <a:pPr>
              <a:defRPr/>
            </a:pPr>
            <a:fld id="{8A5EA6C8-E85E-0208-FD7A-0202E7F6E981}" type="slidenum">
              <a:rP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677955" name="Slide Image Placeholder 1"/>
          <p:cNvSpPr>
            <a:spLocks noGrp="1" noRot="1" noChangeAspect="1"/>
          </p:cNvSpPr>
          <p:nvPr>
            <p:ph type="sldImg"/>
          </p:nvPr>
        </p:nvSpPr>
        <p:spPr bwMode="auto"/>
      </p:sp>
      <p:sp>
        <p:nvSpPr>
          <p:cNvPr id="1399337513" name="Notes Placeholder 2"/>
          <p:cNvSpPr>
            <a:spLocks noGrp="1"/>
          </p:cNvSpPr>
          <p:nvPr>
            <p:ph type="body" idx="1"/>
          </p:nvPr>
        </p:nvSpPr>
        <p:spPr bwMode="auto"/>
        <p:txBody>
          <a:bodyPr/>
          <a:lstStyle/>
          <a:p>
            <a:pPr>
              <a:defRPr/>
            </a:pPr>
            <a:r>
              <a:rPr lang="es-ES" sz="1200" b="0" i="0" strike="noStrike" cap="none" baseline="0">
                <a:solidFill>
                  <a:srgbClr val="000000"/>
                </a:solidFill>
                <a:effectLst/>
                <a:latin typeface="Aptos"/>
                <a:ea typeface="Aptos"/>
                <a:cs typeface="Aptos"/>
              </a:rPr>
              <a:t>A diferencia de los registros públicos como Docker Hub, ACR proporciona control directo sobre el acceso y se integra de forma nativa con los servicios de Azure</a:t>
            </a:r>
            <a:endParaRPr lang="en-US" sz="1200" b="0" i="0" u="none" strike="noStrike" cap="none" spc="0">
              <a:solidFill>
                <a:schemeClr val="tx1"/>
              </a:solidFill>
              <a:latin typeface="Aptos"/>
              <a:cs typeface="Aptos"/>
            </a:endParaRPr>
          </a:p>
          <a:p>
            <a:pPr>
              <a:defRPr/>
            </a:pPr>
            <a:endParaRPr lang="en-US" sz="1200" b="0" i="0" u="none" strike="noStrike" cap="none" spc="0">
              <a:solidFill>
                <a:schemeClr val="tx1"/>
              </a:solidFill>
              <a:latin typeface="Aptos"/>
              <a:cs typeface="Aptos"/>
            </a:endParaRPr>
          </a:p>
          <a:p>
            <a:pPr>
              <a:defRPr/>
            </a:pPr>
            <a:r>
              <a:rPr lang="es-ES" sz="1200" b="0" i="0" strike="noStrike" cap="none" baseline="0">
                <a:solidFill>
                  <a:srgbClr val="000000"/>
                </a:solidFill>
                <a:effectLst/>
                <a:latin typeface="Aptos"/>
                <a:ea typeface="Aptos"/>
                <a:cs typeface="Aptos"/>
              </a:rPr>
              <a:t>El nivel básico funciona para el desarrollo y el aprendizaje. Standard agrega almacenamiento y rendimiento. Premium incluye replicación geográfica, puntos de conexión privados y confianza de contenido.</a:t>
            </a:r>
            <a:endParaRPr lang="en-US" sz="1200" b="0" i="0" u="none" strike="noStrike" cap="none" spc="0">
              <a:solidFill>
                <a:schemeClr val="tx1"/>
              </a:solidFill>
              <a:latin typeface="Aptos"/>
              <a:cs typeface="Aptos"/>
            </a:endParaRPr>
          </a:p>
          <a:p>
            <a:pPr>
              <a:defRPr/>
            </a:pPr>
            <a:endParaRPr lang="en-US" sz="1200" b="0" i="0" u="none" strike="noStrike" cap="none" spc="0">
              <a:solidFill>
                <a:schemeClr val="tx1"/>
              </a:solidFill>
              <a:latin typeface="Aptos"/>
              <a:cs typeface="Aptos"/>
            </a:endParaRPr>
          </a:p>
          <a:p>
            <a:pPr>
              <a:defRPr/>
            </a:pPr>
            <a:r>
              <a:rPr lang="es-ES" sz="1200" b="0" i="0" strike="noStrike" cap="none" baseline="0">
                <a:solidFill>
                  <a:srgbClr val="000000"/>
                </a:solidFill>
                <a:effectLst/>
                <a:latin typeface="Aptos"/>
                <a:ea typeface="Aptos"/>
                <a:cs typeface="Aptos"/>
              </a:rPr>
              <a:t>En el caso de las cargas de trabajo de IA, ACR mantiene las imágenes de servicio de modelos, los contenedores de preprocesamiento y las API de inferencia seguros dentro de tu entorno de Azure.</a:t>
            </a:r>
            <a:endParaRPr lang="en-US" sz="1200" b="0" i="0" u="none" strike="noStrike" cap="none" spc="0">
              <a:solidFill>
                <a:schemeClr val="tx1"/>
              </a:solidFill>
              <a:latin typeface="Aptos"/>
              <a:cs typeface="Aptos"/>
            </a:endParaRPr>
          </a:p>
          <a:p>
            <a:pPr>
              <a:defRPr/>
            </a:pPr>
            <a:endParaRPr lang="en-US" sz="1200" b="0" i="0" u="none" strike="noStrike" cap="none" spc="0">
              <a:solidFill>
                <a:schemeClr val="tx1"/>
              </a:solidFill>
              <a:latin typeface="Aptos"/>
              <a:cs typeface="Aptos"/>
            </a:endParaRPr>
          </a:p>
          <a:p>
            <a:pPr>
              <a:defRPr/>
            </a:pPr>
            <a:r>
              <a:rPr lang="es-ES" sz="1200" b="0" i="0" strike="noStrike" cap="none" baseline="0">
                <a:solidFill>
                  <a:srgbClr val="000000"/>
                </a:solidFill>
                <a:effectLst/>
                <a:latin typeface="Aptos"/>
                <a:ea typeface="Aptos"/>
                <a:cs typeface="Aptos"/>
              </a:rPr>
              <a:t>La replicación geográfica distribuye imágenes cercanas a las regiones de implementación para extraer más rápido</a:t>
            </a:r>
            <a:endParaRPr/>
          </a:p>
        </p:txBody>
      </p:sp>
      <p:sp>
        <p:nvSpPr>
          <p:cNvPr id="940837302" name="Slide Number Placeholder 3"/>
          <p:cNvSpPr>
            <a:spLocks noGrp="1"/>
          </p:cNvSpPr>
          <p:nvPr>
            <p:ph type="sldNum" sz="quarter" idx="10"/>
          </p:nvPr>
        </p:nvSpPr>
        <p:spPr bwMode="auto"/>
        <p:txBody>
          <a:bodyPr/>
          <a:lstStyle/>
          <a:p>
            <a:pPr>
              <a:defRPr/>
            </a:pPr>
            <a:fld id="{607A661D-EA09-E7FA-1343-587F38B87ADE}" type="slidenum">
              <a:rP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393976" name="Slide Image Placeholder 1"/>
          <p:cNvSpPr>
            <a:spLocks noGrp="1" noRot="1" noChangeAspect="1"/>
          </p:cNvSpPr>
          <p:nvPr>
            <p:ph type="sldImg"/>
          </p:nvPr>
        </p:nvSpPr>
        <p:spPr bwMode="auto"/>
      </p:sp>
      <p:sp>
        <p:nvSpPr>
          <p:cNvPr id="2035207759"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El registro proporciona autenticación, control de acceso, directivas de retención y replicación geográfica en el nivel superior</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Los espacios de nombres usan convenciones de nomenclatura de barra diagonal, no un tipo de recurso independiente. Útil para el control de acceso por equipos.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Las etiquetas son mutables. Al insertar una nueva imagen con una etiqueta existente, se mueve la etiqueta. Esto es útil para "más reciente" pero problemático para la coherencia de producción.</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 desduplicación de capas es especialmente importante para las aplicaciones de IA en las que muchas imágenes comparten capas comunes del marco de aprendizaje automático, como python:3.11</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Los resúmenes son la única referencia verdaderamente inmutable. Usa resúmenes en producción para garantizar que cada nodo extrae exactamente la misma imagen.</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Extrae por etiqueta para el desarrollo. Extrae por resumen para producción donde la coherencia entre nodos sea fundamental.</a:t>
            </a:r>
            <a:endParaRPr sz="1200"/>
          </a:p>
          <a:p>
            <a:pPr>
              <a:defRPr/>
            </a:pPr>
            <a:endParaRPr/>
          </a:p>
        </p:txBody>
      </p:sp>
      <p:sp>
        <p:nvSpPr>
          <p:cNvPr id="1286145768" name="Slide Number Placeholder 3"/>
          <p:cNvSpPr>
            <a:spLocks noGrp="1"/>
          </p:cNvSpPr>
          <p:nvPr>
            <p:ph type="sldNum" sz="quarter" idx="10"/>
          </p:nvPr>
        </p:nvSpPr>
        <p:spPr bwMode="auto"/>
        <p:txBody>
          <a:bodyPr/>
          <a:lstStyle/>
          <a:p>
            <a:pPr>
              <a:defRPr/>
            </a:pPr>
            <a:fld id="{4528E26C-F9C7-A99A-F8D9-A2B511D66EC9}" type="slidenum">
              <a:rPr/>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464787" name="Slide Image Placeholder 1"/>
          <p:cNvSpPr>
            <a:spLocks noGrp="1" noRot="1" noChangeAspect="1"/>
          </p:cNvSpPr>
          <p:nvPr>
            <p:ph type="sldImg"/>
          </p:nvPr>
        </p:nvSpPr>
        <p:spPr bwMode="auto"/>
      </p:sp>
      <p:sp>
        <p:nvSpPr>
          <p:cNvPr id="1128685022"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ACR Tasks elimina los problemas de "funciona en mi máquina" mediante la compilación en un entorno de nube controlado. No se requiere la instalación local de Docker.</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Las tareas rápidas son ideales para compilaciones únicas, validación de Dockerfile y pruebas de nuevas imágenes base</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{{.Run.ID}} crea una etiqueta única por compilación para la rastreabilidad</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Los desencadenadores de imagen base son críticos para la seguridad. Cuando las imágenes base de PyTorch o Python obtienen revisiones, las imágenes dependientes se vuelven a generar automáticamente.</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En el caso de las imágenes base privadas, almacena imágenes base y de aplicación en el mismo registro para la detección automática de desencadenadores.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Almacena siempre tokens de acceso personal en Azure Key Vault, nunca en scripts o repositorios.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Las tareas YAML de varios pasos son compatibles con pasos de compilación, inserción y CMD con dependencias, ejecución paralela y lógica condicional</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az acr run con /dev/null ejecuta una imagen existente sin cargar archivos de origen. Resulta útil para las pruebas de humo y las comprobaciones de estado.</a:t>
            </a:r>
            <a:endParaRPr sz="1200"/>
          </a:p>
          <a:p>
            <a:pPr>
              <a:defRPr/>
            </a:pPr>
            <a:endParaRPr/>
          </a:p>
        </p:txBody>
      </p:sp>
      <p:sp>
        <p:nvSpPr>
          <p:cNvPr id="711722488" name="Slide Number Placeholder 3"/>
          <p:cNvSpPr>
            <a:spLocks noGrp="1"/>
          </p:cNvSpPr>
          <p:nvPr>
            <p:ph type="sldNum" sz="quarter" idx="10"/>
          </p:nvPr>
        </p:nvSpPr>
        <p:spPr bwMode="auto"/>
        <p:txBody>
          <a:bodyPr/>
          <a:lstStyle/>
          <a:p>
            <a:pPr>
              <a:defRPr/>
            </a:pPr>
            <a:fld id="{81C9CAB2-F6D1-5DF8-53D6-33F8B28B7A84}" type="slidenum">
              <a:rP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57820" name="Slide Image Placeholder 1"/>
          <p:cNvSpPr>
            <a:spLocks noGrp="1" noRot="1" noChangeAspect="1"/>
          </p:cNvSpPr>
          <p:nvPr>
            <p:ph type="sldImg"/>
          </p:nvPr>
        </p:nvSpPr>
        <p:spPr bwMode="auto"/>
      </p:sp>
      <p:sp>
        <p:nvSpPr>
          <p:cNvPr id="883849995"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La estrategia de etiquetado es una de las decisiones más importantes para las implementaciones de IA de producción.</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Las etiquetas estables son cómodas pero impredecibles. Los distintos nodos pueden extraer la misma etiqueta en momentos diferentes y obtener imágenes diferentes.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Las etiquetas únicas garantizan la coherencia. Cada implementación es intencionada y rastreable. Combina con Git SHA para la rastreabilidad del código fuente.</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Versionamiento Semántico (MAJOR.MINOR.PATCH) indica la naturaleza de los cambios. MAJOR para cambios importantes, MINOR para nuevas características, PATCH para correcciones de errores.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Evita "más reciente" en producción. Provoca implementaciones incoherentes y dificulta la solución de problemas. Use siempre versiones explícitas en manifiestos de Kubernetes.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El bloqueo de imágenes es fundamental. Incluso los administradores no pueden eliminar accidentalmente imágenes bloqueadas. Desbloquea solo al retirar versiones.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Al insertar una nueva imagen con una etiqueta estable, la imagen antigua se queda sin etiqueta. Estos huérfanos acumulan el almacenamiento a lo largo del tiempo.</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acr purge se ejecuta como un contenedor dentro de ACR Tasks. Programa la limpieza semanal para mantener predecibles los costes de almacenamiento.</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El nivel Premium también es compatible con directivas de retención de nivel de registro como alternativa a las tareas de purga programadas.</a:t>
            </a:r>
            <a:endParaRPr sz="1200"/>
          </a:p>
          <a:p>
            <a:pPr>
              <a:defRPr/>
            </a:pPr>
            <a:endParaRPr/>
          </a:p>
        </p:txBody>
      </p:sp>
      <p:sp>
        <p:nvSpPr>
          <p:cNvPr id="1653967132" name="Slide Number Placeholder 3"/>
          <p:cNvSpPr>
            <a:spLocks noGrp="1"/>
          </p:cNvSpPr>
          <p:nvPr>
            <p:ph type="sldNum" sz="quarter" idx="10"/>
          </p:nvPr>
        </p:nvSpPr>
        <p:spPr bwMode="auto"/>
        <p:txBody>
          <a:bodyPr/>
          <a:lstStyle/>
          <a:p>
            <a:pPr>
              <a:defRPr/>
            </a:pPr>
            <a:fld id="{15725CAB-E4F3-6D0E-0C48-729327C3C83C}" type="slidenum">
              <a:rP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2915504" name="Slide Image Placeholder 1"/>
          <p:cNvSpPr>
            <a:spLocks noGrp="1" noRot="1" noChangeAspect="1"/>
          </p:cNvSpPr>
          <p:nvPr>
            <p:ph type="sldImg"/>
          </p:nvPr>
        </p:nvSpPr>
        <p:spPr bwMode="auto"/>
      </p:sp>
      <p:sp>
        <p:nvSpPr>
          <p:cNvPr id="441711277" name="Notes Placeholder 2"/>
          <p:cNvSpPr>
            <a:spLocks noGrp="1"/>
          </p:cNvSpPr>
          <p:nvPr>
            <p:ph type="body" idx="1"/>
          </p:nvPr>
        </p:nvSpPr>
        <p:spPr bwMode="auto"/>
        <p:txBody>
          <a:bodyPr/>
          <a:lstStyle/>
          <a:p>
            <a:pPr>
              <a:lnSpc>
                <a:spcPct val="90000"/>
              </a:lnSpc>
              <a:spcAft>
                <a:spcPts val="333"/>
              </a:spcAft>
              <a:defRPr/>
            </a:pPr>
            <a:r>
              <a:rPr lang="es-ES" sz="1200" b="0" i="0" strike="noStrike" cap="none" baseline="0">
                <a:solidFill>
                  <a:srgbClr val="000000"/>
                </a:solidFill>
                <a:effectLst/>
                <a:latin typeface="Aptos"/>
                <a:ea typeface="Aptos"/>
                <a:cs typeface="Aptos"/>
              </a:rPr>
              <a:t>Este ejercicio requiere una suscripción a Azure, que debe proporcionar el proveedor de servicios de hosting del laboratorio que le presta servicio para impartir este curso.</a:t>
            </a:r>
            <a:endParaRPr lang="en-US">
              <a:solidFill>
                <a:srgbClr val="444444"/>
              </a:solidFill>
            </a:endParaRPr>
          </a:p>
          <a:p>
            <a:pPr>
              <a:lnSpc>
                <a:spcPct val="90000"/>
              </a:lnSpc>
              <a:spcAft>
                <a:spcPts val="333"/>
              </a:spcAft>
              <a:defRPr/>
            </a:pPr>
            <a:r>
              <a:rPr lang="es-ES" sz="1200" b="0" i="0" strike="noStrike" cap="none" baseline="0">
                <a:solidFill>
                  <a:srgbClr val="000000"/>
                </a:solidFill>
                <a:effectLst/>
                <a:latin typeface="Aptos"/>
                <a:ea typeface="Aptos"/>
                <a:cs typeface="Aptos"/>
              </a:rPr>
              <a:t>Si no puedes proporcionar a los alumnos suscripciones de Azure, puedes demostrar el laboratorio con tu propia suscripción (si tienes una disponible).</a:t>
            </a:r>
            <a:endParaRPr/>
          </a:p>
        </p:txBody>
      </p:sp>
      <p:sp>
        <p:nvSpPr>
          <p:cNvPr id="1435470461" name="Header Placeholder 3"/>
          <p:cNvSpPr>
            <a:spLocks noGrp="1"/>
          </p:cNvSpPr>
          <p:nvPr>
            <p:ph type="hdr" sz="quarter" idx="6"/>
          </p:nvPr>
        </p:nvSpPr>
        <p:spPr bwMode="auto"/>
        <p:txBody>
          <a:bodyPr/>
          <a:lstStyle/>
          <a:p>
            <a:pPr>
              <a:defRPr/>
            </a:pPr>
            <a:endParaRPr lang="en-US"/>
          </a:p>
        </p:txBody>
      </p:sp>
      <p:sp>
        <p:nvSpPr>
          <p:cNvPr id="146146675" name="Footer Placeholder 4"/>
          <p:cNvSpPr>
            <a:spLocks noGrp="1"/>
          </p:cNvSpPr>
          <p:nvPr>
            <p:ph type="ftr" sz="quarter" idx="4"/>
          </p:nvPr>
        </p:nvSpPr>
        <p:spPr bwMode="auto"/>
        <p:txBody>
          <a:bodyPr/>
          <a:lstStyle/>
          <a:p>
            <a:pPr defTabSz="914099">
              <a:defRPr/>
            </a:pPr>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endParaRPr/>
          </a:p>
        </p:txBody>
      </p:sp>
      <p:sp>
        <p:nvSpPr>
          <p:cNvPr id="1205609362" name="Date Placeholder 5"/>
          <p:cNvSpPr>
            <a:spLocks noGrp="1"/>
          </p:cNvSpPr>
          <p:nvPr>
            <p:ph type="dt" idx="10"/>
          </p:nvPr>
        </p:nvSpPr>
        <p:spPr bwMode="auto"/>
        <p:txBody>
          <a:bodyPr/>
          <a:lstStyle/>
          <a:p>
            <a:pPr>
              <a:defRPr/>
            </a:pPr>
            <a:fld id="{47A51BF8-686D-4FC0-9A39-E85C36FAB20B}" type="datetime8">
              <a:rPr lang="en-US"/>
              <a:t>10/9/2026 2:32 PM</a:t>
            </a:fld>
            <a:endParaRPr lang="en-US"/>
          </a:p>
        </p:txBody>
      </p:sp>
      <p:sp>
        <p:nvSpPr>
          <p:cNvPr id="717412358" name="Slide Number Placeholder 6"/>
          <p:cNvSpPr>
            <a:spLocks noGrp="1"/>
          </p:cNvSpPr>
          <p:nvPr>
            <p:ph type="sldNum" sz="quarter" idx="5"/>
          </p:nvPr>
        </p:nvSpPr>
        <p:spPr bwMode="auto"/>
        <p:txBody>
          <a:bodyPr/>
          <a:lstStyle/>
          <a:p>
            <a:pPr>
              <a:defRPr/>
            </a:pPr>
            <a:fld id="{B4008EB6-D09E-4580-8CD6-DDB14511944F}"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4084920" name="Slide Image Placeholder 1"/>
          <p:cNvSpPr>
            <a:spLocks noGrp="1" noRot="1" noChangeAspect="1"/>
          </p:cNvSpPr>
          <p:nvPr>
            <p:ph type="sldImg"/>
          </p:nvPr>
        </p:nvSpPr>
        <p:spPr bwMode="auto"/>
      </p:sp>
      <p:sp>
        <p:nvSpPr>
          <p:cNvPr id="1482805614"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Pregunta 1: La respuesta correcta es la compilación rápida de ACR Tasks. Descarga la compilación en Azure, lo que proporciona un entorno de nube coherente que elimina compilaciones locales incoherentes.</a:t>
            </a:r>
            <a:endParaRPr sz="1200"/>
          </a:p>
          <a:p>
            <a:pPr marL="0" lvl="0" indent="0">
              <a:buNone/>
              <a:defRPr/>
            </a:pPr>
            <a:endParaRPr sz="1200"/>
          </a:p>
          <a:p>
            <a:pPr>
              <a:defRPr/>
            </a:pPr>
            <a:r>
              <a:rPr lang="es-ES" sz="1200" b="0" i="0" strike="noStrike" cap="none" baseline="0">
                <a:solidFill>
                  <a:srgbClr val="000000"/>
                </a:solidFill>
                <a:effectLst/>
                <a:latin typeface="Aptos"/>
                <a:ea typeface="Aptos"/>
                <a:cs typeface="Aptos"/>
              </a:rPr>
              <a:t>Pregunta 2: La respuesta correcta es mediante resumen de manifiesto. Los resúmenes son hashes SHA-256 inmutables que identifican de forma única una imagen, independientemente de los cambios que se produzcan en las etiquetas.</a:t>
            </a:r>
            <a:endParaRPr/>
          </a:p>
        </p:txBody>
      </p:sp>
      <p:sp>
        <p:nvSpPr>
          <p:cNvPr id="1273415123" name="Slide Number Placeholder 3"/>
          <p:cNvSpPr>
            <a:spLocks noGrp="1"/>
          </p:cNvSpPr>
          <p:nvPr>
            <p:ph type="sldNum" sz="quarter" idx="5"/>
          </p:nvPr>
        </p:nvSpPr>
        <p:spPr bwMode="auto"/>
        <p:txBody>
          <a:bodyPr/>
          <a:lstStyle/>
          <a:p>
            <a:pPr>
              <a:defRPr/>
            </a:pPr>
            <a:fld id="{10B4D7BB-47DA-46D4-B152-A08B9EBCF1F1}"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882736" name="Slide Image Placeholder 1"/>
          <p:cNvSpPr>
            <a:spLocks noGrp="1" noRot="1" noChangeAspect="1"/>
          </p:cNvSpPr>
          <p:nvPr>
            <p:ph type="sldImg"/>
          </p:nvPr>
        </p:nvSpPr>
        <p:spPr bwMode="auto"/>
      </p:sp>
      <p:sp>
        <p:nvSpPr>
          <p:cNvPr id="1629440558" name="Notes Placeholder 2"/>
          <p:cNvSpPr>
            <a:spLocks noGrp="1"/>
          </p:cNvSpPr>
          <p:nvPr>
            <p:ph type="body" idx="1"/>
          </p:nvPr>
        </p:nvSpPr>
        <p:spPr bwMode="auto"/>
        <p:txBody>
          <a:bodyPr/>
          <a:lstStyle/>
          <a:p>
            <a:pPr>
              <a:defRPr/>
            </a:pPr>
            <a:r>
              <a:rPr lang="en-US" sz="1200" b="0" i="0" u="none" strike="noStrike" cap="none" spc="0">
                <a:solidFill>
                  <a:schemeClr val="tx1"/>
                </a:solidFill>
                <a:latin typeface="Aptos"/>
                <a:ea typeface="Aptos"/>
                <a:cs typeface="Aptos"/>
              </a:rPr>
              <a:t> Prompt Microsoft Copilot Chat: </a:t>
            </a:r>
            <a:endParaRPr lang="en-US" sz="1200" b="0" i="0" u="none" strike="noStrike" cap="none" spc="0">
              <a:solidFill>
                <a:schemeClr val="tx1"/>
              </a:solidFill>
              <a:latin typeface="Aptos"/>
              <a:cs typeface="Aptos"/>
            </a:endParaRPr>
          </a:p>
          <a:p>
            <a:pPr>
              <a:defRPr/>
            </a:pPr>
            <a:endParaRPr lang="en-US" sz="1200" b="0" i="0" u="none" strike="noStrike" cap="none" spc="0">
              <a:solidFill>
                <a:schemeClr val="tx1"/>
              </a:solidFill>
              <a:latin typeface="Aptos"/>
              <a:cs typeface="Aptos"/>
            </a:endParaRPr>
          </a:p>
          <a:p>
            <a:pPr>
              <a:defRPr/>
            </a:pPr>
            <a:r>
              <a:rPr lang="en-US" sz="1200" b="0" i="0" u="none" strike="noStrike" cap="none" spc="0">
                <a:solidFill>
                  <a:schemeClr val="tx1"/>
                </a:solidFill>
                <a:latin typeface="Aptos"/>
                <a:ea typeface="Aptos"/>
                <a:cs typeface="Aptos"/>
              </a:rPr>
              <a:t>As a Microsoft Copilot Chat expert, please create three multiple-choice questions that assess knowledge of key features, including how to access Copilot Chat, its different modes, how to initiate it, and the concept of EDP. Present one question at a time and wait for my response before continuing. After each answer, provide a brief explanation of the correct choice before moving on to the next question.</a:t>
            </a:r>
            <a:endParaRPr lang="en-US"/>
          </a:p>
        </p:txBody>
      </p:sp>
      <p:sp>
        <p:nvSpPr>
          <p:cNvPr id="425518119" name="Header Placeholder 3"/>
          <p:cNvSpPr>
            <a:spLocks noGrp="1"/>
          </p:cNvSpPr>
          <p:nvPr>
            <p:ph type="hdr" sz="quarter" idx="10"/>
          </p:nvPr>
        </p:nvSpPr>
        <p:spPr bwMode="auto"/>
        <p:txBody>
          <a:bodyPr/>
          <a:lstStyle/>
          <a:p>
            <a:pPr marL="0" marR="0" lvl="0" indent="0" algn="l" defTabSz="914367" rtl="0">
              <a:lnSpc>
                <a:spcPct val="100000"/>
              </a:lnSpc>
              <a:spcBef>
                <a:spcPct val="0"/>
              </a:spcBef>
              <a:spcAft>
                <a:spcPct val="0"/>
              </a:spcAft>
              <a:buClrTx/>
              <a:buSzTx/>
              <a:buFontTx/>
              <a:buNone/>
              <a:defRPr/>
            </a:pPr>
            <a:endParaRPr lang="en-US" sz="1200" b="0" i="0" u="none" strike="noStrike" cap="none" spc="0">
              <a:ln>
                <a:noFill/>
              </a:ln>
              <a:solidFill>
                <a:prstClr val="black"/>
              </a:solidFill>
              <a:latin typeface="Segoe UI"/>
              <a:ea typeface="+mn-ea"/>
              <a:cs typeface="+mn-cs"/>
            </a:endParaRPr>
          </a:p>
        </p:txBody>
      </p:sp>
      <p:sp>
        <p:nvSpPr>
          <p:cNvPr id="1321784665" name="Footer Placeholder 4"/>
          <p:cNvSpPr>
            <a:spLocks noGrp="1"/>
          </p:cNvSpPr>
          <p:nvPr>
            <p:ph type="ftr" sz="quarter" idx="11"/>
          </p:nvPr>
        </p:nvSpPr>
        <p:spPr bwMode="auto"/>
        <p:txBody>
          <a:bodyPr/>
          <a:lstStyle/>
          <a:p>
            <a:pPr marL="571500" marR="0" lvl="0" indent="0" algn="l" defTabSz="914099" rtl="0">
              <a:lnSpc>
                <a:spcPct val="100000"/>
              </a:lnSpc>
              <a:spcBef>
                <a:spcPct val="0"/>
              </a:spcBef>
              <a:spcAft>
                <a:spcPct val="0"/>
              </a:spcAft>
              <a:buClrTx/>
              <a:buSzTx/>
              <a:buFontTx/>
              <a:buNone/>
              <a:defRPr/>
            </a:pPr>
            <a:r>
              <a:rPr lang="en-US" sz="400" b="0" i="0" u="none" strike="noStrike" cap="none" spc="0">
                <a:ln>
                  <a:noFill/>
                </a:ln>
                <a:gradFill>
                  <a:gsLst>
                    <a:gs pos="0">
                      <a:prstClr val="black"/>
                    </a:gs>
                    <a:gs pos="100000">
                      <a:prstClr val="black"/>
                    </a:gs>
                  </a:gsLst>
                  <a:lin ang="5400000" scaled="0"/>
                </a:gradFill>
                <a:latin typeface="Segoe UI"/>
                <a:ea typeface="Segoe UI"/>
                <a:cs typeface="Segoe UI"/>
              </a:rPr>
              <a:t>© Microsoft Corporation. All rights reserved. MICROSOFT MAKES NO WARRANTIES, EXPRESS, IMPLIED OR STATUTORY, AS TO THE INFORMATION IN THIS PRESENTATION.</a:t>
            </a:r>
            <a:endParaRPr/>
          </a:p>
        </p:txBody>
      </p:sp>
      <p:sp>
        <p:nvSpPr>
          <p:cNvPr id="1432041774" name="Date Placeholder 5"/>
          <p:cNvSpPr>
            <a:spLocks noGrp="1"/>
          </p:cNvSpPr>
          <p:nvPr>
            <p:ph type="dt" idx="12"/>
          </p:nvPr>
        </p:nvSpPr>
        <p:spPr bwMode="auto"/>
        <p:txBody>
          <a:bodyPr/>
          <a:lstStyle/>
          <a:p>
            <a:pPr marL="0" marR="0" lvl="0" indent="0" algn="r" defTabSz="914367" rtl="0">
              <a:lnSpc>
                <a:spcPct val="100000"/>
              </a:lnSpc>
              <a:spcBef>
                <a:spcPct val="0"/>
              </a:spcBef>
              <a:spcAft>
                <a:spcPct val="0"/>
              </a:spcAft>
              <a:buClrTx/>
              <a:buSzTx/>
              <a:buFontTx/>
              <a:buNone/>
              <a:defRPr/>
            </a:pPr>
            <a:fld id="{9427A7F7-BB1E-479D-AFAA-B52F4D0C99F2}" type="datetime8">
              <a:rPr lang="en-US" sz="1200" b="0" i="0" u="none" strike="noStrike" cap="none" spc="0">
                <a:ln>
                  <a:noFill/>
                </a:ln>
                <a:solidFill>
                  <a:prstClr val="black"/>
                </a:solidFill>
                <a:latin typeface="Segoe UI"/>
                <a:ea typeface="+mn-ea"/>
                <a:cs typeface="+mn-cs"/>
              </a:rPr>
              <a:t>10/9/2026 2:32 PM</a:t>
            </a:fld>
            <a:endParaRPr lang="en-US" sz="1200" b="0" i="0" u="none" strike="noStrike" cap="none" spc="0">
              <a:ln>
                <a:noFill/>
              </a:ln>
              <a:solidFill>
                <a:prstClr val="black"/>
              </a:solidFill>
              <a:latin typeface="Segoe UI"/>
              <a:ea typeface="+mn-ea"/>
              <a:cs typeface="+mn-cs"/>
            </a:endParaRPr>
          </a:p>
        </p:txBody>
      </p:sp>
      <p:sp>
        <p:nvSpPr>
          <p:cNvPr id="859171885" name="Slide Number Placeholder 6"/>
          <p:cNvSpPr>
            <a:spLocks noGrp="1"/>
          </p:cNvSpPr>
          <p:nvPr>
            <p:ph type="sldNum" sz="quarter" idx="13"/>
          </p:nvPr>
        </p:nvSpPr>
        <p:spPr bwMode="auto"/>
        <p:txBody>
          <a:bodyPr/>
          <a:lstStyle/>
          <a:p>
            <a:pPr marL="0" marR="0" lvl="0" indent="0" algn="r" defTabSz="914367" rtl="0">
              <a:lnSpc>
                <a:spcPct val="100000"/>
              </a:lnSpc>
              <a:spcBef>
                <a:spcPct val="0"/>
              </a:spcBef>
              <a:spcAft>
                <a:spcPct val="0"/>
              </a:spcAft>
              <a:buClrTx/>
              <a:buSzTx/>
              <a:buFontTx/>
              <a:buNone/>
              <a:defRPr/>
            </a:pPr>
            <a:fld id="{B4008EB6-D09E-4580-8CD6-DDB14511944F}" type="slidenum">
              <a:rPr lang="en-US" sz="1200" b="0" i="0" u="none" strike="noStrike" cap="none" spc="0">
                <a:ln>
                  <a:noFill/>
                </a:ln>
                <a:solidFill>
                  <a:prstClr val="black"/>
                </a:solidFill>
                <a:latin typeface="Segoe UI"/>
                <a:ea typeface="+mn-ea"/>
                <a:cs typeface="+mn-cs"/>
              </a:rPr>
              <a:t>11</a:t>
            </a:fld>
            <a:endParaRPr lang="en-US" sz="1200" b="0" i="0" u="none" strike="noStrike" cap="none" spc="0">
              <a:ln>
                <a:noFill/>
              </a:ln>
              <a:solidFill>
                <a:prstClr val="black"/>
              </a:solidFill>
              <a:latin typeface="Segoe UI"/>
              <a:ea typeface="+mn-ea"/>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1533364" name="Slide Image Placeholder 1"/>
          <p:cNvSpPr>
            <a:spLocks noGrp="1" noRot="1" noChangeAspect="1"/>
          </p:cNvSpPr>
          <p:nvPr>
            <p:ph type="sldImg"/>
          </p:nvPr>
        </p:nvSpPr>
        <p:spPr bwMode="auto"/>
      </p:sp>
      <p:sp>
        <p:nvSpPr>
          <p:cNvPr id="922832196"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Puntos de decisión clave: elige etiquetas únicas para la coherencia de producción, usa ACR Tasks para compilaciones repetibles, bloquea imágenes críticas.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ACR se integra con AKS, Azure Container Apps y App Service para flujos de trabajo de implementación sin problemas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Anima a los alumnos a explorar el módulo completo en Microsoft Learn para obtener ejemplos de código detallados y explicaciones</a:t>
            </a:r>
            <a:endParaRPr sz="1200"/>
          </a:p>
          <a:p>
            <a:pPr>
              <a:defRPr/>
            </a:pPr>
            <a:endParaRPr/>
          </a:p>
        </p:txBody>
      </p:sp>
      <p:sp>
        <p:nvSpPr>
          <p:cNvPr id="425934898" name="Slide Number Placeholder 3"/>
          <p:cNvSpPr>
            <a:spLocks noGrp="1"/>
          </p:cNvSpPr>
          <p:nvPr>
            <p:ph type="sldNum" sz="quarter" idx="10"/>
          </p:nvPr>
        </p:nvSpPr>
        <p:spPr bwMode="auto"/>
        <p:txBody>
          <a:bodyPr/>
          <a:lstStyle/>
          <a:p>
            <a:pPr>
              <a:defRPr/>
            </a:pPr>
            <a:fld id="{F0AE54DF-E863-43DE-7FBA-379428CF5BA1}" type="slidenum">
              <a:rPr/>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21843" name="Slide Image Placeholder 1"/>
          <p:cNvSpPr>
            <a:spLocks noGrp="1" noRot="1" noChangeAspect="1"/>
          </p:cNvSpPr>
          <p:nvPr>
            <p:ph type="sldImg"/>
          </p:nvPr>
        </p:nvSpPr>
        <p:spPr bwMode="auto"/>
      </p:sp>
      <p:sp>
        <p:nvSpPr>
          <p:cNvPr id="1796668674" name="Notes Placeholder 2"/>
          <p:cNvSpPr>
            <a:spLocks noGrp="1"/>
          </p:cNvSpPr>
          <p:nvPr>
            <p:ph type="body" idx="1"/>
          </p:nvPr>
        </p:nvSpPr>
        <p:spPr bwMode="auto"/>
        <p:txBody>
          <a:bodyPr/>
          <a:lstStyle/>
          <a:p>
            <a:pPr>
              <a:defRPr/>
            </a:pPr>
            <a:r>
              <a:rPr lang="es-ES" sz="1200" b="0" i="0" strike="noStrike" cap="none" baseline="0">
                <a:solidFill>
                  <a:srgbClr val="000000"/>
                </a:solidFill>
                <a:effectLst/>
                <a:latin typeface="Aptos"/>
                <a:ea typeface="Aptos"/>
                <a:cs typeface="Aptos"/>
              </a:rPr>
              <a:t>Vínculo al módulo: </a:t>
            </a:r>
            <a:r>
              <a:rPr lang="es-ES" sz="1200" b="0" i="0" u="sng" strike="noStrike" cap="none" baseline="0">
                <a:solidFill>
                  <a:srgbClr val="467886"/>
                </a:solidFill>
                <a:effectLst/>
                <a:uFill>
                  <a:solidFill>
                    <a:srgbClr val="467886"/>
                  </a:solidFill>
                </a:uFill>
                <a:latin typeface="Aptos"/>
                <a:ea typeface="Aptos"/>
                <a:cs typeface="Aptos"/>
                <a:hlinkClick r:id="rId3" history="0"/>
              </a:rPr>
              <a:t>https://learn.microsoft.com/training/modules/deploy-containers-azure-app-service/</a:t>
            </a:r>
            <a:endParaRPr lang="en-US"/>
          </a:p>
          <a:p>
            <a:pPr>
              <a:defRPr/>
            </a:pPr>
            <a:endParaRPr lang="en-US"/>
          </a:p>
        </p:txBody>
      </p:sp>
      <p:sp>
        <p:nvSpPr>
          <p:cNvPr id="586744970" name="Slide Number Placeholder 3"/>
          <p:cNvSpPr>
            <a:spLocks noGrp="1"/>
          </p:cNvSpPr>
          <p:nvPr>
            <p:ph type="sldNum" sz="quarter" idx="5"/>
          </p:nvPr>
        </p:nvSpPr>
        <p:spPr bwMode="auto"/>
        <p:txBody>
          <a:bodyPr/>
          <a:lstStyle/>
          <a:p>
            <a:pPr>
              <a:defRPr/>
            </a:pPr>
            <a:fld id="{10B4D7BB-47DA-46D4-B152-A08B9EBCF1F1}"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5873904" name="Slide Image Placeholder 1"/>
          <p:cNvSpPr>
            <a:spLocks noGrp="1" noRot="1" noChangeAspect="1"/>
          </p:cNvSpPr>
          <p:nvPr>
            <p:ph type="sldImg"/>
          </p:nvPr>
        </p:nvSpPr>
        <p:spPr bwMode="auto"/>
      </p:sp>
      <p:sp>
        <p:nvSpPr>
          <p:cNvPr id="864473431" name="Notes Placeholder 2"/>
          <p:cNvSpPr>
            <a:spLocks noGrp="1"/>
          </p:cNvSpPr>
          <p:nvPr>
            <p:ph type="body" idx="1"/>
          </p:nvPr>
        </p:nvSpPr>
        <p:spPr bwMode="auto"/>
        <p:txBody>
          <a:bodyPr/>
          <a:lstStyle/>
          <a:p>
            <a:pPr>
              <a:defRPr/>
            </a:pPr>
            <a:r>
              <a:rPr lang="es-ES" sz="1200" b="0" i="0" strike="noStrike" cap="none" baseline="0">
                <a:solidFill>
                  <a:srgbClr val="000000"/>
                </a:solidFill>
                <a:effectLst/>
                <a:latin typeface="Aptos"/>
                <a:ea typeface="Aptos"/>
                <a:cs typeface="Aptos"/>
              </a:rPr>
              <a:t>Estos objetivos se centran en el ciclo de vida completo de la implementación de un contenedor en App Service. Los alumnos ya conocen los contenedores. En este módulo se tratan los problemas específicos de App Service.</a:t>
            </a:r>
            <a:endParaRPr/>
          </a:p>
        </p:txBody>
      </p:sp>
      <p:sp>
        <p:nvSpPr>
          <p:cNvPr id="399999177" name="Slide Number Placeholder 3"/>
          <p:cNvSpPr>
            <a:spLocks noGrp="1"/>
          </p:cNvSpPr>
          <p:nvPr>
            <p:ph type="sldNum" sz="quarter" idx="10"/>
          </p:nvPr>
        </p:nvSpPr>
        <p:spPr bwMode="auto"/>
        <p:txBody>
          <a:bodyPr/>
          <a:lstStyle/>
          <a:p>
            <a:pPr>
              <a:defRPr/>
            </a:pPr>
            <a:fld id="{65F34202-29D9-1698-EE84-DF0EFAE0008E}" type="slidenum">
              <a:rPr/>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373064" name="Slide Image Placeholder 1"/>
          <p:cNvSpPr>
            <a:spLocks noGrp="1" noRot="1" noChangeAspect="1"/>
          </p:cNvSpPr>
          <p:nvPr>
            <p:ph type="sldImg"/>
          </p:nvPr>
        </p:nvSpPr>
        <p:spPr bwMode="auto"/>
      </p:sp>
      <p:sp>
        <p:nvSpPr>
          <p:cNvPr id="28191711" name="Notes Placeholder 2"/>
          <p:cNvSpPr>
            <a:spLocks noGrp="1"/>
          </p:cNvSpPr>
          <p:nvPr>
            <p:ph type="body" idx="1"/>
          </p:nvPr>
        </p:nvSpPr>
        <p:spPr bwMode="auto"/>
        <p:txBody>
          <a:bodyPr/>
          <a:lstStyle/>
          <a:p>
            <a:pPr>
              <a:defRPr/>
            </a:pPr>
            <a:r>
              <a:rPr lang="es-ES" sz="1200" b="0" i="0" strike="noStrike" cap="none" baseline="0">
                <a:solidFill>
                  <a:srgbClr val="000000"/>
                </a:solidFill>
                <a:effectLst/>
                <a:latin typeface="Aptos"/>
                <a:ea typeface="Aptos"/>
                <a:cs typeface="Aptos"/>
              </a:rPr>
              <a:t>App Service controla el aprovisionamiento, el equilibrio de carga, el escalado y la aplicación de revisiones. Los desarrolladores proporcionan una imagen de contenedor y configuran las opciones. La plataforma se encarga del resto.</a:t>
            </a:r>
            <a:endParaRPr lang="en-US" sz="1200" b="0" i="0" u="none" strike="noStrike" cap="none" spc="0">
              <a:solidFill>
                <a:schemeClr val="tx1"/>
              </a:solidFill>
              <a:latin typeface="Aptos"/>
              <a:cs typeface="Aptos"/>
            </a:endParaRPr>
          </a:p>
          <a:p>
            <a:pPr>
              <a:defRPr/>
            </a:pPr>
            <a:endParaRPr lang="en-US" sz="1200" b="0" i="0" u="none" strike="noStrike" cap="none" spc="0">
              <a:solidFill>
                <a:schemeClr val="tx1"/>
              </a:solidFill>
              <a:latin typeface="Aptos"/>
              <a:cs typeface="Aptos"/>
            </a:endParaRPr>
          </a:p>
          <a:p>
            <a:pPr>
              <a:defRPr/>
            </a:pPr>
            <a:r>
              <a:rPr lang="es-ES" sz="1200" b="0" i="0" strike="noStrike" cap="none" baseline="0">
                <a:solidFill>
                  <a:srgbClr val="000000"/>
                </a:solidFill>
                <a:effectLst/>
                <a:latin typeface="Aptos"/>
                <a:ea typeface="Aptos"/>
                <a:cs typeface="Aptos"/>
              </a:rPr>
              <a:t>En comparación con AKS, App Service ofrece menos botones de configuración, pero un modelo operativo más sencillo. Se adapta bien a las cargas de trabajo de contenedor único que no necesitan orquestación.</a:t>
            </a:r>
            <a:endParaRPr lang="en-US"/>
          </a:p>
        </p:txBody>
      </p:sp>
      <p:sp>
        <p:nvSpPr>
          <p:cNvPr id="1778891044" name="Slide Number Placeholder 3"/>
          <p:cNvSpPr>
            <a:spLocks noGrp="1"/>
          </p:cNvSpPr>
          <p:nvPr>
            <p:ph type="sldNum" sz="quarter" idx="10"/>
          </p:nvPr>
        </p:nvSpPr>
        <p:spPr bwMode="auto"/>
        <p:txBody>
          <a:bodyPr/>
          <a:lstStyle/>
          <a:p>
            <a:pPr>
              <a:defRPr/>
            </a:pPr>
            <a:fld id="{46EF9690-F434-6C3D-1486-B2EDE16BD272}" type="slidenum">
              <a:rPr/>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5152619" name="Slide Image Placeholder 1"/>
          <p:cNvSpPr>
            <a:spLocks noGrp="1" noRot="1" noChangeAspect="1"/>
          </p:cNvSpPr>
          <p:nvPr>
            <p:ph type="sldImg"/>
          </p:nvPr>
        </p:nvSpPr>
        <p:spPr bwMode="auto"/>
      </p:sp>
      <p:sp>
        <p:nvSpPr>
          <p:cNvPr id="1472652007"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ACR es el registro preferido porque se integra con Entra ID, es compatible con identidad administrada y ofrece replicación geográfica y análisis de imágenes.</a:t>
            </a:r>
            <a:endParaRPr/>
          </a:p>
          <a:p>
            <a:pPr marL="0" lvl="0" indent="0">
              <a:buNone/>
              <a:defRPr/>
            </a:pPr>
            <a:endParaRPr/>
          </a:p>
          <a:p>
            <a:pPr marL="0" lvl="0" indent="0">
              <a:buNone/>
              <a:defRPr/>
            </a:pPr>
            <a:r>
              <a:rPr lang="es-ES" sz="1200" b="0" i="0" strike="noStrike" cap="none" baseline="0">
                <a:solidFill>
                  <a:srgbClr val="000000"/>
                </a:solidFill>
                <a:effectLst/>
                <a:latin typeface="Aptos"/>
                <a:ea typeface="Aptos"/>
                <a:cs typeface="Aptos"/>
              </a:rPr>
              <a:t>La identidad administrada elimina los problemas de rotación de credenciales. La identidad asignada por el sistema se vincula al ciclo de vida de la aplicación web. La identidad asignada por el usuario funciona en varias aplicaciones.</a:t>
            </a:r>
            <a:endParaRPr/>
          </a:p>
          <a:p>
            <a:pPr marL="0" lvl="0" indent="0">
              <a:buNone/>
              <a:defRPr/>
            </a:pPr>
            <a:endParaRPr/>
          </a:p>
          <a:p>
            <a:pPr marL="0" lvl="0" indent="0">
              <a:buNone/>
              <a:defRPr/>
            </a:pPr>
            <a:r>
              <a:rPr lang="es-ES" sz="1200" b="0" i="0" strike="noStrike" cap="none" baseline="0">
                <a:solidFill>
                  <a:srgbClr val="000000"/>
                </a:solidFill>
                <a:effectLst/>
                <a:latin typeface="Aptos"/>
                <a:ea typeface="Aptos"/>
                <a:cs typeface="Aptos"/>
              </a:rPr>
              <a:t>La implementación continua configura un webhook para que App Service extraiga imágenes nuevas automáticamente cuando se inserte en el registro. Útil en canalizaciones de CI/CD.</a:t>
            </a:r>
            <a:endParaRPr/>
          </a:p>
          <a:p>
            <a:pPr marL="0" lvl="0" indent="0">
              <a:buNone/>
              <a:defRPr/>
            </a:pPr>
            <a:endParaRPr/>
          </a:p>
          <a:p>
            <a:pPr marL="0" lvl="0" indent="0">
              <a:buNone/>
              <a:defRPr/>
            </a:pPr>
            <a:r>
              <a:rPr lang="es-ES" sz="1200" b="0" i="0" strike="noStrike" cap="none" baseline="0">
                <a:solidFill>
                  <a:srgbClr val="000000"/>
                </a:solidFill>
                <a:effectLst/>
                <a:latin typeface="Aptos"/>
                <a:ea typeface="Aptos"/>
                <a:cs typeface="Aptos"/>
              </a:rPr>
              <a:t>El comando de la CLI az webapp config container set actualiza la referencia de imagen en una aplicación existente. App Service reinicia el contenedor en cada instancia para recoger el cambio.</a:t>
            </a:r>
            <a:endParaRPr sz="1200"/>
          </a:p>
          <a:p>
            <a:pPr>
              <a:defRPr/>
            </a:pPr>
            <a:endParaRPr/>
          </a:p>
        </p:txBody>
      </p:sp>
      <p:sp>
        <p:nvSpPr>
          <p:cNvPr id="702906330" name="Slide Number Placeholder 3"/>
          <p:cNvSpPr>
            <a:spLocks noGrp="1"/>
          </p:cNvSpPr>
          <p:nvPr>
            <p:ph type="sldNum" sz="quarter" idx="5"/>
          </p:nvPr>
        </p:nvSpPr>
        <p:spPr bwMode="auto"/>
        <p:txBody>
          <a:bodyPr/>
          <a:lstStyle/>
          <a:p>
            <a:pPr>
              <a:defRPr/>
            </a:pPr>
            <a:fld id="{10B4D7BB-47DA-46D4-B152-A08B9EBCF1F1}"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2926844" name="Slide Image Placeholder 1"/>
          <p:cNvSpPr>
            <a:spLocks noGrp="1" noRot="1" noChangeAspect="1"/>
          </p:cNvSpPr>
          <p:nvPr>
            <p:ph type="sldImg"/>
          </p:nvPr>
        </p:nvSpPr>
        <p:spPr bwMode="auto"/>
      </p:sp>
      <p:sp>
        <p:nvSpPr>
          <p:cNvPr id="1547631034"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Ejemplo de comando de inicio: gunicorn --bind=0.0.0.0:8000 --workers=4 app:application. Esto reemplaza el CMD en el Dockerfile.</a:t>
            </a:r>
            <a:endParaRPr/>
          </a:p>
          <a:p>
            <a:pPr marL="0" lvl="0" indent="0">
              <a:buNone/>
              <a:defRPr/>
            </a:pPr>
            <a:endParaRPr/>
          </a:p>
          <a:p>
            <a:pPr marL="0" lvl="0" indent="0">
              <a:buNone/>
              <a:defRPr/>
            </a:pPr>
            <a:r>
              <a:rPr lang="es-ES" sz="1200" b="0" i="0" strike="noStrike" cap="none" baseline="0">
                <a:solidFill>
                  <a:srgbClr val="000000"/>
                </a:solidFill>
                <a:effectLst/>
                <a:latin typeface="Aptos"/>
                <a:ea typeface="Aptos"/>
                <a:cs typeface="Aptos"/>
              </a:rPr>
              <a:t>La falta de coincidencia de puertos es uno de los problemas de implementación más comunes. Si el contenedor escucha en 3000 y WEBSITES_PORT no está establecido, App Service no puede enrutar el tráfico.</a:t>
            </a:r>
            <a:endParaRPr/>
          </a:p>
          <a:p>
            <a:pPr marL="0" lvl="0" indent="0">
              <a:buNone/>
              <a:defRPr/>
            </a:pPr>
            <a:endParaRPr/>
          </a:p>
          <a:p>
            <a:pPr marL="0" lvl="0" indent="0">
              <a:buNone/>
              <a:defRPr/>
            </a:pPr>
            <a:r>
              <a:rPr lang="es-ES" sz="1200" b="0" i="0" strike="noStrike" cap="none" baseline="0">
                <a:solidFill>
                  <a:srgbClr val="000000"/>
                </a:solidFill>
                <a:effectLst/>
                <a:latin typeface="Aptos"/>
                <a:ea typeface="Aptos"/>
                <a:cs typeface="Aptos"/>
              </a:rPr>
              <a:t>El almacenamiento persistente está deshabilitado de forma predeterminada en los contenedores personalizados de Linux. Solo se puede montar la ruta de acceso /home. Para las necesidades de almacenamiento de gran tamaño, monta Azure Storage como un volumen adicional.</a:t>
            </a:r>
            <a:endParaRPr/>
          </a:p>
          <a:p>
            <a:pPr marL="0" lvl="0" indent="0">
              <a:buNone/>
              <a:defRPr/>
            </a:pPr>
            <a:endParaRPr/>
          </a:p>
          <a:p>
            <a:pPr marL="0" lvl="0" indent="0">
              <a:buNone/>
              <a:defRPr/>
            </a:pPr>
            <a:r>
              <a:rPr lang="es-ES" sz="1200" b="0" i="0" strike="noStrike" cap="none" baseline="0">
                <a:solidFill>
                  <a:srgbClr val="000000"/>
                </a:solidFill>
                <a:effectLst/>
                <a:latin typeface="Aptos"/>
                <a:ea typeface="Aptos"/>
                <a:cs typeface="Aptos"/>
              </a:rPr>
              <a:t>La ruta de acceso de comprobación de estado debe coincidir con el punto de conexión exacto de la aplicación. Un error de coincidencia como /health frente a /healthz provoca errores. Después de 10 pings con errores consecutivos, App Service quita la instancia.</a:t>
            </a:r>
            <a:endParaRPr/>
          </a:p>
          <a:p>
            <a:pPr>
              <a:defRPr/>
            </a:pPr>
            <a:endParaRPr/>
          </a:p>
        </p:txBody>
      </p:sp>
      <p:sp>
        <p:nvSpPr>
          <p:cNvPr id="1556872526" name="Slide Number Placeholder 3"/>
          <p:cNvSpPr>
            <a:spLocks noGrp="1"/>
          </p:cNvSpPr>
          <p:nvPr>
            <p:ph type="sldNum" sz="quarter" idx="5"/>
          </p:nvPr>
        </p:nvSpPr>
        <p:spPr bwMode="auto"/>
        <p:txBody>
          <a:bodyPr/>
          <a:lstStyle/>
          <a:p>
            <a:pPr>
              <a:defRPr/>
            </a:pPr>
            <a:fld id="{03DA6BDC-A47F-D4E9-65FB-FFE19D4C6482}" type="slidenum">
              <a:rPr lang="en-US"/>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9747180" name="Slide Image Placeholder 1"/>
          <p:cNvSpPr>
            <a:spLocks noGrp="1" noRot="1" noChangeAspect="1"/>
          </p:cNvSpPr>
          <p:nvPr>
            <p:ph type="sldImg"/>
          </p:nvPr>
        </p:nvSpPr>
        <p:spPr bwMode="auto"/>
      </p:sp>
      <p:sp>
        <p:nvSpPr>
          <p:cNvPr id="283421639"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La configuración de la aplicación es la manera principal de configurar contenedores por entorno. Misma imagen, diferentes configuraciones para desarrollo, almacenamiento provisional, producción.</a:t>
            </a:r>
            <a:endParaRPr/>
          </a:p>
          <a:p>
            <a:pPr marL="0" lvl="0" indent="0">
              <a:buNone/>
              <a:defRPr/>
            </a:pPr>
            <a:endParaRPr/>
          </a:p>
          <a:p>
            <a:pPr marL="0" lvl="0" indent="0">
              <a:buNone/>
              <a:defRPr/>
            </a:pPr>
            <a:r>
              <a:rPr lang="es-ES" sz="1200" b="0" i="0" strike="noStrike" cap="none" baseline="0">
                <a:solidFill>
                  <a:srgbClr val="000000"/>
                </a:solidFill>
                <a:effectLst/>
                <a:latin typeface="Aptos"/>
                <a:ea typeface="Aptos"/>
                <a:cs typeface="Aptos"/>
              </a:rPr>
              <a:t>La configuración de ranura es fundamental para las operaciones de intercambio. Sin marcar valores específicos del entorno como valores de ranura, una dirección URL de producción podría acabar en el almacenamiento provisional después de un intercambio.</a:t>
            </a:r>
            <a:endParaRPr/>
          </a:p>
          <a:p>
            <a:pPr marL="0" lvl="0" indent="0">
              <a:buNone/>
              <a:defRPr/>
            </a:pPr>
            <a:endParaRPr/>
          </a:p>
          <a:p>
            <a:pPr marL="0" lvl="0" indent="0">
              <a:buNone/>
              <a:defRPr/>
            </a:pPr>
            <a:r>
              <a:rPr lang="es-ES" sz="1200" b="0" i="0" strike="noStrike" cap="none" baseline="0">
                <a:solidFill>
                  <a:srgbClr val="000000"/>
                </a:solidFill>
                <a:effectLst/>
                <a:latin typeface="Aptos"/>
                <a:ea typeface="Aptos"/>
                <a:cs typeface="Aptos"/>
              </a:rPr>
              <a:t>Las referencias de Key Vault resuelven la versión más reciente de forma predeterminada. La rotación se produce automáticamente en un plazo de 24 horas o inmediatamente en el reinicio de la aplicación. El código de la aplicación no cambia.</a:t>
            </a:r>
            <a:endParaRPr/>
          </a:p>
          <a:p>
            <a:pPr marL="0" lvl="0" indent="0">
              <a:buNone/>
              <a:defRPr/>
            </a:pPr>
            <a:endParaRPr/>
          </a:p>
          <a:p>
            <a:pPr marL="0" lvl="0" indent="0">
              <a:buNone/>
              <a:defRPr/>
            </a:pPr>
            <a:r>
              <a:rPr lang="es-ES" sz="1200" b="0" i="0" strike="noStrike" cap="none" baseline="0">
                <a:solidFill>
                  <a:srgbClr val="000000"/>
                </a:solidFill>
                <a:effectLst/>
                <a:latin typeface="Aptos"/>
                <a:ea typeface="Aptos"/>
                <a:cs typeface="Aptos"/>
              </a:rPr>
              <a:t>La edición masiva es útil al migrar la configuración. Exporta como JSON, edita y reimporta con az webapp config appsettings set --settings @settings.json.</a:t>
            </a:r>
            <a:endParaRPr/>
          </a:p>
          <a:p>
            <a:pPr>
              <a:defRPr/>
            </a:pPr>
            <a:endParaRPr/>
          </a:p>
        </p:txBody>
      </p:sp>
      <p:sp>
        <p:nvSpPr>
          <p:cNvPr id="1656107275" name="Slide Number Placeholder 3"/>
          <p:cNvSpPr>
            <a:spLocks noGrp="1"/>
          </p:cNvSpPr>
          <p:nvPr>
            <p:ph type="sldNum" sz="quarter" idx="5"/>
          </p:nvPr>
        </p:nvSpPr>
        <p:spPr bwMode="auto"/>
        <p:txBody>
          <a:bodyPr/>
          <a:lstStyle/>
          <a:p>
            <a:pPr>
              <a:defRPr/>
            </a:pPr>
            <a:fld id="{E6769D3B-474F-BB7B-068D-E66FA7F6C825}" type="slidenum">
              <a:rPr lang="en-US"/>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8688758" name="Slide Image Placeholder 1"/>
          <p:cNvSpPr>
            <a:spLocks noGrp="1" noRot="1" noChangeAspect="1"/>
          </p:cNvSpPr>
          <p:nvPr>
            <p:ph type="sldImg"/>
          </p:nvPr>
        </p:nvSpPr>
        <p:spPr bwMode="auto"/>
      </p:sp>
      <p:sp>
        <p:nvSpPr>
          <p:cNvPr id="700571250"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El registro de contenedores debe estar habilitado explícitamente. Sin él, la salida stdout y stderr no se conserva.</a:t>
            </a:r>
            <a:endParaRPr/>
          </a:p>
          <a:p>
            <a:pPr marL="0" lvl="0" indent="0">
              <a:buNone/>
              <a:defRPr/>
            </a:pPr>
            <a:endParaRPr/>
          </a:p>
          <a:p>
            <a:pPr marL="0" lvl="0" indent="0">
              <a:buNone/>
              <a:defRPr/>
            </a:pPr>
            <a:r>
              <a:rPr lang="es-ES" sz="1200" b="0" i="0" strike="noStrike" cap="none" baseline="0">
                <a:solidFill>
                  <a:srgbClr val="000000"/>
                </a:solidFill>
                <a:effectLst/>
                <a:latin typeface="Aptos"/>
                <a:ea typeface="Aptos"/>
                <a:cs typeface="Aptos"/>
              </a:rPr>
              <a:t>Escenarios comunes de solución de problemas: el contenedor no se puede iniciar (comprueba si faltan env vars o hay errores de coincidencia de puertos), errores 404 (comprueba WEBSITES_PORT y si la aplicación se enlaza a 0.0.0.0, no localhost) y arranques en frío lentos (habilita siempre activado y reduce el tamaño de la imagen).</a:t>
            </a:r>
            <a:endParaRPr/>
          </a:p>
          <a:p>
            <a:pPr marL="0" lvl="0" indent="0">
              <a:buNone/>
              <a:defRPr/>
            </a:pPr>
            <a:endParaRPr/>
          </a:p>
          <a:p>
            <a:pPr marL="0" lvl="0" indent="0">
              <a:buNone/>
              <a:defRPr/>
            </a:pPr>
            <a:r>
              <a:rPr lang="es-ES" sz="1200" b="0" i="0" strike="noStrike" cap="none" baseline="0">
                <a:solidFill>
                  <a:srgbClr val="000000"/>
                </a:solidFill>
                <a:effectLst/>
                <a:latin typeface="Aptos"/>
                <a:ea typeface="Aptos"/>
                <a:cs typeface="Aptos"/>
              </a:rPr>
              <a:t>La página Entorno de Kudu es la forma más rápida de comprobar si la configuración de la aplicación se ha insertado correctamente. Ve al punto de conexión /Env en el sitio de SCM.</a:t>
            </a:r>
            <a:endParaRPr/>
          </a:p>
          <a:p>
            <a:pPr marL="0" lvl="0" indent="0">
              <a:buNone/>
              <a:defRPr/>
            </a:pPr>
            <a:endParaRPr/>
          </a:p>
          <a:p>
            <a:pPr marL="0" lvl="0" indent="0">
              <a:buNone/>
              <a:defRPr/>
            </a:pPr>
            <a:r>
              <a:rPr lang="es-ES" sz="1200" b="0" i="0" strike="noStrike" cap="none" baseline="0">
                <a:solidFill>
                  <a:srgbClr val="000000"/>
                </a:solidFill>
                <a:effectLst/>
                <a:latin typeface="Aptos"/>
                <a:ea typeface="Aptos"/>
                <a:cs typeface="Aptos"/>
              </a:rPr>
              <a:t>El acceso SSH requiere configurar openssh-server en el Dockerfile para escuchar en el puerto 2222 con la contraseña raíz "Docker!". Resulta útil para la depuración interactiva.</a:t>
            </a:r>
            <a:endParaRPr/>
          </a:p>
          <a:p>
            <a:pPr>
              <a:defRPr/>
            </a:pPr>
            <a:endParaRPr/>
          </a:p>
        </p:txBody>
      </p:sp>
      <p:sp>
        <p:nvSpPr>
          <p:cNvPr id="377019626" name="Slide Number Placeholder 3"/>
          <p:cNvSpPr>
            <a:spLocks noGrp="1"/>
          </p:cNvSpPr>
          <p:nvPr>
            <p:ph type="sldNum" sz="quarter" idx="5"/>
          </p:nvPr>
        </p:nvSpPr>
        <p:spPr bwMode="auto"/>
        <p:txBody>
          <a:bodyPr/>
          <a:lstStyle/>
          <a:p>
            <a:pPr>
              <a:defRPr/>
            </a:pPr>
            <a:fld id="{2B0E970F-FA54-F7ED-2DFB-9A4A7B344C10}" type="slidenum">
              <a:rPr lang="en-US"/>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0825954" name="Slide Image Placeholder 1"/>
          <p:cNvSpPr>
            <a:spLocks noGrp="1" noRot="1" noChangeAspect="1"/>
          </p:cNvSpPr>
          <p:nvPr>
            <p:ph type="sldImg"/>
          </p:nvPr>
        </p:nvSpPr>
        <p:spPr bwMode="auto"/>
      </p:sp>
      <p:sp>
        <p:nvSpPr>
          <p:cNvPr id="1748989477" name="Notes Placeholder 2"/>
          <p:cNvSpPr>
            <a:spLocks noGrp="1"/>
          </p:cNvSpPr>
          <p:nvPr>
            <p:ph type="body" idx="1"/>
          </p:nvPr>
        </p:nvSpPr>
        <p:spPr bwMode="auto"/>
        <p:txBody>
          <a:bodyPr/>
          <a:lstStyle/>
          <a:p>
            <a:pPr>
              <a:lnSpc>
                <a:spcPct val="90000"/>
              </a:lnSpc>
              <a:spcAft>
                <a:spcPts val="332"/>
              </a:spcAft>
              <a:defRPr/>
            </a:pPr>
            <a:r>
              <a:rPr lang="es-ES" sz="1200" b="0" i="0" strike="noStrike" cap="none" baseline="0">
                <a:solidFill>
                  <a:srgbClr val="000000"/>
                </a:solidFill>
                <a:effectLst/>
                <a:latin typeface="Aptos"/>
                <a:ea typeface="Aptos"/>
                <a:cs typeface="Aptos"/>
              </a:rPr>
              <a:t>Este ejercicio requiere una suscripción a Azure, que debe proporcionar el proveedor de servicios de hosting del laboratorio que le presta servicio para impartir este curso.</a:t>
            </a:r>
            <a:endParaRPr lang="en-US">
              <a:solidFill>
                <a:srgbClr val="444444"/>
              </a:solidFill>
            </a:endParaRPr>
          </a:p>
          <a:p>
            <a:pPr>
              <a:lnSpc>
                <a:spcPct val="90000"/>
              </a:lnSpc>
              <a:spcAft>
                <a:spcPts val="332"/>
              </a:spcAft>
              <a:defRPr/>
            </a:pPr>
            <a:r>
              <a:rPr lang="es-ES" sz="1200" b="0" i="0" strike="noStrike" cap="none" baseline="0">
                <a:solidFill>
                  <a:srgbClr val="000000"/>
                </a:solidFill>
                <a:effectLst/>
                <a:latin typeface="Aptos"/>
                <a:ea typeface="Aptos"/>
                <a:cs typeface="Aptos"/>
              </a:rPr>
              <a:t>Si no puedes proporcionar a los alumnos suscripciones de Azure, puedes demostrar el laboratorio con tu propia suscripción (si tienes una disponible).</a:t>
            </a:r>
            <a:endParaRPr/>
          </a:p>
        </p:txBody>
      </p:sp>
      <p:sp>
        <p:nvSpPr>
          <p:cNvPr id="1068358361" name="Header Placeholder 3"/>
          <p:cNvSpPr>
            <a:spLocks noGrp="1"/>
          </p:cNvSpPr>
          <p:nvPr>
            <p:ph type="hdr" sz="quarter" idx="6"/>
          </p:nvPr>
        </p:nvSpPr>
        <p:spPr bwMode="auto"/>
        <p:txBody>
          <a:bodyPr/>
          <a:lstStyle/>
          <a:p>
            <a:pPr>
              <a:defRPr/>
            </a:pPr>
            <a:endParaRPr lang="en-US"/>
          </a:p>
        </p:txBody>
      </p:sp>
      <p:sp>
        <p:nvSpPr>
          <p:cNvPr id="1919110207" name="Footer Placeholder 4"/>
          <p:cNvSpPr>
            <a:spLocks noGrp="1"/>
          </p:cNvSpPr>
          <p:nvPr>
            <p:ph type="ftr" sz="quarter" idx="4"/>
          </p:nvPr>
        </p:nvSpPr>
        <p:spPr bwMode="auto"/>
        <p:txBody>
          <a:bodyPr/>
          <a:lstStyle/>
          <a:p>
            <a:pPr defTabSz="914098">
              <a:defRPr/>
            </a:pPr>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endParaRPr/>
          </a:p>
        </p:txBody>
      </p:sp>
      <p:sp>
        <p:nvSpPr>
          <p:cNvPr id="1119264772" name="Date Placeholder 5"/>
          <p:cNvSpPr>
            <a:spLocks noGrp="1"/>
          </p:cNvSpPr>
          <p:nvPr>
            <p:ph type="dt" idx="10"/>
          </p:nvPr>
        </p:nvSpPr>
        <p:spPr bwMode="auto"/>
        <p:txBody>
          <a:bodyPr/>
          <a:lstStyle/>
          <a:p>
            <a:pPr>
              <a:defRPr/>
            </a:pPr>
            <a:fld id="{22FD8069-D363-B1FD-C85A-30544EF19ECA}" type="datetime8">
              <a:rPr lang="en-US"/>
              <a:t>10/9/2026 2:32 PM</a:t>
            </a:fld>
            <a:endParaRPr lang="en-US"/>
          </a:p>
        </p:txBody>
      </p:sp>
      <p:sp>
        <p:nvSpPr>
          <p:cNvPr id="290717661" name="Slide Number Placeholder 6"/>
          <p:cNvSpPr>
            <a:spLocks noGrp="1"/>
          </p:cNvSpPr>
          <p:nvPr>
            <p:ph type="sldNum" sz="quarter" idx="5"/>
          </p:nvPr>
        </p:nvSpPr>
        <p:spPr bwMode="auto"/>
        <p:txBody>
          <a:bodyPr/>
          <a:lstStyle/>
          <a:p>
            <a:pPr>
              <a:defRPr/>
            </a:pPr>
            <a:fld id="{1832D111-37E3-EE75-0870-1F0A4C533A8B}" type="slidenum">
              <a:rPr lang="en-US"/>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2124265" name="Slide Image Placeholder 1"/>
          <p:cNvSpPr>
            <a:spLocks noGrp="1" noRot="1" noChangeAspect="1"/>
          </p:cNvSpPr>
          <p:nvPr>
            <p:ph type="sldImg"/>
          </p:nvPr>
        </p:nvSpPr>
        <p:spPr bwMode="auto"/>
      </p:sp>
      <p:sp>
        <p:nvSpPr>
          <p:cNvPr id="950449715" name="Notes Placeholder 2"/>
          <p:cNvSpPr>
            <a:spLocks noGrp="1"/>
          </p:cNvSpPr>
          <p:nvPr>
            <p:ph type="body" idx="1"/>
          </p:nvPr>
        </p:nvSpPr>
        <p:spPr bwMode="auto"/>
        <p:txBody>
          <a:bodyPr/>
          <a:lstStyle/>
          <a:p>
            <a:pPr>
              <a:defRPr/>
            </a:pPr>
            <a:r>
              <a:rPr lang="es-ES" sz="1200" b="0" i="0" strike="noStrike" cap="none" baseline="0">
                <a:solidFill>
                  <a:srgbClr val="000000"/>
                </a:solidFill>
                <a:effectLst/>
                <a:latin typeface="Aptos"/>
                <a:ea typeface="Aptos"/>
                <a:cs typeface="Aptos"/>
              </a:rPr>
              <a:t>Respuesta a la pregunta 1: Establece la configuración de la aplicación WEBSITES_PORT en 8000. Rutas automáticas de App Service solo para el puerto 80 y 8080. Otros puertos requieren WEBSITES_PORT.</a:t>
            </a:r>
            <a:endParaRPr lang="en-US" sz="1200" b="0" i="0" u="none" strike="noStrike" cap="none" spc="0">
              <a:solidFill>
                <a:schemeClr val="tx1"/>
              </a:solidFill>
              <a:latin typeface="Aptos"/>
              <a:cs typeface="Aptos"/>
            </a:endParaRPr>
          </a:p>
          <a:p>
            <a:pPr>
              <a:defRPr/>
            </a:pPr>
            <a:endParaRPr lang="en-US" sz="1200" b="0" i="0" u="none" strike="noStrike" cap="none" spc="0">
              <a:solidFill>
                <a:schemeClr val="tx1"/>
              </a:solidFill>
              <a:latin typeface="Aptos"/>
              <a:cs typeface="Aptos"/>
            </a:endParaRPr>
          </a:p>
          <a:p>
            <a:pPr>
              <a:defRPr/>
            </a:pPr>
            <a:r>
              <a:rPr lang="es-ES" sz="1200" b="0" i="0" strike="noStrike" cap="none" baseline="0">
                <a:solidFill>
                  <a:srgbClr val="000000"/>
                </a:solidFill>
                <a:effectLst/>
                <a:latin typeface="Aptos"/>
                <a:ea typeface="Aptos"/>
                <a:cs typeface="Aptos"/>
              </a:rPr>
              <a:t>Respuesta a la pregunta 2: Establece API_ENDPOINT como una configuración de ranura. La configuración de ranura permanece en la ranura durante las operaciones de intercambio. Esto mantiene los valores específicos del entorno en la ranura correcta.</a:t>
            </a:r>
            <a:endParaRPr/>
          </a:p>
        </p:txBody>
      </p:sp>
      <p:sp>
        <p:nvSpPr>
          <p:cNvPr id="150457093" name="Slide Number Placeholder 3"/>
          <p:cNvSpPr>
            <a:spLocks noGrp="1"/>
          </p:cNvSpPr>
          <p:nvPr>
            <p:ph type="sldNum" sz="quarter" idx="5"/>
          </p:nvPr>
        </p:nvSpPr>
        <p:spPr bwMode="auto"/>
        <p:txBody>
          <a:bodyPr/>
          <a:lstStyle/>
          <a:p>
            <a:pPr>
              <a:defRPr/>
            </a:pPr>
            <a:fld id="{09C70FE0-6A25-4C3D-BAA1-7E809F005FCC}" type="slidenum">
              <a:rPr lang="en-US"/>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88755" name="Slide Image Placeholder 1"/>
          <p:cNvSpPr>
            <a:spLocks noGrp="1" noRot="1" noChangeAspect="1"/>
          </p:cNvSpPr>
          <p:nvPr>
            <p:ph type="sldImg"/>
          </p:nvPr>
        </p:nvSpPr>
        <p:spPr bwMode="auto"/>
      </p:sp>
      <p:sp>
        <p:nvSpPr>
          <p:cNvPr id="1869066872" name="Notes Placeholder 2"/>
          <p:cNvSpPr>
            <a:spLocks noGrp="1"/>
          </p:cNvSpPr>
          <p:nvPr>
            <p:ph type="body" idx="1"/>
          </p:nvPr>
        </p:nvSpPr>
        <p:spPr bwMode="auto"/>
        <p:txBody>
          <a:bodyPr/>
          <a:lstStyle/>
          <a:p>
            <a:pPr>
              <a:defRPr/>
            </a:pPr>
            <a:r>
              <a:rPr lang="en-US" sz="1200" b="0" i="0" u="none" strike="noStrike" cap="none" spc="0">
                <a:solidFill>
                  <a:schemeClr val="tx1"/>
                </a:solidFill>
                <a:latin typeface="Aptos"/>
                <a:ea typeface="Aptos"/>
                <a:cs typeface="Aptos"/>
              </a:rPr>
              <a:t> Prompt Microsoft Copilot Chat: </a:t>
            </a:r>
            <a:endParaRPr lang="en-US" sz="1200" b="0" i="0" u="none" strike="noStrike" cap="none" spc="0">
              <a:solidFill>
                <a:schemeClr val="tx1"/>
              </a:solidFill>
              <a:latin typeface="Aptos"/>
              <a:cs typeface="Aptos"/>
            </a:endParaRPr>
          </a:p>
          <a:p>
            <a:pPr>
              <a:defRPr/>
            </a:pPr>
            <a:endParaRPr lang="en-US" sz="1200" b="0" i="0" u="none" strike="noStrike" cap="none" spc="0">
              <a:solidFill>
                <a:schemeClr val="tx1"/>
              </a:solidFill>
              <a:latin typeface="Aptos"/>
              <a:cs typeface="Aptos"/>
            </a:endParaRPr>
          </a:p>
          <a:p>
            <a:pPr>
              <a:defRPr/>
            </a:pPr>
            <a:r>
              <a:rPr lang="en-US" sz="1200" b="0" i="0" u="none" strike="noStrike" cap="none" spc="0">
                <a:solidFill>
                  <a:schemeClr val="tx1"/>
                </a:solidFill>
                <a:latin typeface="Aptos"/>
                <a:ea typeface="Aptos"/>
                <a:cs typeface="Aptos"/>
              </a:rPr>
              <a:t>As a Microsoft Copilot Chat expert, please create three multiple-choice questions that assess knowledge of key features, including how to access Copilot Chat, its different modes, how to initiate it, and the concept of EDP. Present one question at a time and wait for my response before continuing. After each answer, provide a brief explanation of the correct choice before moving on to the next question.</a:t>
            </a:r>
            <a:endParaRPr lang="en-US"/>
          </a:p>
        </p:txBody>
      </p:sp>
      <p:sp>
        <p:nvSpPr>
          <p:cNvPr id="1466521651" name="Header Placeholder 3"/>
          <p:cNvSpPr>
            <a:spLocks noGrp="1"/>
          </p:cNvSpPr>
          <p:nvPr>
            <p:ph type="hdr" sz="quarter" idx="10"/>
          </p:nvPr>
        </p:nvSpPr>
        <p:spPr bwMode="auto"/>
        <p:txBody>
          <a:bodyPr/>
          <a:lstStyle/>
          <a:p>
            <a:pPr marL="0" marR="0" lvl="0" indent="0" algn="l" defTabSz="914366" rtl="0">
              <a:lnSpc>
                <a:spcPct val="100000"/>
              </a:lnSpc>
              <a:spcBef>
                <a:spcPct val="0"/>
              </a:spcBef>
              <a:spcAft>
                <a:spcPct val="0"/>
              </a:spcAft>
              <a:buClrTx/>
              <a:buSzTx/>
              <a:buFontTx/>
              <a:buNone/>
              <a:defRPr/>
            </a:pPr>
            <a:endParaRPr lang="en-US" sz="1200" b="0" i="0" u="none" strike="noStrike" cap="none" spc="0">
              <a:ln>
                <a:noFill/>
              </a:ln>
              <a:solidFill>
                <a:prstClr val="black"/>
              </a:solidFill>
              <a:latin typeface="Segoe UI"/>
              <a:ea typeface="+mn-ea"/>
              <a:cs typeface="+mn-cs"/>
            </a:endParaRPr>
          </a:p>
        </p:txBody>
      </p:sp>
      <p:sp>
        <p:nvSpPr>
          <p:cNvPr id="858603295" name="Footer Placeholder 4"/>
          <p:cNvSpPr>
            <a:spLocks noGrp="1"/>
          </p:cNvSpPr>
          <p:nvPr>
            <p:ph type="ftr" sz="quarter" idx="11"/>
          </p:nvPr>
        </p:nvSpPr>
        <p:spPr bwMode="auto"/>
        <p:txBody>
          <a:bodyPr/>
          <a:lstStyle/>
          <a:p>
            <a:pPr marL="571500" marR="0" lvl="0" indent="0" algn="l" defTabSz="914098" rtl="0">
              <a:lnSpc>
                <a:spcPct val="100000"/>
              </a:lnSpc>
              <a:spcBef>
                <a:spcPct val="0"/>
              </a:spcBef>
              <a:spcAft>
                <a:spcPct val="0"/>
              </a:spcAft>
              <a:buClrTx/>
              <a:buSzTx/>
              <a:buFontTx/>
              <a:buNone/>
              <a:defRPr/>
            </a:pPr>
            <a:r>
              <a:rPr lang="en-US" sz="400" b="0" i="0" u="none" strike="noStrike" cap="none" spc="0">
                <a:ln>
                  <a:noFill/>
                </a:ln>
                <a:gradFill>
                  <a:gsLst>
                    <a:gs pos="0">
                      <a:prstClr val="black"/>
                    </a:gs>
                    <a:gs pos="100000">
                      <a:prstClr val="black"/>
                    </a:gs>
                  </a:gsLst>
                  <a:lin ang="5400000" scaled="0"/>
                </a:gradFill>
                <a:latin typeface="Segoe UI"/>
                <a:ea typeface="Segoe UI"/>
                <a:cs typeface="Segoe UI"/>
              </a:rPr>
              <a:t>© Microsoft Corporation. All rights reserved. MICROSOFT MAKES NO WARRANTIES, EXPRESS, IMPLIED OR STATUTORY, AS TO THE INFORMATION IN THIS PRESENTATION.</a:t>
            </a:r>
            <a:endParaRPr/>
          </a:p>
        </p:txBody>
      </p:sp>
      <p:sp>
        <p:nvSpPr>
          <p:cNvPr id="1649863192" name="Date Placeholder 5"/>
          <p:cNvSpPr>
            <a:spLocks noGrp="1"/>
          </p:cNvSpPr>
          <p:nvPr>
            <p:ph type="dt" idx="12"/>
          </p:nvPr>
        </p:nvSpPr>
        <p:spPr bwMode="auto"/>
        <p:txBody>
          <a:bodyPr/>
          <a:lstStyle/>
          <a:p>
            <a:pPr marL="0" marR="0" lvl="0" indent="0" algn="r" defTabSz="914366" rtl="0">
              <a:lnSpc>
                <a:spcPct val="100000"/>
              </a:lnSpc>
              <a:spcBef>
                <a:spcPct val="0"/>
              </a:spcBef>
              <a:spcAft>
                <a:spcPct val="0"/>
              </a:spcAft>
              <a:buClrTx/>
              <a:buSzTx/>
              <a:buFontTx/>
              <a:buNone/>
              <a:defRPr/>
            </a:pPr>
            <a:fld id="{4395C5B2-2F64-84E3-51E9-D183DB57752F}" type="datetime8">
              <a:rPr lang="en-US" sz="1200" b="0" i="0" u="none" strike="noStrike" cap="none" spc="0">
                <a:ln>
                  <a:noFill/>
                </a:ln>
                <a:solidFill>
                  <a:prstClr val="black"/>
                </a:solidFill>
                <a:latin typeface="Segoe UI"/>
                <a:ea typeface="Arial"/>
                <a:cs typeface="Arial"/>
              </a:rPr>
              <a:t>10/9/2026 2:32 PM</a:t>
            </a:fld>
            <a:endParaRPr lang="en-US" sz="1200" b="0" i="0" u="none" strike="noStrike" cap="none" spc="0">
              <a:ln>
                <a:noFill/>
              </a:ln>
              <a:solidFill>
                <a:prstClr val="black"/>
              </a:solidFill>
              <a:latin typeface="Segoe UI"/>
              <a:ea typeface="+mn-ea"/>
              <a:cs typeface="+mn-cs"/>
            </a:endParaRPr>
          </a:p>
        </p:txBody>
      </p:sp>
      <p:sp>
        <p:nvSpPr>
          <p:cNvPr id="1539626893" name="Slide Number Placeholder 6"/>
          <p:cNvSpPr>
            <a:spLocks noGrp="1"/>
          </p:cNvSpPr>
          <p:nvPr>
            <p:ph type="sldNum" sz="quarter" idx="13"/>
          </p:nvPr>
        </p:nvSpPr>
        <p:spPr bwMode="auto"/>
        <p:txBody>
          <a:bodyPr/>
          <a:lstStyle/>
          <a:p>
            <a:pPr marL="0" marR="0" lvl="0" indent="0" algn="r" defTabSz="914366" rtl="0">
              <a:lnSpc>
                <a:spcPct val="100000"/>
              </a:lnSpc>
              <a:spcBef>
                <a:spcPct val="0"/>
              </a:spcBef>
              <a:spcAft>
                <a:spcPct val="0"/>
              </a:spcAft>
              <a:buClrTx/>
              <a:buSzTx/>
              <a:buFontTx/>
              <a:buNone/>
              <a:defRPr/>
            </a:pPr>
            <a:fld id="{1E8F6B0F-E2F4-2525-DA64-F3CD8EED6708}" type="slidenum">
              <a:rPr lang="en-US" sz="1200" b="0" i="0" u="none" strike="noStrike" cap="none" spc="0">
                <a:ln>
                  <a:noFill/>
                </a:ln>
                <a:solidFill>
                  <a:prstClr val="black"/>
                </a:solidFill>
                <a:latin typeface="Segoe UI"/>
                <a:ea typeface="Arial"/>
                <a:cs typeface="Arial"/>
              </a:rPr>
              <a:t>22</a:t>
            </a:fld>
            <a:endParaRPr lang="en-US" sz="1200" b="0" i="0" u="none" strike="noStrike" cap="none" spc="0">
              <a:ln>
                <a:noFill/>
              </a:ln>
              <a:solidFill>
                <a:prstClr val="black"/>
              </a:solidFill>
              <a:latin typeface="Segoe UI"/>
              <a:ea typeface="+mn-ea"/>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3173968" name="Slide Image Placeholder 1"/>
          <p:cNvSpPr>
            <a:spLocks noGrp="1" noRot="1" noChangeAspect="1"/>
          </p:cNvSpPr>
          <p:nvPr>
            <p:ph type="sldImg"/>
          </p:nvPr>
        </p:nvSpPr>
        <p:spPr bwMode="auto"/>
      </p:sp>
      <p:sp>
        <p:nvSpPr>
          <p:cNvPr id="230974561" name="Notes Placeholder 2"/>
          <p:cNvSpPr>
            <a:spLocks noGrp="1"/>
          </p:cNvSpPr>
          <p:nvPr>
            <p:ph type="body" idx="1"/>
          </p:nvPr>
        </p:nvSpPr>
        <p:spPr bwMode="auto"/>
        <p:txBody>
          <a:bodyPr/>
          <a:lstStyle/>
          <a:p>
            <a:pPr>
              <a:defRPr/>
            </a:pPr>
            <a:r>
              <a:rPr lang="es-ES" sz="1200" b="0" i="0" strike="noStrike" cap="none" baseline="0">
                <a:solidFill>
                  <a:srgbClr val="000000"/>
                </a:solidFill>
                <a:effectLst/>
                <a:latin typeface="Aptos"/>
                <a:ea typeface="Aptos"/>
                <a:cs typeface="Aptos"/>
              </a:rPr>
              <a:t>Resume los puntos de decisión clave que los alumnos deben recordar</a:t>
            </a:r>
            <a:endParaRPr lang="en-US" sz="1200" b="0" i="0" u="none" strike="noStrike" cap="none" spc="0">
              <a:solidFill>
                <a:schemeClr val="tx1"/>
              </a:solidFill>
              <a:latin typeface="Aptos"/>
              <a:cs typeface="Aptos"/>
            </a:endParaRPr>
          </a:p>
          <a:p>
            <a:pPr>
              <a:defRPr/>
            </a:pPr>
            <a:endParaRPr lang="en-US" sz="1200" b="0" i="0" u="none" strike="noStrike" cap="none" spc="0">
              <a:solidFill>
                <a:schemeClr val="tx1"/>
              </a:solidFill>
              <a:latin typeface="Aptos"/>
              <a:cs typeface="Aptos"/>
            </a:endParaRPr>
          </a:p>
          <a:p>
            <a:pPr>
              <a:defRPr/>
            </a:pPr>
            <a:r>
              <a:rPr lang="es-ES" sz="1200" b="0" i="0" strike="noStrike" cap="none" baseline="0">
                <a:solidFill>
                  <a:srgbClr val="000000"/>
                </a:solidFill>
                <a:effectLst/>
                <a:latin typeface="Segoe UI"/>
                <a:ea typeface="Segoe UI"/>
                <a:cs typeface="Aptos"/>
              </a:rPr>
              <a:t>Las credenciales de identidad administrada frente a las credenciales de administrador, la configuración del puerto y la configuración de ranura son las áreas en las que los errores son más costosos.</a:t>
            </a:r>
            <a:endParaRPr lang="en-US" sz="1200" b="0" i="0" u="none" strike="noStrike" cap="none" spc="0">
              <a:solidFill>
                <a:schemeClr val="tx1"/>
              </a:solidFill>
              <a:latin typeface="Aptos"/>
              <a:cs typeface="Aptos"/>
            </a:endParaRPr>
          </a:p>
        </p:txBody>
      </p:sp>
      <p:sp>
        <p:nvSpPr>
          <p:cNvPr id="2119573897" name="Slide Number Placeholder 3"/>
          <p:cNvSpPr>
            <a:spLocks noGrp="1"/>
          </p:cNvSpPr>
          <p:nvPr>
            <p:ph type="sldNum" sz="quarter" idx="10"/>
          </p:nvPr>
        </p:nvSpPr>
        <p:spPr bwMode="auto"/>
        <p:txBody>
          <a:bodyPr/>
          <a:lstStyle/>
          <a:p>
            <a:pPr>
              <a:defRPr/>
            </a:pPr>
            <a:fld id="{74A9FDBF-85F5-18F9-2838-12EE9F51AD40}" type="slidenum">
              <a:rPr/>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8693162" name="Slide Image Placeholder 1"/>
          <p:cNvSpPr>
            <a:spLocks noGrp="1" noRot="1" noChangeAspect="1"/>
          </p:cNvSpPr>
          <p:nvPr>
            <p:ph type="sldImg"/>
          </p:nvPr>
        </p:nvSpPr>
        <p:spPr bwMode="auto"/>
      </p:sp>
      <p:sp>
        <p:nvSpPr>
          <p:cNvPr id="40883313" name="Notes Placeholder 2"/>
          <p:cNvSpPr>
            <a:spLocks noGrp="1"/>
          </p:cNvSpPr>
          <p:nvPr>
            <p:ph type="body" idx="1"/>
          </p:nvPr>
        </p:nvSpPr>
        <p:spPr bwMode="auto"/>
        <p:txBody>
          <a:bodyPr/>
          <a:lstStyle/>
          <a:p>
            <a:pPr>
              <a:defRPr/>
            </a:pPr>
            <a:endParaRPr/>
          </a:p>
        </p:txBody>
      </p:sp>
      <p:sp>
        <p:nvSpPr>
          <p:cNvPr id="974176778" name="Slide Number Placeholder 3"/>
          <p:cNvSpPr>
            <a:spLocks noGrp="1"/>
          </p:cNvSpPr>
          <p:nvPr>
            <p:ph type="sldNum" sz="quarter" idx="10"/>
          </p:nvPr>
        </p:nvSpPr>
        <p:spPr bwMode="auto"/>
        <p:txBody>
          <a:bodyPr/>
          <a:lstStyle/>
          <a:p>
            <a:pPr>
              <a:defRPr/>
            </a:pPr>
            <a:fld id="{51BF2C84-6280-ECAE-B806-A052F669F56E}" type="slidenum">
              <a:rPr/>
              <a:t>24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preserve="1" userDrawn="1">
  <p:cSld name="Title Slide">
    <p:bg>
      <p:bgPr>
        <a:blipFill rotWithShape="1">
          <a:blip r:embed="rId2">
            <a:lum/>
          </a:blip>
          <a:stretch>
            <a:fillRect/>
          </a:stretch>
        </a:blipFill>
        <a:effectLst/>
      </p:bgPr>
    </p:bg>
    <p:spTree>
      <p:nvGrpSpPr>
        <p:cNvPr id="1" name=""/>
        <p:cNvGrpSpPr/>
        <p:nvPr/>
      </p:nvGrpSpPr>
      <p:grpSpPr>
        <a:xfrm>
          <a:off x="0" y="0"/>
          <a:ext cx="0" cy="0"/>
          <a:chOff x="0" y="0"/>
          <a:chExt cx="0" cy="0"/>
        </a:xfrm>
      </p:grpSpPr>
      <p:pic>
        <p:nvPicPr>
          <p:cNvPr id="1527752247" name="MS logo gray - EMF" descr="Microsoft logo, gray text version"/>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black">
          <a:xfrm>
            <a:off x="584200" y="585789"/>
            <a:ext cx="1366440" cy="292608"/>
          </a:xfrm>
          <a:prstGeom prst="rect">
            <a:avLst/>
          </a:prstGeom>
        </p:spPr>
      </p:pic>
      <p:sp>
        <p:nvSpPr>
          <p:cNvPr id="1274529998" name="Title 1"/>
          <p:cNvSpPr>
            <a:spLocks noGrp="1"/>
          </p:cNvSpPr>
          <p:nvPr>
            <p:ph type="title" hasCustomPrompt="1"/>
          </p:nvPr>
        </p:nvSpPr>
        <p:spPr bwMode="auto">
          <a:xfrm>
            <a:off x="569913" y="3551986"/>
            <a:ext cx="5686955" cy="1108121"/>
          </a:xfrm>
          <a:prstGeom prst="rect">
            <a:avLst/>
          </a:prstGeom>
          <a:noFill/>
        </p:spPr>
        <p:txBody>
          <a:bodyPr wrap="square" lIns="0" tIns="0" rIns="0" bIns="0" anchor="b" anchorCtr="0">
            <a:spAutoFit/>
          </a:bodyPr>
          <a:lstStyle>
            <a:lvl1pPr>
              <a:defRPr sz="4000" b="0" i="0" spc="-50">
                <a:solidFill>
                  <a:schemeClr val="tx1"/>
                </a:solidFill>
                <a:latin typeface="+mn-lt"/>
                <a:cs typeface="Segoe UI"/>
              </a:defRPr>
            </a:lvl1pPr>
          </a:lstStyle>
          <a:p>
            <a:pPr>
              <a:defRPr/>
            </a:pPr>
            <a:r>
              <a:rPr lang="en-US"/>
              <a:t>Event name or </a:t>
            </a:r>
            <a:br>
              <a:rPr lang="en-US"/>
            </a:br>
            <a:r>
              <a:rPr lang="en-US"/>
              <a:t>presentation title </a:t>
            </a:r>
            <a:endParaRP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preserve="1" userDrawn="1">
  <p:cSld name="Section Divider">
    <p:bg>
      <p:bgPr>
        <a:blipFill rotWithShape="1">
          <a:blip r:embed="rId2">
            <a:lum/>
          </a:blip>
          <a:stretch>
            <a:fillRect t="-5000" b="-5000"/>
          </a:stretch>
        </a:blipFill>
        <a:effectLst/>
      </p:bgPr>
    </p:bg>
    <p:spTree>
      <p:nvGrpSpPr>
        <p:cNvPr id="1" name=""/>
        <p:cNvGrpSpPr/>
        <p:nvPr/>
      </p:nvGrpSpPr>
      <p:grpSpPr>
        <a:xfrm>
          <a:off x="0" y="0"/>
          <a:ext cx="0" cy="0"/>
          <a:chOff x="0" y="0"/>
          <a:chExt cx="0" cy="0"/>
        </a:xfrm>
      </p:grpSpPr>
      <p:sp>
        <p:nvSpPr>
          <p:cNvPr id="966647033" name="Title 1"/>
          <p:cNvSpPr>
            <a:spLocks noGrp="1"/>
          </p:cNvSpPr>
          <p:nvPr>
            <p:ph type="title" hasCustomPrompt="1"/>
          </p:nvPr>
        </p:nvSpPr>
        <p:spPr bwMode="auto">
          <a:xfrm>
            <a:off x="581340" y="3514705"/>
            <a:ext cx="6472474" cy="565091"/>
          </a:xfrm>
          <a:prstGeom prst="rect">
            <a:avLst/>
          </a:prstGeom>
          <a:noFill/>
        </p:spPr>
        <p:txBody>
          <a:bodyPr wrap="square" lIns="0" tIns="0" rIns="0" bIns="0" anchor="b" anchorCtr="0">
            <a:spAutoFit/>
          </a:bodyPr>
          <a:lstStyle>
            <a:lvl1pPr>
              <a:defRPr sz="4100" b="0" i="0" spc="-51">
                <a:solidFill>
                  <a:schemeClr val="tx1"/>
                </a:solidFill>
                <a:latin typeface="+mn-lt"/>
                <a:cs typeface="Segoe UI"/>
              </a:defRPr>
            </a:lvl1pPr>
          </a:lstStyle>
          <a:p>
            <a:pPr>
              <a:defRPr/>
            </a:pPr>
            <a:r>
              <a:rPr lang="en-US"/>
              <a:t>Section divider title</a:t>
            </a:r>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preserve="1" userDrawn="1">
  <p:cSld name="Agenda">
    <p:bg>
      <p:bgPr>
        <a:solidFill>
          <a:srgbClr val="E8E6DF"/>
        </a:solidFill>
        <a:effectLst/>
      </p:bgPr>
    </p:bg>
    <p:spTree>
      <p:nvGrpSpPr>
        <p:cNvPr id="1" name=""/>
        <p:cNvGrpSpPr/>
        <p:nvPr/>
      </p:nvGrpSpPr>
      <p:grpSpPr>
        <a:xfrm>
          <a:off x="0" y="0"/>
          <a:ext cx="0" cy="0"/>
          <a:chOff x="0" y="0"/>
          <a:chExt cx="0" cy="0"/>
        </a:xfrm>
      </p:grpSpPr>
      <p:sp>
        <p:nvSpPr>
          <p:cNvPr id="976609351" name="Title 1"/>
          <p:cNvSpPr>
            <a:spLocks noGrp="1"/>
          </p:cNvSpPr>
          <p:nvPr>
            <p:ph type="title" hasCustomPrompt="1"/>
          </p:nvPr>
        </p:nvSpPr>
        <p:spPr bwMode="auto"/>
        <p:txBody>
          <a:bodyPr/>
          <a:lstStyle>
            <a:lvl1pPr>
              <a:defRPr/>
            </a:lvl1pPr>
          </a:lstStyle>
          <a:p>
            <a:pPr>
              <a:defRPr/>
            </a:pPr>
            <a:r>
              <a:rPr lang="en-US"/>
              <a:t>Click to add text</a:t>
            </a:r>
            <a:endParaRPr/>
          </a:p>
        </p:txBody>
      </p:sp>
      <p:sp>
        <p:nvSpPr>
          <p:cNvPr id="1194898972" name="Content Placeholder 3"/>
          <p:cNvSpPr>
            <a:spLocks noGrp="1"/>
          </p:cNvSpPr>
          <p:nvPr>
            <p:ph sz="quarter" idx="10"/>
          </p:nvPr>
        </p:nvSpPr>
        <p:spPr bwMode="auto">
          <a:xfrm>
            <a:off x="457200" y="1235075"/>
            <a:ext cx="11222038" cy="4816475"/>
          </a:xfrm>
        </p:spPr>
        <p:txBody>
          <a:bodyPr/>
          <a:lstStyle/>
          <a:p>
            <a:pPr lvl="0">
              <a:defRPr/>
            </a:pPr>
            <a:r>
              <a:rPr lang="en-US"/>
              <a:t>Click to edit Master text styles</a:t>
            </a:r>
            <a:endParaRPr/>
          </a:p>
        </p:txBody>
      </p:sp>
      <p:cxnSp>
        <p:nvCxnSpPr>
          <p:cNvPr id="1476467817" name="Straight Connector 2"/>
          <p:cNvCxnSpPr/>
          <p:nvPr userDrawn="1"/>
        </p:nvCxnSpPr>
        <p:spPr bwMode="auto">
          <a:xfrm>
            <a:off x="457200" y="1050761"/>
            <a:ext cx="11222038" cy="0"/>
          </a:xfrm>
          <a:prstGeom prst="line">
            <a:avLst/>
          </a:prstGeom>
          <a:ln w="76200" cap="rnd">
            <a:gradFill>
              <a:gsLst>
                <a:gs pos="0">
                  <a:schemeClr val="accent3"/>
                </a:gs>
                <a:gs pos="22000">
                  <a:srgbClr val="F4364C"/>
                </a:gs>
                <a:gs pos="48000">
                  <a:schemeClr val="accent2"/>
                </a:gs>
                <a:gs pos="97531">
                  <a:srgbClr val="8DC8E8"/>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preserve="1" userDrawn="1">
  <p:cSld name="Learning objectives">
    <p:bg>
      <p:bgPr>
        <a:solidFill>
          <a:srgbClr val="F4F3F5"/>
        </a:solidFill>
        <a:effectLst/>
      </p:bgPr>
    </p:bg>
    <p:spTree>
      <p:nvGrpSpPr>
        <p:cNvPr id="1" name=""/>
        <p:cNvGrpSpPr/>
        <p:nvPr/>
      </p:nvGrpSpPr>
      <p:grpSpPr>
        <a:xfrm>
          <a:off x="0" y="0"/>
          <a:ext cx="0" cy="0"/>
          <a:chOff x="0" y="0"/>
          <a:chExt cx="0" cy="0"/>
        </a:xfrm>
      </p:grpSpPr>
      <p:sp>
        <p:nvSpPr>
          <p:cNvPr id="588363273" name="Title 6"/>
          <p:cNvSpPr>
            <a:spLocks noGrp="1"/>
          </p:cNvSpPr>
          <p:nvPr>
            <p:ph type="title"/>
          </p:nvPr>
        </p:nvSpPr>
        <p:spPr bwMode="auto"/>
        <p:txBody>
          <a:bodyPr/>
          <a:lstStyle/>
          <a:p>
            <a:pPr>
              <a:defRPr/>
            </a:pPr>
            <a:r>
              <a:rPr lang="en-US"/>
              <a:t>Click to edit Master title style</a:t>
            </a:r>
            <a:endParaRPr/>
          </a:p>
        </p:txBody>
      </p:sp>
      <p:pic>
        <p:nvPicPr>
          <p:cNvPr id="680550116" name="Graphic 2"/>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auto">
          <a:xfrm>
            <a:off x="-1" y="3207262"/>
            <a:ext cx="12192001" cy="3095623"/>
          </a:xfrm>
          <a:prstGeom prst="rect">
            <a:avLst/>
          </a:prstGeom>
        </p:spPr>
      </p:pic>
      <p:sp>
        <p:nvSpPr>
          <p:cNvPr id="2093278856" name="Content Placeholder 3"/>
          <p:cNvSpPr>
            <a:spLocks noGrp="1"/>
          </p:cNvSpPr>
          <p:nvPr>
            <p:ph sz="quarter" idx="10"/>
          </p:nvPr>
        </p:nvSpPr>
        <p:spPr bwMode="auto">
          <a:xfrm>
            <a:off x="457200" y="1235075"/>
            <a:ext cx="11222038" cy="48164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preserve="1" userDrawn="1">
  <p:cSld name="Title | Content">
    <p:spTree>
      <p:nvGrpSpPr>
        <p:cNvPr id="1" name=""/>
        <p:cNvGrpSpPr/>
        <p:nvPr/>
      </p:nvGrpSpPr>
      <p:grpSpPr>
        <a:xfrm>
          <a:off x="0" y="0"/>
          <a:ext cx="0" cy="0"/>
          <a:chOff x="0" y="0"/>
          <a:chExt cx="0" cy="0"/>
        </a:xfrm>
      </p:grpSpPr>
      <p:sp>
        <p:nvSpPr>
          <p:cNvPr id="2053049356" name="Title 1"/>
          <p:cNvSpPr>
            <a:spLocks noGrp="1"/>
          </p:cNvSpPr>
          <p:nvPr>
            <p:ph type="title"/>
          </p:nvPr>
        </p:nvSpPr>
        <p:spPr bwMode="auto"/>
        <p:txBody>
          <a:bodyPr/>
          <a:lstStyle/>
          <a:p>
            <a:pPr>
              <a:defRPr/>
            </a:pPr>
            <a:r>
              <a:rPr lang="en-US"/>
              <a:t>Click to edit Master title style</a:t>
            </a:r>
            <a:endParaRPr/>
          </a:p>
        </p:txBody>
      </p:sp>
      <p:sp>
        <p:nvSpPr>
          <p:cNvPr id="319251086" name="Content Placeholder 3"/>
          <p:cNvSpPr>
            <a:spLocks noGrp="1"/>
          </p:cNvSpPr>
          <p:nvPr>
            <p:ph sz="quarter" idx="10"/>
          </p:nvPr>
        </p:nvSpPr>
        <p:spPr bwMode="auto">
          <a:xfrm>
            <a:off x="457200" y="1235075"/>
            <a:ext cx="11222038" cy="48164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preserve="1" userDrawn="1">
  <p:cSld name="Title | Subtitle">
    <p:spTree>
      <p:nvGrpSpPr>
        <p:cNvPr id="1" name=""/>
        <p:cNvGrpSpPr/>
        <p:nvPr/>
      </p:nvGrpSpPr>
      <p:grpSpPr>
        <a:xfrm>
          <a:off x="0" y="0"/>
          <a:ext cx="0" cy="0"/>
          <a:chOff x="0" y="0"/>
          <a:chExt cx="0" cy="0"/>
        </a:xfrm>
      </p:grpSpPr>
      <p:sp>
        <p:nvSpPr>
          <p:cNvPr id="1289389928" name="Title 1"/>
          <p:cNvSpPr>
            <a:spLocks noGrp="1"/>
          </p:cNvSpPr>
          <p:nvPr>
            <p:ph type="title"/>
          </p:nvPr>
        </p:nvSpPr>
        <p:spPr bwMode="auto"/>
        <p:txBody>
          <a:bodyPr/>
          <a:lstStyle/>
          <a:p>
            <a:pPr>
              <a:defRPr/>
            </a:pPr>
            <a:r>
              <a:rPr lang="en-US"/>
              <a:t>Click to edit Master title style</a:t>
            </a:r>
            <a:endParaRPr/>
          </a:p>
        </p:txBody>
      </p:sp>
      <p:sp>
        <p:nvSpPr>
          <p:cNvPr id="421843845" name="Content Placeholder 5"/>
          <p:cNvSpPr>
            <a:spLocks noGrp="1"/>
          </p:cNvSpPr>
          <p:nvPr>
            <p:ph sz="quarter" idx="10"/>
          </p:nvPr>
        </p:nvSpPr>
        <p:spPr bwMode="auto">
          <a:xfrm>
            <a:off x="457200" y="1506084"/>
            <a:ext cx="11222038" cy="45243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676112371" name="Text Placeholder 7"/>
          <p:cNvSpPr>
            <a:spLocks noGrp="1"/>
          </p:cNvSpPr>
          <p:nvPr>
            <p:ph type="body" sz="quarter" idx="11"/>
          </p:nvPr>
        </p:nvSpPr>
        <p:spPr bwMode="auto">
          <a:xfrm>
            <a:off x="457200" y="998538"/>
            <a:ext cx="11222038" cy="425450"/>
          </a:xfrm>
        </p:spPr>
        <p:txBody>
          <a:bodyPr/>
          <a:lstStyle>
            <a:lvl1pPr marL="0" indent="0">
              <a:buNone/>
              <a:defRPr lang="en-US" sz="2250" spc="0">
                <a:solidFill>
                  <a:srgbClr val="003C6A"/>
                </a:solidFill>
                <a:latin typeface="Segoe UI Semibold"/>
                <a:ea typeface="+mn-ea"/>
                <a:cs typeface="Segoe UI Semibold"/>
              </a:defRPr>
            </a:lvl1pPr>
          </a:lstStyle>
          <a:p>
            <a:pPr lvl="0">
              <a:defRPr/>
            </a:pPr>
            <a:r>
              <a:rPr lang="en-US"/>
              <a:t>Click to edit Master text styles</a:t>
            </a:r>
            <a:endParaRP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preserve="1" userDrawn="1">
  <p:cSld name="Lab | Exercise">
    <p:spTree>
      <p:nvGrpSpPr>
        <p:cNvPr id="1" name=""/>
        <p:cNvGrpSpPr/>
        <p:nvPr/>
      </p:nvGrpSpPr>
      <p:grpSpPr>
        <a:xfrm>
          <a:off x="0" y="0"/>
          <a:ext cx="0" cy="0"/>
          <a:chOff x="0" y="0"/>
          <a:chExt cx="0" cy="0"/>
        </a:xfrm>
      </p:grpSpPr>
      <p:sp>
        <p:nvSpPr>
          <p:cNvPr id="317697799" name="Title 1"/>
          <p:cNvSpPr>
            <a:spLocks noGrp="1"/>
          </p:cNvSpPr>
          <p:nvPr>
            <p:ph type="title" hasCustomPrompt="1"/>
          </p:nvPr>
        </p:nvSpPr>
        <p:spPr bwMode="auto"/>
        <p:txBody>
          <a:bodyPr/>
          <a:lstStyle>
            <a:lvl1pPr>
              <a:defRPr/>
            </a:lvl1pPr>
          </a:lstStyle>
          <a:p>
            <a:pPr>
              <a:defRPr/>
            </a:pPr>
            <a:r>
              <a:rPr lang="en-US"/>
              <a:t>Click to lab/exercise title</a:t>
            </a:r>
            <a:endParaRPr/>
          </a:p>
        </p:txBody>
      </p:sp>
      <p:sp>
        <p:nvSpPr>
          <p:cNvPr id="1798582195" name="Rectangle: Rounded Corners 3"/>
          <p:cNvSpPr/>
          <p:nvPr userDrawn="1"/>
        </p:nvSpPr>
        <p:spPr bwMode="auto">
          <a:xfrm>
            <a:off x="395187" y="1555423"/>
            <a:ext cx="5816337" cy="4383464"/>
          </a:xfrm>
          <a:prstGeom prst="roundRect">
            <a:avLst>
              <a:gd name="adj" fmla="val 5914"/>
            </a:avLst>
          </a:prstGeom>
          <a:solidFill>
            <a:srgbClr val="F4F3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595331033" name="Content Placeholder 4"/>
          <p:cNvSpPr>
            <a:spLocks noGrp="1"/>
          </p:cNvSpPr>
          <p:nvPr>
            <p:ph sz="quarter" idx="12"/>
          </p:nvPr>
        </p:nvSpPr>
        <p:spPr bwMode="auto">
          <a:xfrm>
            <a:off x="702393" y="1763920"/>
            <a:ext cx="5019675" cy="37623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676478102" name="Content Placeholder 4"/>
          <p:cNvSpPr>
            <a:spLocks noGrp="1"/>
          </p:cNvSpPr>
          <p:nvPr>
            <p:ph sz="quarter" idx="13"/>
          </p:nvPr>
        </p:nvSpPr>
        <p:spPr bwMode="auto">
          <a:xfrm>
            <a:off x="6469932" y="1763920"/>
            <a:ext cx="5019675" cy="37623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preserve="1" userDrawn="1">
  <p:cSld name="Summary | KC">
    <p:spTree>
      <p:nvGrpSpPr>
        <p:cNvPr id="1" name=""/>
        <p:cNvGrpSpPr/>
        <p:nvPr/>
      </p:nvGrpSpPr>
      <p:grpSpPr>
        <a:xfrm>
          <a:off x="0" y="0"/>
          <a:ext cx="0" cy="0"/>
          <a:chOff x="0" y="0"/>
          <a:chExt cx="0" cy="0"/>
        </a:xfrm>
      </p:grpSpPr>
      <p:sp>
        <p:nvSpPr>
          <p:cNvPr id="626069824" name="Title 1"/>
          <p:cNvSpPr>
            <a:spLocks noGrp="1"/>
          </p:cNvSpPr>
          <p:nvPr>
            <p:ph type="title" hasCustomPrompt="1"/>
          </p:nvPr>
        </p:nvSpPr>
        <p:spPr bwMode="auto"/>
        <p:txBody>
          <a:bodyPr/>
          <a:lstStyle>
            <a:lvl1pPr>
              <a:defRPr/>
            </a:lvl1pPr>
          </a:lstStyle>
          <a:p>
            <a:pPr>
              <a:defRPr/>
            </a:pPr>
            <a:r>
              <a:rPr lang="en-US"/>
              <a:t>Click to add summary</a:t>
            </a:r>
            <a:endParaRPr/>
          </a:p>
        </p:txBody>
      </p:sp>
      <p:sp>
        <p:nvSpPr>
          <p:cNvPr id="2141990475" name="Rectangle: Rounded Corners 3"/>
          <p:cNvSpPr/>
          <p:nvPr userDrawn="1"/>
        </p:nvSpPr>
        <p:spPr bwMode="auto">
          <a:xfrm>
            <a:off x="5863473" y="1555423"/>
            <a:ext cx="5816337" cy="4383464"/>
          </a:xfrm>
          <a:prstGeom prst="roundRect">
            <a:avLst>
              <a:gd name="adj" fmla="val 5914"/>
            </a:avLst>
          </a:prstGeom>
          <a:solidFill>
            <a:srgbClr val="F4F3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7275351" name="Content Placeholder 4"/>
          <p:cNvSpPr>
            <a:spLocks noGrp="1"/>
          </p:cNvSpPr>
          <p:nvPr>
            <p:ph sz="quarter" idx="12"/>
          </p:nvPr>
        </p:nvSpPr>
        <p:spPr bwMode="auto">
          <a:xfrm>
            <a:off x="426610" y="1763920"/>
            <a:ext cx="5019675" cy="37623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preserve="1" userDrawn="1">
  <p:cSld name="1_Summary | KC">
    <p:spTree>
      <p:nvGrpSpPr>
        <p:cNvPr id="1" name=""/>
        <p:cNvGrpSpPr/>
        <p:nvPr/>
      </p:nvGrpSpPr>
      <p:grpSpPr>
        <a:xfrm>
          <a:off x="0" y="0"/>
          <a:ext cx="0" cy="0"/>
          <a:chOff x="0" y="0"/>
          <a:chExt cx="0" cy="0"/>
        </a:xfrm>
      </p:grpSpPr>
      <p:sp>
        <p:nvSpPr>
          <p:cNvPr id="1516997381" name="Title 1"/>
          <p:cNvSpPr>
            <a:spLocks noGrp="1"/>
          </p:cNvSpPr>
          <p:nvPr>
            <p:ph type="title" hasCustomPrompt="1"/>
          </p:nvPr>
        </p:nvSpPr>
        <p:spPr bwMode="auto"/>
        <p:txBody>
          <a:bodyPr/>
          <a:lstStyle>
            <a:lvl1pPr>
              <a:defRPr/>
            </a:lvl1pPr>
          </a:lstStyle>
          <a:p>
            <a:pPr>
              <a:defRPr/>
            </a:pPr>
            <a:r>
              <a:rPr lang="en-US"/>
              <a:t>Click to add summary</a:t>
            </a:r>
            <a:endParaRPr/>
          </a:p>
        </p:txBody>
      </p:sp>
      <p:sp>
        <p:nvSpPr>
          <p:cNvPr id="216777283" name="Rectangle: Rounded Corners 3"/>
          <p:cNvSpPr/>
          <p:nvPr userDrawn="1"/>
        </p:nvSpPr>
        <p:spPr bwMode="auto">
          <a:xfrm>
            <a:off x="457201" y="1555423"/>
            <a:ext cx="11222610" cy="4383464"/>
          </a:xfrm>
          <a:prstGeom prst="roundRect">
            <a:avLst>
              <a:gd name="adj" fmla="val 5914"/>
            </a:avLst>
          </a:prstGeom>
          <a:solidFill>
            <a:srgbClr val="F4F3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userDrawn="1">
  <p:cSld name="Summary">
    <p:spTree>
      <p:nvGrpSpPr>
        <p:cNvPr id="1" name=""/>
        <p:cNvGrpSpPr/>
        <p:nvPr/>
      </p:nvGrpSpPr>
      <p:grpSpPr>
        <a:xfrm>
          <a:off x="0" y="0"/>
          <a:ext cx="0" cy="0"/>
          <a:chOff x="0" y="0"/>
          <a:chExt cx="0" cy="0"/>
        </a:xfrm>
      </p:grpSpPr>
      <p:sp>
        <p:nvSpPr>
          <p:cNvPr id="1998925521" name="Title 1"/>
          <p:cNvSpPr>
            <a:spLocks noGrp="1"/>
          </p:cNvSpPr>
          <p:nvPr>
            <p:ph type="title"/>
          </p:nvPr>
        </p:nvSpPr>
        <p:spPr bwMode="auto">
          <a:xfrm>
            <a:off x="588262" y="585216"/>
            <a:ext cx="8193024" cy="492443"/>
          </a:xfrm>
        </p:spPr>
        <p:txBody>
          <a:bodyPr/>
          <a:lstStyle>
            <a:lvl1pPr>
              <a:defRPr sz="3200" b="0" i="0">
                <a:solidFill>
                  <a:schemeClr val="tx1"/>
                </a:solidFill>
                <a:latin typeface="+mj-lt"/>
                <a:cs typeface="Segoe UI Semibold"/>
              </a:defRPr>
            </a:lvl1pPr>
          </a:lstStyle>
          <a:p>
            <a:pPr>
              <a:defRPr/>
            </a:pPr>
            <a:r>
              <a:rPr lang="en-US"/>
              <a:t>Click to edit Master title style</a:t>
            </a:r>
            <a:endParaRPr/>
          </a:p>
        </p:txBody>
      </p:sp>
      <p:sp>
        <p:nvSpPr>
          <p:cNvPr id="410001891" name="Footer Placeholder 10"/>
          <p:cNvSpPr>
            <a:spLocks noGrp="1"/>
          </p:cNvSpPr>
          <p:nvPr>
            <p:ph type="ftr" sz="quarter" idx="3"/>
          </p:nvPr>
        </p:nvSpPr>
        <p:spPr bwMode="auto">
          <a:xfrm>
            <a:off x="4356100"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2002872463" name="Text Placeholder 11"/>
          <p:cNvSpPr>
            <a:spLocks noGrp="1"/>
          </p:cNvSpPr>
          <p:nvPr>
            <p:ph type="body" sz="quarter" idx="17"/>
          </p:nvPr>
        </p:nvSpPr>
        <p:spPr bwMode="auto">
          <a:xfrm>
            <a:off x="4356039" y="1926472"/>
            <a:ext cx="5364224"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1587394030" name="Text Placeholder 3"/>
          <p:cNvSpPr>
            <a:spLocks noGrp="1"/>
          </p:cNvSpPr>
          <p:nvPr>
            <p:ph type="body" sz="quarter" idx="35"/>
          </p:nvPr>
        </p:nvSpPr>
        <p:spPr bwMode="auto">
          <a:xfrm>
            <a:off x="4358229" y="2578100"/>
            <a:ext cx="5361973"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020950792" name="Text Placeholder 11"/>
          <p:cNvSpPr>
            <a:spLocks noGrp="1"/>
          </p:cNvSpPr>
          <p:nvPr>
            <p:ph type="body" sz="quarter" idx="34"/>
          </p:nvPr>
        </p:nvSpPr>
        <p:spPr bwMode="auto">
          <a:xfrm>
            <a:off x="588263" y="2542117"/>
            <a:ext cx="2027938" cy="492443"/>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userDrawn="1">
  <p:cSld name="LearningPath1_WmGray">
    <p:bg>
      <p:bgPr>
        <a:solidFill>
          <a:srgbClr val="E8E6DF"/>
        </a:solidFill>
        <a:effectLst/>
      </p:bgPr>
    </p:bg>
    <p:spTree>
      <p:nvGrpSpPr>
        <p:cNvPr id="1" name=""/>
        <p:cNvGrpSpPr/>
        <p:nvPr/>
      </p:nvGrpSpPr>
      <p:grpSpPr>
        <a:xfrm>
          <a:off x="0" y="0"/>
          <a:ext cx="0" cy="0"/>
          <a:chOff x="0" y="0"/>
          <a:chExt cx="0" cy="0"/>
        </a:xfrm>
      </p:grpSpPr>
      <p:sp>
        <p:nvSpPr>
          <p:cNvPr id="1136960885" name="Title 1"/>
          <p:cNvSpPr>
            <a:spLocks noGrp="1"/>
          </p:cNvSpPr>
          <p:nvPr>
            <p:ph type="title"/>
          </p:nvPr>
        </p:nvSpPr>
        <p:spPr bwMode="auto">
          <a:xfrm>
            <a:off x="588262" y="585216"/>
            <a:ext cx="8193024" cy="492443"/>
          </a:xfrm>
        </p:spPr>
        <p:txBody>
          <a:bodyPr/>
          <a:lstStyle>
            <a:lvl1pPr>
              <a:defRPr sz="3200" b="0" i="0">
                <a:solidFill>
                  <a:schemeClr val="tx1"/>
                </a:solidFill>
                <a:latin typeface="+mj-lt"/>
                <a:cs typeface="Segoe UI Semibold"/>
              </a:defRPr>
            </a:lvl1pPr>
          </a:lstStyle>
          <a:p>
            <a:pPr>
              <a:defRPr/>
            </a:pPr>
            <a:r>
              <a:rPr lang="en-US"/>
              <a:t>Click to edit Master title style</a:t>
            </a:r>
            <a:endParaRPr/>
          </a:p>
        </p:txBody>
      </p:sp>
      <p:sp>
        <p:nvSpPr>
          <p:cNvPr id="186964883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pic>
        <p:nvPicPr>
          <p:cNvPr id="300470179" name="Graphic 5"/>
          <p:cNvPicPr>
            <a:picLocks noChangeAspect="1"/>
          </p:cNvPicPr>
          <p:nvPr userDrawn="1"/>
        </p:nvPicPr>
        <p:blipFill>
          <a:blip r:embed="rId2"/>
          <a:stretch>
            <a:fillRect/>
          </a:stretch>
        </p:blipFill>
        <p:spPr bwMode="auto">
          <a:xfrm>
            <a:off x="-1" y="2827846"/>
            <a:ext cx="12192001" cy="3035200"/>
          </a:xfrm>
          <a:prstGeom prst="rect">
            <a:avLst/>
          </a:prstGeom>
        </p:spPr>
      </p:pic>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PhAnim="0" preserve="1" userDrawn="1">
  <p:cSld name="Walk-in">
    <p:bg bwMode="gray">
      <p:bgPr>
        <a:solidFill>
          <a:schemeClr val="tx2"/>
        </a:solidFill>
        <a:effectLst/>
      </p:bgPr>
    </p:bg>
    <p:spTree>
      <p:nvGrpSpPr>
        <p:cNvPr id="1" name=""/>
        <p:cNvGrpSpPr/>
        <p:nvPr/>
      </p:nvGrpSpPr>
      <p:grpSpPr>
        <a:xfrm>
          <a:off x="0" y="0"/>
          <a:ext cx="0" cy="0"/>
          <a:chOff x="0" y="0"/>
          <a:chExt cx="0" cy="0"/>
        </a:xfrm>
      </p:grpSpPr>
      <p:pic>
        <p:nvPicPr>
          <p:cNvPr id="1908096131" name="MS logo white - EMF" descr="Microsoft logo white text version"/>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black">
          <a:xfrm>
            <a:off x="584200" y="585788"/>
            <a:ext cx="1366245" cy="292608"/>
          </a:xfrm>
          <a:prstGeom prst="rect">
            <a:avLst/>
          </a:prstGeom>
        </p:spPr>
      </p:pic>
      <p:pic>
        <p:nvPicPr>
          <p:cNvPr id="506281165" name="Picture 3" descr="Microsoft Learn&#10;Spark possibility"/>
          <p:cNvPicPr>
            <a:picLocks noGrp="1" noRot="1" noMove="1" noResize="1" noEditPoints="1" noAdjustHandles="1" noChangeArrowheads="1" noChangeShapeType="1" noCrop="1"/>
          </p:cNvPicPr>
          <p:nvPr userDrawn="1"/>
        </p:nvPicPr>
        <p:blipFill>
          <a:blip r:embed="rId3"/>
          <a:stretch>
            <a:fillRect/>
          </a:stretch>
        </p:blipFill>
        <p:spPr bwMode="auto">
          <a:xfrm>
            <a:off x="223228" y="2573202"/>
            <a:ext cx="5344642" cy="1681958"/>
          </a:xfrm>
          <a:prstGeom prst="rect">
            <a:avLst/>
          </a:prstGeom>
        </p:spPr>
      </p:pic>
      <p:sp>
        <p:nvSpPr>
          <p:cNvPr id="1107682951"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bg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PhAnim="0" preserve="1" userDrawn="1">
  <p:cSld name="Title Slide">
    <p:bg>
      <p:bgPr>
        <a:solidFill>
          <a:srgbClr val="E8E6DF"/>
        </a:solidFill>
        <a:effectLst/>
      </p:bgPr>
    </p:bg>
    <p:spTree>
      <p:nvGrpSpPr>
        <p:cNvPr id="1" name=""/>
        <p:cNvGrpSpPr/>
        <p:nvPr/>
      </p:nvGrpSpPr>
      <p:grpSpPr>
        <a:xfrm>
          <a:off x="0" y="0"/>
          <a:ext cx="0" cy="0"/>
          <a:chOff x="0" y="0"/>
          <a:chExt cx="0" cy="0"/>
        </a:xfrm>
      </p:grpSpPr>
      <p:pic>
        <p:nvPicPr>
          <p:cNvPr id="977578923" name="Picture 9"/>
          <p:cNvPicPr>
            <a:picLocks noChangeAspect="1"/>
          </p:cNvPicPr>
          <p:nvPr userDrawn="1"/>
        </p:nvPicPr>
        <p:blipFill>
          <a:blip r:embed="rId2"/>
          <a:stretch>
            <a:fillRect/>
          </a:stretch>
        </p:blipFill>
        <p:spPr bwMode="auto">
          <a:xfrm>
            <a:off x="0" y="0"/>
            <a:ext cx="12192000" cy="6858000"/>
          </a:xfrm>
          <a:prstGeom prst="rect">
            <a:avLst/>
          </a:prstGeom>
        </p:spPr>
      </p:pic>
      <p:pic>
        <p:nvPicPr>
          <p:cNvPr id="1472641334" name="MS logo gray - EMF" descr="Microsoft logo, gray text version"/>
          <p:cNvPicPr>
            <a:picLocks noChangeAspect="1"/>
          </p:cNvPicPr>
          <p:nvPr userDrawn="1"/>
        </p:nvPicPr>
        <p:blipFill>
          <a:blip r:embed="rId3"/>
          <a:stretch>
            <a:fillRect/>
          </a:stretch>
        </p:blipFill>
        <p:spPr bwMode="black">
          <a:xfrm>
            <a:off x="584200" y="585788"/>
            <a:ext cx="1366440" cy="292608"/>
          </a:xfrm>
          <a:prstGeom prst="rect">
            <a:avLst/>
          </a:prstGeom>
        </p:spPr>
      </p:pic>
      <p:sp>
        <p:nvSpPr>
          <p:cNvPr id="1629673664" name="Title 1"/>
          <p:cNvSpPr>
            <a:spLocks noGrp="1"/>
          </p:cNvSpPr>
          <p:nvPr>
            <p:ph type="title" hasCustomPrompt="1"/>
          </p:nvPr>
        </p:nvSpPr>
        <p:spPr bwMode="auto">
          <a:xfrm>
            <a:off x="569912" y="3429000"/>
            <a:ext cx="5686955" cy="1231106"/>
          </a:xfrm>
          <a:prstGeom prst="rect">
            <a:avLst/>
          </a:prstGeom>
          <a:noFill/>
        </p:spPr>
        <p:txBody>
          <a:bodyPr wrap="square" lIns="0" tIns="0" rIns="0" bIns="0" anchor="b" anchorCtr="0">
            <a:spAutoFit/>
          </a:bodyPr>
          <a:lstStyle>
            <a:lvl1pPr>
              <a:defRPr sz="4000" b="0" i="0" spc="-50">
                <a:solidFill>
                  <a:schemeClr val="tx1"/>
                </a:solidFill>
                <a:latin typeface="+mn-lt"/>
                <a:cs typeface="Segoe UI"/>
              </a:defRPr>
            </a:lvl1pPr>
          </a:lstStyle>
          <a:p>
            <a:pPr>
              <a:defRPr/>
            </a:pPr>
            <a:r>
              <a:rPr lang="en-US"/>
              <a:t>Event name or </a:t>
            </a:r>
            <a:br>
              <a:rPr lang="en-US"/>
            </a:br>
            <a:r>
              <a:rPr lang="en-US"/>
              <a:t>presentation title </a:t>
            </a:r>
            <a:endParaRPr/>
          </a:p>
        </p:txBody>
      </p:sp>
      <p:sp>
        <p:nvSpPr>
          <p:cNvPr id="326218701" name="Text Placeholder 4"/>
          <p:cNvSpPr>
            <a:spLocks noGrp="1"/>
          </p:cNvSpPr>
          <p:nvPr>
            <p:ph type="body" sz="quarter" idx="13" hasCustomPrompt="1"/>
          </p:nvPr>
        </p:nvSpPr>
        <p:spPr bwMode="auto">
          <a:xfrm>
            <a:off x="4756150" y="6446520"/>
            <a:ext cx="1645920" cy="153888"/>
          </a:xfrm>
          <a:prstGeom prst="rect">
            <a:avLst/>
          </a:prstGeom>
          <a:noFill/>
        </p:spPr>
        <p:txBody>
          <a:bodyPr wrap="square" lIns="0" tIns="0" rIns="0" bIns="0">
            <a:spAutoFit/>
          </a:bodyPr>
          <a:lstStyle>
            <a:lvl1pPr marL="0" indent="0">
              <a:spcBef>
                <a:spcPct val="0"/>
              </a:spcBef>
              <a:buNone/>
              <a:defRPr sz="1000" spc="0">
                <a:solidFill>
                  <a:schemeClr val="tx1"/>
                </a:solidFill>
                <a:latin typeface="+mn-lt"/>
                <a:cs typeface="Segoe UI"/>
              </a:defRPr>
            </a:lvl1pPr>
          </a:lstStyle>
          <a:p>
            <a:pPr lvl="0">
              <a:defRPr/>
            </a:pPr>
            <a:r>
              <a:rPr lang="en-US"/>
              <a:t>Date</a:t>
            </a:r>
            <a:endParaRPr/>
          </a:p>
        </p:txBody>
      </p:sp>
      <p:sp>
        <p:nvSpPr>
          <p:cNvPr id="56079798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PhAnim="0" preserve="1" userDrawn="1">
  <p:cSld name="Section slide">
    <p:bg>
      <p:bgPr>
        <a:solidFill>
          <a:srgbClr val="E8E6DF"/>
        </a:solidFill>
        <a:effectLst/>
      </p:bgPr>
    </p:bg>
    <p:spTree>
      <p:nvGrpSpPr>
        <p:cNvPr id="1" name=""/>
        <p:cNvGrpSpPr/>
        <p:nvPr/>
      </p:nvGrpSpPr>
      <p:grpSpPr>
        <a:xfrm>
          <a:off x="0" y="0"/>
          <a:ext cx="0" cy="0"/>
          <a:chOff x="0" y="0"/>
          <a:chExt cx="0" cy="0"/>
        </a:xfrm>
      </p:grpSpPr>
      <p:pic>
        <p:nvPicPr>
          <p:cNvPr id="125879899" name="Picture 1"/>
          <p:cNvPicPr>
            <a:picLocks noChangeAspect="1"/>
          </p:cNvPicPr>
          <p:nvPr userDrawn="1"/>
        </p:nvPicPr>
        <p:blipFill>
          <a:blip r:embed="rId2"/>
          <a:srcRect r="19823"/>
          <a:stretch>
            <a:fillRect/>
          </a:stretch>
        </p:blipFill>
        <p:spPr bwMode="auto">
          <a:xfrm>
            <a:off x="2417010" y="0"/>
            <a:ext cx="9774990" cy="6858000"/>
          </a:xfrm>
          <a:prstGeom prst="rect">
            <a:avLst/>
          </a:prstGeom>
        </p:spPr>
      </p:pic>
      <p:sp>
        <p:nvSpPr>
          <p:cNvPr id="791299095" name="Title 1"/>
          <p:cNvSpPr>
            <a:spLocks noGrp="1"/>
          </p:cNvSpPr>
          <p:nvPr>
            <p:ph type="title" hasCustomPrompt="1"/>
          </p:nvPr>
        </p:nvSpPr>
        <p:spPr bwMode="auto">
          <a:xfrm>
            <a:off x="569911" y="3384610"/>
            <a:ext cx="6345239" cy="615553"/>
          </a:xfrm>
          <a:prstGeom prst="rect">
            <a:avLst/>
          </a:prstGeom>
          <a:noFill/>
        </p:spPr>
        <p:txBody>
          <a:bodyPr wrap="square" lIns="0" tIns="0" rIns="0" bIns="0" anchor="b" anchorCtr="0">
            <a:spAutoFit/>
          </a:bodyPr>
          <a:lstStyle>
            <a:lvl1pPr>
              <a:defRPr sz="4000" b="0" i="0" spc="-50">
                <a:solidFill>
                  <a:schemeClr val="tx1"/>
                </a:solidFill>
                <a:latin typeface="+mn-lt"/>
                <a:cs typeface="Segoe UI"/>
              </a:defRPr>
            </a:lvl1pPr>
          </a:lstStyle>
          <a:p>
            <a:pPr>
              <a:defRPr/>
            </a:pPr>
            <a:r>
              <a:rPr lang="en-US"/>
              <a:t>Section divider title</a:t>
            </a:r>
            <a:endParaRPr/>
          </a:p>
        </p:txBody>
      </p:sp>
      <p:sp>
        <p:nvSpPr>
          <p:cNvPr id="10247131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PhAnim="0" preserve="1" userDrawn="1">
  <p:cSld name="Agenda_1-column">
    <p:bg>
      <p:bgPr>
        <a:solidFill>
          <a:srgbClr val="E8E6DF"/>
        </a:solidFill>
        <a:effectLst/>
      </p:bgPr>
    </p:bg>
    <p:spTree>
      <p:nvGrpSpPr>
        <p:cNvPr id="1" name=""/>
        <p:cNvGrpSpPr/>
        <p:nvPr/>
      </p:nvGrpSpPr>
      <p:grpSpPr>
        <a:xfrm>
          <a:off x="0" y="0"/>
          <a:ext cx="0" cy="0"/>
          <a:chOff x="0" y="0"/>
          <a:chExt cx="0" cy="0"/>
        </a:xfrm>
      </p:grpSpPr>
      <p:sp>
        <p:nvSpPr>
          <p:cNvPr id="510295504" name="Title 1"/>
          <p:cNvSpPr>
            <a:spLocks noGrp="1"/>
          </p:cNvSpPr>
          <p:nvPr>
            <p:ph type="title" hasCustomPrompt="1"/>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Agenda</a:t>
            </a:r>
            <a:endParaRPr/>
          </a:p>
        </p:txBody>
      </p:sp>
      <p:cxnSp>
        <p:nvCxnSpPr>
          <p:cNvPr id="529632862" name="Straight Connector 3"/>
          <p:cNvCxnSpPr/>
          <p:nvPr userDrawn="1"/>
        </p:nvCxnSpPr>
        <p:spPr bwMode="auto">
          <a:xfrm>
            <a:off x="585216" y="1289050"/>
            <a:ext cx="3182112" cy="0"/>
          </a:xfrm>
          <a:prstGeom prst="line">
            <a:avLst/>
          </a:prstGeom>
          <a:ln w="76200" cap="rnd">
            <a:gradFill>
              <a:gsLst>
                <a:gs pos="0">
                  <a:schemeClr val="accent3"/>
                </a:gs>
                <a:gs pos="22000">
                  <a:srgbClr val="F4364C"/>
                </a:gs>
                <a:gs pos="48000">
                  <a:schemeClr val="accent2"/>
                </a:gs>
                <a:gs pos="97531">
                  <a:srgbClr val="8DC8E8"/>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5240539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580776381" name="Text Placeholder 3"/>
          <p:cNvSpPr>
            <a:spLocks noGrp="1"/>
          </p:cNvSpPr>
          <p:nvPr>
            <p:ph type="body" sz="quarter" idx="15"/>
          </p:nvPr>
        </p:nvSpPr>
        <p:spPr bwMode="auto">
          <a:xfrm>
            <a:off x="586388" y="1818177"/>
            <a:ext cx="5033361" cy="280782"/>
          </a:xfrm>
          <a:prstGeom prst="rect">
            <a:avLst/>
          </a:prstGeom>
        </p:spPr>
        <p:txBody>
          <a:bodyPr wrap="square">
            <a:spAutoFit/>
          </a:bodyPr>
          <a:lstStyle>
            <a:lvl1pPr marL="137160" indent="-137160">
              <a:lnSpc>
                <a:spcPct val="110000"/>
              </a:lnSpc>
              <a:spcBef>
                <a:spcPct val="0"/>
              </a:spcBef>
              <a:spcAft>
                <a:spcPts val="1200"/>
              </a:spcAft>
              <a:buFont typeface="Arial"/>
              <a:buChar char="•"/>
              <a:defRPr sz="1800">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PhAnim="0" preserve="1" userDrawn="1">
  <p:cSld name="3_Agenda_2-column">
    <p:bg>
      <p:bgPr>
        <a:solidFill>
          <a:srgbClr val="E8E6DF"/>
        </a:solidFill>
        <a:effectLst/>
      </p:bgPr>
    </p:bg>
    <p:spTree>
      <p:nvGrpSpPr>
        <p:cNvPr id="1" name=""/>
        <p:cNvGrpSpPr/>
        <p:nvPr/>
      </p:nvGrpSpPr>
      <p:grpSpPr>
        <a:xfrm>
          <a:off x="0" y="0"/>
          <a:ext cx="0" cy="0"/>
          <a:chOff x="0" y="0"/>
          <a:chExt cx="0" cy="0"/>
        </a:xfrm>
      </p:grpSpPr>
      <p:sp>
        <p:nvSpPr>
          <p:cNvPr id="2095657049" name="Title 1"/>
          <p:cNvSpPr>
            <a:spLocks noGrp="1"/>
          </p:cNvSpPr>
          <p:nvPr>
            <p:ph type="title" hasCustomPrompt="1"/>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Agenda</a:t>
            </a:r>
            <a:endParaRPr/>
          </a:p>
        </p:txBody>
      </p:sp>
      <p:cxnSp>
        <p:nvCxnSpPr>
          <p:cNvPr id="975116293" name="Straight Connector 3"/>
          <p:cNvCxnSpPr/>
          <p:nvPr userDrawn="1"/>
        </p:nvCxnSpPr>
        <p:spPr bwMode="auto">
          <a:xfrm>
            <a:off x="585216" y="1289050"/>
            <a:ext cx="3182112" cy="0"/>
          </a:xfrm>
          <a:prstGeom prst="line">
            <a:avLst/>
          </a:prstGeom>
          <a:ln w="76200" cap="rnd">
            <a:gradFill>
              <a:gsLst>
                <a:gs pos="0">
                  <a:schemeClr val="accent3"/>
                </a:gs>
                <a:gs pos="22000">
                  <a:srgbClr val="F4364C"/>
                </a:gs>
                <a:gs pos="48000">
                  <a:schemeClr val="accent2"/>
                </a:gs>
                <a:gs pos="97531">
                  <a:srgbClr val="8DC8E8"/>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2202041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858295354" name="Text Placeholder 3"/>
          <p:cNvSpPr>
            <a:spLocks noGrp="1"/>
          </p:cNvSpPr>
          <p:nvPr>
            <p:ph type="body" sz="quarter" idx="17"/>
          </p:nvPr>
        </p:nvSpPr>
        <p:spPr bwMode="auto">
          <a:xfrm>
            <a:off x="586388" y="1818177"/>
            <a:ext cx="4719695" cy="249620"/>
          </a:xfrm>
          <a:prstGeom prst="rect">
            <a:avLst/>
          </a:prstGeom>
        </p:spPr>
        <p:txBody>
          <a:bodyPr wrap="square">
            <a:spAutoFit/>
          </a:bodyPr>
          <a:lstStyle>
            <a:lvl1pPr marL="137160" indent="-137160">
              <a:lnSpc>
                <a:spcPct val="110000"/>
              </a:lnSpc>
              <a:spcBef>
                <a:spcPct val="0"/>
              </a:spcBef>
              <a:spcAft>
                <a:spcPts val="1200"/>
              </a:spcAft>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164295933" name="Text Placeholder 3"/>
          <p:cNvSpPr>
            <a:spLocks noGrp="1"/>
          </p:cNvSpPr>
          <p:nvPr>
            <p:ph type="body" sz="quarter" idx="18"/>
          </p:nvPr>
        </p:nvSpPr>
        <p:spPr bwMode="auto">
          <a:xfrm>
            <a:off x="6891338" y="1818177"/>
            <a:ext cx="4719695" cy="249620"/>
          </a:xfrm>
          <a:prstGeom prst="rect">
            <a:avLst/>
          </a:prstGeom>
        </p:spPr>
        <p:txBody>
          <a:bodyPr wrap="square">
            <a:spAutoFit/>
          </a:bodyPr>
          <a:lstStyle>
            <a:lvl1pPr marL="137160" indent="-137160">
              <a:lnSpc>
                <a:spcPct val="110000"/>
              </a:lnSpc>
              <a:spcBef>
                <a:spcPct val="0"/>
              </a:spcBef>
              <a:spcAft>
                <a:spcPts val="1200"/>
              </a:spcAft>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PhAnim="0" preserve="1" userDrawn="1">
  <p:cSld name="Presenter-BIo">
    <p:bg>
      <p:bgPr>
        <a:solidFill>
          <a:srgbClr val="E8E6DF"/>
        </a:solidFill>
        <a:effectLst/>
      </p:bgPr>
    </p:bg>
    <p:spTree>
      <p:nvGrpSpPr>
        <p:cNvPr id="1" name=""/>
        <p:cNvGrpSpPr/>
        <p:nvPr/>
      </p:nvGrpSpPr>
      <p:grpSpPr>
        <a:xfrm>
          <a:off x="0" y="0"/>
          <a:ext cx="0" cy="0"/>
          <a:chOff x="0" y="0"/>
          <a:chExt cx="0" cy="0"/>
        </a:xfrm>
      </p:grpSpPr>
      <p:sp>
        <p:nvSpPr>
          <p:cNvPr id="1938279185" name="Rectangle 18"/>
          <p:cNvSpPr/>
          <p:nvPr userDrawn="1"/>
        </p:nvSpPr>
        <p:spPr bwMode="auto">
          <a:xfrm>
            <a:off x="1" y="0"/>
            <a:ext cx="7036066" cy="68580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a:lnSpc>
                <a:spcPct val="100000"/>
              </a:lnSpc>
              <a:spcBef>
                <a:spcPct val="0"/>
              </a:spcBef>
              <a:spcAft>
                <a:spcPct val="0"/>
              </a:spcAft>
              <a:buClrTx/>
              <a:buSzTx/>
              <a:buFontTx/>
              <a:buNone/>
              <a:defRPr/>
            </a:pPr>
            <a:endParaRPr lang="en-US" sz="2000" b="0" i="0" u="none" strike="noStrike" cap="none" spc="0">
              <a:ln>
                <a:noFill/>
              </a:ln>
              <a:solidFill>
                <a:srgbClr val="FFFFFF"/>
              </a:solidFill>
              <a:latin typeface="Segoe UI"/>
              <a:ea typeface="Segoe UI"/>
              <a:cs typeface="Segoe UI"/>
            </a:endParaRPr>
          </a:p>
        </p:txBody>
      </p:sp>
      <p:sp>
        <p:nvSpPr>
          <p:cNvPr id="195479476" name="Title 1"/>
          <p:cNvSpPr>
            <a:spLocks noGrp="1"/>
          </p:cNvSpPr>
          <p:nvPr>
            <p:ph type="title"/>
          </p:nvPr>
        </p:nvSpPr>
        <p:spPr bwMode="auto">
          <a:xfrm>
            <a:off x="588262" y="585216"/>
            <a:ext cx="5749038"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450950860" name="Picture Placeholder" descr="This photo is a 'placeholder' only. Drag or drop your photo here, or click and tap the center to insert a photo."/>
          <p:cNvSpPr>
            <a:spLocks noGrp="1"/>
          </p:cNvSpPr>
          <p:nvPr>
            <p:ph type="pic" sz="quarter" idx="19"/>
          </p:nvPr>
        </p:nvSpPr>
        <p:spPr bwMode="ltGray">
          <a:xfrm>
            <a:off x="7554590"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334532656" name="Picture Placeholder" descr="This photo is a 'placeholder' only. Drag or drop your photo here, or click and tap the center to insert a photo."/>
          <p:cNvSpPr>
            <a:spLocks noGrp="1"/>
          </p:cNvSpPr>
          <p:nvPr>
            <p:ph type="pic" sz="quarter" idx="30"/>
          </p:nvPr>
        </p:nvSpPr>
        <p:spPr bwMode="ltGray">
          <a:xfrm>
            <a:off x="10568728"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2075865477" name="Picture Placeholder" descr="This photo is a 'placeholder' only. Drag or drop your photo here, or click and tap the center to insert a photo."/>
          <p:cNvSpPr>
            <a:spLocks noGrp="1"/>
          </p:cNvSpPr>
          <p:nvPr>
            <p:ph type="pic" sz="quarter" idx="31"/>
          </p:nvPr>
        </p:nvSpPr>
        <p:spPr bwMode="ltGray">
          <a:xfrm>
            <a:off x="9061659"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300762763" name="Picture Placeholder" descr="This photo is a 'placeholder' only. Drag or drop your photo here, or click and tap the center to insert a photo."/>
          <p:cNvSpPr>
            <a:spLocks noGrp="1"/>
          </p:cNvSpPr>
          <p:nvPr>
            <p:ph type="pic" sz="quarter" idx="32"/>
          </p:nvPr>
        </p:nvSpPr>
        <p:spPr bwMode="ltGray">
          <a:xfrm>
            <a:off x="7554590"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373048914" name="Picture Placeholder" descr="This photo is a 'placeholder' only. Drag or drop your photo here, or click and tap the center to insert a photo."/>
          <p:cNvSpPr>
            <a:spLocks noGrp="1"/>
          </p:cNvSpPr>
          <p:nvPr>
            <p:ph type="pic" sz="quarter" idx="33"/>
          </p:nvPr>
        </p:nvSpPr>
        <p:spPr bwMode="ltGray">
          <a:xfrm>
            <a:off x="10568728"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1678512433" name="Picture Placeholder" descr="This photo is a 'placeholder' only. Drag or drop your photo here, or click and tap the center to insert a photo."/>
          <p:cNvSpPr>
            <a:spLocks noGrp="1"/>
          </p:cNvSpPr>
          <p:nvPr>
            <p:ph type="pic" sz="quarter" idx="34"/>
          </p:nvPr>
        </p:nvSpPr>
        <p:spPr bwMode="ltGray">
          <a:xfrm>
            <a:off x="9061659"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1305132619" name="Picture Placeholder" descr="This photo is a 'placeholder' only. Drag or drop your photo here, or click and tap the center to insert a photo."/>
          <p:cNvSpPr>
            <a:spLocks noGrp="1"/>
          </p:cNvSpPr>
          <p:nvPr>
            <p:ph type="pic" sz="quarter" idx="14" hasCustomPrompt="1"/>
          </p:nvPr>
        </p:nvSpPr>
        <p:spPr bwMode="ltGray">
          <a:xfrm>
            <a:off x="8165231" y="457200"/>
            <a:ext cx="2849035" cy="2874212"/>
          </a:xfrm>
          <a:prstGeom prst="roundRect">
            <a:avLst>
              <a:gd name="adj" fmla="val 21738"/>
            </a:avLst>
          </a:prstGeom>
          <a:blipFill rotWithShape="1">
            <a:blip r:embed="rId2"/>
            <a:stretch>
              <a:fillRect/>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650" b="1">
                <a:solidFill>
                  <a:srgbClr val="000000"/>
                </a:solidFill>
                <a:latin typeface="+mn-lt"/>
                <a:cs typeface="Segoe UI"/>
              </a:defRPr>
            </a:lvl1pPr>
          </a:lstStyle>
          <a:p>
            <a:pPr>
              <a:defRPr/>
            </a:pPr>
            <a:r>
              <a:rPr lang="en-US"/>
              <a:t>Click icon to </a:t>
            </a:r>
            <a:br>
              <a:rPr lang="en-US"/>
            </a:br>
            <a:r>
              <a:rPr lang="en-US"/>
              <a:t>add your picture here</a:t>
            </a:r>
            <a:endParaRPr/>
          </a:p>
        </p:txBody>
      </p:sp>
      <p:sp>
        <p:nvSpPr>
          <p:cNvPr id="123619046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PhAnim="0" preserve="1" userDrawn="1">
  <p:cSld name="Summary page_Big headline_Learn">
    <p:bg>
      <p:bgPr>
        <a:solidFill>
          <a:srgbClr val="E8E6DF"/>
        </a:solidFill>
        <a:effectLst/>
      </p:bgPr>
    </p:bg>
    <p:spTree>
      <p:nvGrpSpPr>
        <p:cNvPr id="1" name=""/>
        <p:cNvGrpSpPr/>
        <p:nvPr/>
      </p:nvGrpSpPr>
      <p:grpSpPr>
        <a:xfrm>
          <a:off x="0" y="0"/>
          <a:ext cx="0" cy="0"/>
          <a:chOff x="0" y="0"/>
          <a:chExt cx="0" cy="0"/>
        </a:xfrm>
      </p:grpSpPr>
      <p:pic>
        <p:nvPicPr>
          <p:cNvPr id="521952496" name="Picture 2"/>
          <p:cNvPicPr>
            <a:picLocks noChangeAspect="1"/>
          </p:cNvPicPr>
          <p:nvPr userDrawn="1"/>
        </p:nvPicPr>
        <p:blipFill>
          <a:blip r:embed="rId2"/>
          <a:stretch>
            <a:fillRect/>
          </a:stretch>
        </p:blipFill>
        <p:spPr bwMode="auto">
          <a:xfrm>
            <a:off x="0" y="0"/>
            <a:ext cx="12192000" cy="6858000"/>
          </a:xfrm>
          <a:prstGeom prst="rect">
            <a:avLst/>
          </a:prstGeom>
        </p:spPr>
      </p:pic>
      <p:sp>
        <p:nvSpPr>
          <p:cNvPr id="852444228" name="Title 4"/>
          <p:cNvSpPr>
            <a:spLocks noGrp="1"/>
          </p:cNvSpPr>
          <p:nvPr>
            <p:ph type="title" hasCustomPrompt="1"/>
          </p:nvPr>
        </p:nvSpPr>
        <p:spPr bwMode="auto">
          <a:xfrm>
            <a:off x="525081" y="2448062"/>
            <a:ext cx="10430257" cy="1015663"/>
          </a:xfrm>
        </p:spPr>
        <p:txBody>
          <a:bodyPr anchor="b" anchorCtr="0"/>
          <a:lstStyle>
            <a:lvl1pPr>
              <a:defRPr sz="6600" spc="-100">
                <a:latin typeface="+mn-lt"/>
              </a:defRPr>
            </a:lvl1pPr>
          </a:lstStyle>
          <a:p>
            <a:pPr>
              <a:defRPr/>
            </a:pPr>
            <a:r>
              <a:rPr lang="en-US"/>
              <a:t>Big headline</a:t>
            </a:r>
            <a:endParaRPr/>
          </a:p>
        </p:txBody>
      </p:sp>
      <p:sp>
        <p:nvSpPr>
          <p:cNvPr id="1032992476" name="Text Placeholder 3"/>
          <p:cNvSpPr>
            <a:spLocks noGrp="1"/>
          </p:cNvSpPr>
          <p:nvPr>
            <p:ph type="body" sz="quarter" idx="15"/>
          </p:nvPr>
        </p:nvSpPr>
        <p:spPr bwMode="auto">
          <a:xfrm>
            <a:off x="586390" y="4278313"/>
            <a:ext cx="4712686" cy="726353"/>
          </a:xfrm>
          <a:prstGeom prst="rect">
            <a:avLst/>
          </a:prstGeom>
        </p:spPr>
        <p:txBody>
          <a:bodyPr wrap="square">
            <a:spAutoFit/>
          </a:bodyPr>
          <a:lstStyle>
            <a:lvl1pPr marL="137160" indent="-137160">
              <a:spcAft>
                <a:spcPct val="0"/>
              </a:spcAft>
              <a:buFont typeface="Arial"/>
              <a:buChar char="•"/>
              <a:defRPr>
                <a:solidFill>
                  <a:schemeClr val="tx1"/>
                </a:solidFill>
              </a:defRPr>
            </a:lvl1pPr>
            <a:lvl2pPr marL="265176" indent="-128016">
              <a:spcAft>
                <a:spcPct val="0"/>
              </a:spcAft>
              <a:buFont typeface="Arial"/>
              <a:buChar char="•"/>
              <a:defRPr>
                <a:solidFill>
                  <a:schemeClr val="tx1"/>
                </a:solidFill>
              </a:defRPr>
            </a:lvl2pPr>
            <a:lvl3pPr marL="384048" indent="-118872">
              <a:spcAft>
                <a:spcPct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92965006" name="Text Placeholder 3"/>
          <p:cNvSpPr>
            <a:spLocks noGrp="1"/>
          </p:cNvSpPr>
          <p:nvPr>
            <p:ph type="body" sz="quarter" idx="16"/>
          </p:nvPr>
        </p:nvSpPr>
        <p:spPr bwMode="auto">
          <a:xfrm>
            <a:off x="6246410" y="4278313"/>
            <a:ext cx="3765954" cy="726353"/>
          </a:xfrm>
          <a:prstGeom prst="rect">
            <a:avLst/>
          </a:prstGeom>
        </p:spPr>
        <p:txBody>
          <a:bodyPr wrap="square">
            <a:spAutoFit/>
          </a:bodyPr>
          <a:lstStyle>
            <a:lvl1pPr marL="137160" indent="-137160">
              <a:spcAft>
                <a:spcPct val="0"/>
              </a:spcAft>
              <a:buFont typeface="Arial"/>
              <a:buChar char="•"/>
              <a:defRPr>
                <a:solidFill>
                  <a:schemeClr val="tx1"/>
                </a:solidFill>
              </a:defRPr>
            </a:lvl1pPr>
            <a:lvl2pPr marL="265176" indent="-128016">
              <a:spcAft>
                <a:spcPct val="0"/>
              </a:spcAft>
              <a:buFont typeface="Arial"/>
              <a:buChar char="•"/>
              <a:defRPr>
                <a:solidFill>
                  <a:schemeClr val="tx1"/>
                </a:solidFill>
              </a:defRPr>
            </a:lvl2pPr>
            <a:lvl3pPr marL="384048" indent="-118872">
              <a:spcAft>
                <a:spcPct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206936814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PhAnim="0" preserve="1" userDrawn="1">
  <p:cSld name="1-column_Text">
    <p:bg>
      <p:bgRef idx="1001">
        <a:schemeClr val="bg1"/>
      </p:bgRef>
    </p:bg>
    <p:spTree>
      <p:nvGrpSpPr>
        <p:cNvPr id="1" name=""/>
        <p:cNvGrpSpPr/>
        <p:nvPr/>
      </p:nvGrpSpPr>
      <p:grpSpPr>
        <a:xfrm>
          <a:off x="0" y="0"/>
          <a:ext cx="0" cy="0"/>
          <a:chOff x="0" y="0"/>
          <a:chExt cx="0" cy="0"/>
        </a:xfrm>
      </p:grpSpPr>
      <p:sp>
        <p:nvSpPr>
          <p:cNvPr id="1814125247" name="Title 1"/>
          <p:cNvSpPr>
            <a:spLocks noGrp="1"/>
          </p:cNvSpPr>
          <p:nvPr>
            <p:ph type="title"/>
          </p:nvPr>
        </p:nvSpPr>
        <p:spPr bwMode="auto">
          <a:xfrm>
            <a:off x="588262" y="585216"/>
            <a:ext cx="11013473"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411692584" name="Text Placeholder 3"/>
          <p:cNvSpPr>
            <a:spLocks noGrp="1"/>
          </p:cNvSpPr>
          <p:nvPr>
            <p:ph type="body" sz="quarter" idx="15"/>
          </p:nvPr>
        </p:nvSpPr>
        <p:spPr bwMode="auto">
          <a:xfrm>
            <a:off x="586388" y="1591056"/>
            <a:ext cx="11013473"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25929687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PhAnim="0" preserve="1" userDrawn="1">
  <p:cSld name="Title and subheading">
    <p:spTree>
      <p:nvGrpSpPr>
        <p:cNvPr id="1" name=""/>
        <p:cNvGrpSpPr/>
        <p:nvPr/>
      </p:nvGrpSpPr>
      <p:grpSpPr>
        <a:xfrm>
          <a:off x="0" y="0"/>
          <a:ext cx="0" cy="0"/>
          <a:chOff x="0" y="0"/>
          <a:chExt cx="0" cy="0"/>
        </a:xfrm>
      </p:grpSpPr>
      <p:sp>
        <p:nvSpPr>
          <p:cNvPr id="1543534567" name="Title 1"/>
          <p:cNvSpPr>
            <a:spLocks noGrp="1"/>
          </p:cNvSpPr>
          <p:nvPr>
            <p:ph type="title"/>
          </p:nvPr>
        </p:nvSpPr>
        <p:spPr bwMode="auto">
          <a:xfrm>
            <a:off x="588261" y="585216"/>
            <a:ext cx="11011601" cy="707281"/>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13674345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264056451" name="Text Placeholder 11"/>
          <p:cNvSpPr>
            <a:spLocks noGrp="1"/>
          </p:cNvSpPr>
          <p:nvPr>
            <p:ph type="body" sz="quarter" idx="17"/>
          </p:nvPr>
        </p:nvSpPr>
        <p:spPr bwMode="auto">
          <a:xfrm>
            <a:off x="584199" y="1386766"/>
            <a:ext cx="11011601"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PhAnim="0" preserve="1" userDrawn="1">
  <p:cSld name="1_1-column_Text">
    <p:bg>
      <p:bgRef idx="1001">
        <a:schemeClr val="bg1"/>
      </p:bgRef>
    </p:bg>
    <p:spTree>
      <p:nvGrpSpPr>
        <p:cNvPr id="1" name=""/>
        <p:cNvGrpSpPr/>
        <p:nvPr/>
      </p:nvGrpSpPr>
      <p:grpSpPr>
        <a:xfrm>
          <a:off x="0" y="0"/>
          <a:ext cx="0" cy="0"/>
          <a:chOff x="0" y="0"/>
          <a:chExt cx="0" cy="0"/>
        </a:xfrm>
      </p:grpSpPr>
      <p:sp>
        <p:nvSpPr>
          <p:cNvPr id="40206863" name="Title 1"/>
          <p:cNvSpPr>
            <a:spLocks noGrp="1"/>
          </p:cNvSpPr>
          <p:nvPr>
            <p:ph type="title"/>
          </p:nvPr>
        </p:nvSpPr>
        <p:spPr bwMode="auto">
          <a:xfrm>
            <a:off x="588261" y="585216"/>
            <a:ext cx="8189027"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430513698" name="Text Placeholder 11"/>
          <p:cNvSpPr>
            <a:spLocks noGrp="1"/>
          </p:cNvSpPr>
          <p:nvPr>
            <p:ph type="body" sz="quarter" idx="17"/>
          </p:nvPr>
        </p:nvSpPr>
        <p:spPr bwMode="auto">
          <a:xfrm>
            <a:off x="584200" y="1594155"/>
            <a:ext cx="5364224"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1753499060" name="Text Placeholder 3"/>
          <p:cNvSpPr>
            <a:spLocks noGrp="1"/>
          </p:cNvSpPr>
          <p:nvPr>
            <p:ph type="body" sz="quarter" idx="15"/>
          </p:nvPr>
        </p:nvSpPr>
        <p:spPr bwMode="auto">
          <a:xfrm>
            <a:off x="586390" y="2085764"/>
            <a:ext cx="5361973"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53101015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PhAnim="0" preserve="1" userDrawn="1">
  <p:cSld name="2-column_Text">
    <p:bg>
      <p:bgRef idx="1001">
        <a:schemeClr val="bg1"/>
      </p:bgRef>
    </p:bg>
    <p:spTree>
      <p:nvGrpSpPr>
        <p:cNvPr id="1" name=""/>
        <p:cNvGrpSpPr/>
        <p:nvPr/>
      </p:nvGrpSpPr>
      <p:grpSpPr>
        <a:xfrm>
          <a:off x="0" y="0"/>
          <a:ext cx="0" cy="0"/>
          <a:chOff x="0" y="0"/>
          <a:chExt cx="0" cy="0"/>
        </a:xfrm>
      </p:grpSpPr>
      <p:sp>
        <p:nvSpPr>
          <p:cNvPr id="1823524563"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729006412" name="Text Placeholder 3"/>
          <p:cNvSpPr>
            <a:spLocks noGrp="1"/>
          </p:cNvSpPr>
          <p:nvPr>
            <p:ph type="body" sz="quarter" idx="15"/>
          </p:nvPr>
        </p:nvSpPr>
        <p:spPr bwMode="auto">
          <a:xfrm>
            <a:off x="586390" y="1591056"/>
            <a:ext cx="5217510" cy="726353"/>
          </a:xfrm>
          <a:prstGeom prst="rect">
            <a:avLst/>
          </a:prstGeom>
        </p:spPr>
        <p:txBody>
          <a:bodyPr wrap="square">
            <a:spAutoFit/>
          </a:bodyPr>
          <a:lstStyle>
            <a:lvl1pPr marL="137160" indent="-137160">
              <a:spcAft>
                <a:spcPct val="0"/>
              </a:spcAft>
              <a:buFont typeface="Arial"/>
              <a:buChar char="•"/>
              <a:defRPr>
                <a:solidFill>
                  <a:schemeClr val="tx1"/>
                </a:solidFill>
              </a:defRPr>
            </a:lvl1pPr>
            <a:lvl2pPr marL="274320" indent="-137160">
              <a:spcAft>
                <a:spcPct val="0"/>
              </a:spcAft>
              <a:buFont typeface="Arial"/>
              <a:buChar char="•"/>
              <a:defRPr>
                <a:solidFill>
                  <a:schemeClr val="tx1"/>
                </a:solidFill>
              </a:defRPr>
            </a:lvl2pPr>
            <a:lvl3pPr marL="411480" indent="-137160">
              <a:spcAft>
                <a:spcPct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633889623" name="Text Placeholder 3"/>
          <p:cNvSpPr>
            <a:spLocks noGrp="1"/>
          </p:cNvSpPr>
          <p:nvPr>
            <p:ph type="body" sz="quarter" idx="20"/>
          </p:nvPr>
        </p:nvSpPr>
        <p:spPr bwMode="auto">
          <a:xfrm>
            <a:off x="6253664" y="1591056"/>
            <a:ext cx="5187106" cy="726353"/>
          </a:xfrm>
          <a:prstGeom prst="rect">
            <a:avLst/>
          </a:prstGeom>
        </p:spPr>
        <p:txBody>
          <a:bodyPr wrap="square">
            <a:spAutoFit/>
          </a:bodyPr>
          <a:lstStyle>
            <a:lvl1pPr marL="137160" indent="-137160">
              <a:spcAft>
                <a:spcPct val="0"/>
              </a:spcAft>
              <a:buFont typeface="Arial"/>
              <a:buChar char="•"/>
              <a:defRPr>
                <a:solidFill>
                  <a:schemeClr val="tx1"/>
                </a:solidFill>
              </a:defRPr>
            </a:lvl1pPr>
            <a:lvl2pPr marL="274320" indent="-137160">
              <a:spcAft>
                <a:spcPct val="0"/>
              </a:spcAft>
              <a:buFont typeface="Arial"/>
              <a:buChar char="•"/>
              <a:defRPr>
                <a:solidFill>
                  <a:schemeClr val="tx1"/>
                </a:solidFill>
              </a:defRPr>
            </a:lvl2pPr>
            <a:lvl3pPr marL="411480" indent="-137160">
              <a:spcAft>
                <a:spcPct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38985508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PhAnim="0" preserve="1" userDrawn="1">
  <p:cSld name="2-column_Text_with Subheads">
    <p:bg>
      <p:bgRef idx="1001">
        <a:schemeClr val="bg1"/>
      </p:bgRef>
    </p:bg>
    <p:spTree>
      <p:nvGrpSpPr>
        <p:cNvPr id="1" name=""/>
        <p:cNvGrpSpPr/>
        <p:nvPr/>
      </p:nvGrpSpPr>
      <p:grpSpPr>
        <a:xfrm>
          <a:off x="0" y="0"/>
          <a:ext cx="0" cy="0"/>
          <a:chOff x="0" y="0"/>
          <a:chExt cx="0" cy="0"/>
        </a:xfrm>
      </p:grpSpPr>
      <p:sp>
        <p:nvSpPr>
          <p:cNvPr id="630017273"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007074397" name="Text Placeholder 11"/>
          <p:cNvSpPr>
            <a:spLocks noGrp="1"/>
          </p:cNvSpPr>
          <p:nvPr>
            <p:ph type="body" sz="quarter" idx="16"/>
          </p:nvPr>
        </p:nvSpPr>
        <p:spPr bwMode="auto">
          <a:xfrm>
            <a:off x="584200" y="1594155"/>
            <a:ext cx="5219700"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2057708831" name="Text Placeholder 3"/>
          <p:cNvSpPr>
            <a:spLocks noGrp="1"/>
          </p:cNvSpPr>
          <p:nvPr>
            <p:ph type="body" sz="quarter" idx="15"/>
          </p:nvPr>
        </p:nvSpPr>
        <p:spPr bwMode="auto">
          <a:xfrm>
            <a:off x="586390" y="2085764"/>
            <a:ext cx="5217510"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668304505" name="Text Placeholder 11"/>
          <p:cNvSpPr>
            <a:spLocks noGrp="1"/>
          </p:cNvSpPr>
          <p:nvPr>
            <p:ph type="body" sz="quarter" idx="19"/>
          </p:nvPr>
        </p:nvSpPr>
        <p:spPr bwMode="auto">
          <a:xfrm>
            <a:off x="6244220" y="1594155"/>
            <a:ext cx="5219700"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197746914" name="Text Placeholder 3"/>
          <p:cNvSpPr>
            <a:spLocks noGrp="1"/>
          </p:cNvSpPr>
          <p:nvPr>
            <p:ph type="body" sz="quarter" idx="20"/>
          </p:nvPr>
        </p:nvSpPr>
        <p:spPr bwMode="auto">
          <a:xfrm>
            <a:off x="6253664" y="2085764"/>
            <a:ext cx="5187106"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180452972"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PhAnim="0" preserve="1" userDrawn="1">
  <p:cSld name="3-column_Text">
    <p:bg>
      <p:bgRef idx="1001">
        <a:schemeClr val="bg1"/>
      </p:bgRef>
    </p:bg>
    <p:spTree>
      <p:nvGrpSpPr>
        <p:cNvPr id="1" name=""/>
        <p:cNvGrpSpPr/>
        <p:nvPr/>
      </p:nvGrpSpPr>
      <p:grpSpPr>
        <a:xfrm>
          <a:off x="0" y="0"/>
          <a:ext cx="0" cy="0"/>
          <a:chOff x="0" y="0"/>
          <a:chExt cx="0" cy="0"/>
        </a:xfrm>
      </p:grpSpPr>
      <p:sp>
        <p:nvSpPr>
          <p:cNvPr id="1980683640"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40380582" name="Text Placeholder 3"/>
          <p:cNvSpPr>
            <a:spLocks noGrp="1"/>
          </p:cNvSpPr>
          <p:nvPr>
            <p:ph type="body" sz="quarter" idx="15"/>
          </p:nvPr>
        </p:nvSpPr>
        <p:spPr bwMode="auto">
          <a:xfrm>
            <a:off x="586390" y="1591310"/>
            <a:ext cx="3479198"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632998632" name="Text Placeholder 3"/>
          <p:cNvSpPr>
            <a:spLocks noGrp="1"/>
          </p:cNvSpPr>
          <p:nvPr>
            <p:ph type="body" sz="quarter" idx="16"/>
          </p:nvPr>
        </p:nvSpPr>
        <p:spPr bwMode="auto">
          <a:xfrm>
            <a:off x="4362862" y="1591310"/>
            <a:ext cx="3479198"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558590062" name="Text Placeholder 3"/>
          <p:cNvSpPr>
            <a:spLocks noGrp="1"/>
          </p:cNvSpPr>
          <p:nvPr>
            <p:ph type="body" sz="quarter" idx="17"/>
          </p:nvPr>
        </p:nvSpPr>
        <p:spPr bwMode="auto">
          <a:xfrm>
            <a:off x="8130190" y="1591310"/>
            <a:ext cx="3479198"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30104401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PhAnim="0" preserve="1" userDrawn="1">
  <p:cSld name="3-column_Text_with Subheads">
    <p:bg>
      <p:bgRef idx="1001">
        <a:schemeClr val="bg1"/>
      </p:bgRef>
    </p:bg>
    <p:spTree>
      <p:nvGrpSpPr>
        <p:cNvPr id="1" name=""/>
        <p:cNvGrpSpPr/>
        <p:nvPr/>
      </p:nvGrpSpPr>
      <p:grpSpPr>
        <a:xfrm>
          <a:off x="0" y="0"/>
          <a:ext cx="0" cy="0"/>
          <a:chOff x="0" y="0"/>
          <a:chExt cx="0" cy="0"/>
        </a:xfrm>
      </p:grpSpPr>
      <p:sp>
        <p:nvSpPr>
          <p:cNvPr id="1225933114"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343493931" name="Text Placeholder 11"/>
          <p:cNvSpPr>
            <a:spLocks noGrp="1"/>
          </p:cNvSpPr>
          <p:nvPr>
            <p:ph type="body" sz="quarter" idx="16"/>
          </p:nvPr>
        </p:nvSpPr>
        <p:spPr bwMode="auto">
          <a:xfrm>
            <a:off x="584200" y="1594155"/>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1602718536" name="Text Placeholder 3"/>
          <p:cNvSpPr>
            <a:spLocks noGrp="1"/>
          </p:cNvSpPr>
          <p:nvPr>
            <p:ph type="body" sz="quarter" idx="15"/>
          </p:nvPr>
        </p:nvSpPr>
        <p:spPr bwMode="auto">
          <a:xfrm>
            <a:off x="586390" y="2286000"/>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022608413" name="Text Placeholder 11"/>
          <p:cNvSpPr>
            <a:spLocks noGrp="1"/>
          </p:cNvSpPr>
          <p:nvPr>
            <p:ph type="body" sz="quarter" idx="22"/>
          </p:nvPr>
        </p:nvSpPr>
        <p:spPr bwMode="auto">
          <a:xfrm>
            <a:off x="4357547" y="1594155"/>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723635255" name="Text Placeholder 3"/>
          <p:cNvSpPr>
            <a:spLocks noGrp="1"/>
          </p:cNvSpPr>
          <p:nvPr>
            <p:ph type="body" sz="quarter" idx="23"/>
          </p:nvPr>
        </p:nvSpPr>
        <p:spPr bwMode="auto">
          <a:xfrm>
            <a:off x="4359737" y="2286000"/>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900967975" name="Text Placeholder 11"/>
          <p:cNvSpPr>
            <a:spLocks noGrp="1"/>
          </p:cNvSpPr>
          <p:nvPr>
            <p:ph type="body" sz="quarter" idx="24"/>
          </p:nvPr>
        </p:nvSpPr>
        <p:spPr bwMode="auto">
          <a:xfrm>
            <a:off x="8130894" y="1594155"/>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1428576877" name="Text Placeholder 3"/>
          <p:cNvSpPr>
            <a:spLocks noGrp="1"/>
          </p:cNvSpPr>
          <p:nvPr>
            <p:ph type="body" sz="quarter" idx="25"/>
          </p:nvPr>
        </p:nvSpPr>
        <p:spPr bwMode="auto">
          <a:xfrm>
            <a:off x="8133084" y="2286000"/>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282254588"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PhAnim="0" preserve="1" userDrawn="1">
  <p:cSld name="3-column_Text_with Subheads-Icons">
    <p:bg>
      <p:bgRef idx="1001">
        <a:schemeClr val="bg1"/>
      </p:bgRef>
    </p:bg>
    <p:spTree>
      <p:nvGrpSpPr>
        <p:cNvPr id="1" name=""/>
        <p:cNvGrpSpPr/>
        <p:nvPr/>
      </p:nvGrpSpPr>
      <p:grpSpPr>
        <a:xfrm>
          <a:off x="0" y="0"/>
          <a:ext cx="0" cy="0"/>
          <a:chOff x="0" y="0"/>
          <a:chExt cx="0" cy="0"/>
        </a:xfrm>
      </p:grpSpPr>
      <p:sp>
        <p:nvSpPr>
          <p:cNvPr id="600228845"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701394868" name="Text Placeholder 11"/>
          <p:cNvSpPr>
            <a:spLocks noGrp="1"/>
          </p:cNvSpPr>
          <p:nvPr>
            <p:ph type="body" sz="quarter" idx="16"/>
          </p:nvPr>
        </p:nvSpPr>
        <p:spPr bwMode="auto">
          <a:xfrm>
            <a:off x="584200" y="2407846"/>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618827448" name="Text Placeholder 3"/>
          <p:cNvSpPr>
            <a:spLocks noGrp="1"/>
          </p:cNvSpPr>
          <p:nvPr>
            <p:ph type="body" sz="quarter" idx="15"/>
          </p:nvPr>
        </p:nvSpPr>
        <p:spPr bwMode="auto">
          <a:xfrm>
            <a:off x="586390" y="3099691"/>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003296118" name="Text Placeholder 11"/>
          <p:cNvSpPr>
            <a:spLocks noGrp="1"/>
          </p:cNvSpPr>
          <p:nvPr>
            <p:ph type="body" sz="quarter" idx="22"/>
          </p:nvPr>
        </p:nvSpPr>
        <p:spPr bwMode="auto">
          <a:xfrm>
            <a:off x="4357547" y="2407846"/>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1558047992" name="Text Placeholder 3"/>
          <p:cNvSpPr>
            <a:spLocks noGrp="1"/>
          </p:cNvSpPr>
          <p:nvPr>
            <p:ph type="body" sz="quarter" idx="23"/>
          </p:nvPr>
        </p:nvSpPr>
        <p:spPr bwMode="auto">
          <a:xfrm>
            <a:off x="4359737" y="3099691"/>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899604916" name="Text Placeholder 11"/>
          <p:cNvSpPr>
            <a:spLocks noGrp="1"/>
          </p:cNvSpPr>
          <p:nvPr>
            <p:ph type="body" sz="quarter" idx="24"/>
          </p:nvPr>
        </p:nvSpPr>
        <p:spPr bwMode="auto">
          <a:xfrm>
            <a:off x="8130894" y="2407846"/>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1435663666" name="Text Placeholder 3"/>
          <p:cNvSpPr>
            <a:spLocks noGrp="1"/>
          </p:cNvSpPr>
          <p:nvPr>
            <p:ph type="body" sz="quarter" idx="25"/>
          </p:nvPr>
        </p:nvSpPr>
        <p:spPr bwMode="auto">
          <a:xfrm>
            <a:off x="8133084" y="3099691"/>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56617588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PhAnim="0" preserve="1" userDrawn="1">
  <p:cSld name="2_3-column_Text_with Subheads-Icons">
    <p:bg>
      <p:bgRef idx="1001">
        <a:schemeClr val="bg1"/>
      </p:bgRef>
    </p:bg>
    <p:spTree>
      <p:nvGrpSpPr>
        <p:cNvPr id="1" name=""/>
        <p:cNvGrpSpPr/>
        <p:nvPr/>
      </p:nvGrpSpPr>
      <p:grpSpPr>
        <a:xfrm>
          <a:off x="0" y="0"/>
          <a:ext cx="0" cy="0"/>
          <a:chOff x="0" y="0"/>
          <a:chExt cx="0" cy="0"/>
        </a:xfrm>
      </p:grpSpPr>
      <p:cxnSp>
        <p:nvCxnSpPr>
          <p:cNvPr id="723383051" name="Straight Connector 4" descr="Microsoft Certification renewal process flow"/>
          <p:cNvCxnSpPr/>
          <p:nvPr userDrawn="1"/>
        </p:nvCxnSpPr>
        <p:spPr bwMode="auto">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1140610917"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941657757" name="Text Placeholder 11"/>
          <p:cNvSpPr>
            <a:spLocks noGrp="1"/>
          </p:cNvSpPr>
          <p:nvPr>
            <p:ph type="body" sz="quarter" idx="16"/>
          </p:nvPr>
        </p:nvSpPr>
        <p:spPr bwMode="auto">
          <a:xfrm>
            <a:off x="584200"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defRPr/>
            </a:pPr>
            <a:r>
              <a:rPr lang="en-US"/>
              <a:t>Click to edit Master text styles</a:t>
            </a:r>
            <a:endParaRPr/>
          </a:p>
        </p:txBody>
      </p:sp>
      <p:sp>
        <p:nvSpPr>
          <p:cNvPr id="1300069141" name="Text Placeholder 3"/>
          <p:cNvSpPr>
            <a:spLocks noGrp="1"/>
          </p:cNvSpPr>
          <p:nvPr>
            <p:ph type="body" sz="quarter" idx="15"/>
          </p:nvPr>
        </p:nvSpPr>
        <p:spPr bwMode="auto">
          <a:xfrm>
            <a:off x="586390"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972198403" name="Text Placeholder 11"/>
          <p:cNvSpPr>
            <a:spLocks noGrp="1"/>
          </p:cNvSpPr>
          <p:nvPr>
            <p:ph type="body" sz="quarter" idx="22"/>
          </p:nvPr>
        </p:nvSpPr>
        <p:spPr bwMode="auto">
          <a:xfrm>
            <a:off x="4357547"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defRPr/>
            </a:pPr>
            <a:r>
              <a:rPr lang="en-US"/>
              <a:t>Click to edit Master text styles</a:t>
            </a:r>
            <a:endParaRPr/>
          </a:p>
        </p:txBody>
      </p:sp>
      <p:sp>
        <p:nvSpPr>
          <p:cNvPr id="868912803" name="Text Placeholder 3"/>
          <p:cNvSpPr>
            <a:spLocks noGrp="1"/>
          </p:cNvSpPr>
          <p:nvPr>
            <p:ph type="body" sz="quarter" idx="23"/>
          </p:nvPr>
        </p:nvSpPr>
        <p:spPr bwMode="auto">
          <a:xfrm>
            <a:off x="4359737"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840664514" name="Text Placeholder 11"/>
          <p:cNvSpPr>
            <a:spLocks noGrp="1"/>
          </p:cNvSpPr>
          <p:nvPr>
            <p:ph type="body" sz="quarter" idx="24"/>
          </p:nvPr>
        </p:nvSpPr>
        <p:spPr bwMode="auto">
          <a:xfrm>
            <a:off x="8130894"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defRPr/>
            </a:pPr>
            <a:r>
              <a:rPr lang="en-US"/>
              <a:t>Click to edit Master text styles</a:t>
            </a:r>
            <a:endParaRPr/>
          </a:p>
        </p:txBody>
      </p:sp>
      <p:sp>
        <p:nvSpPr>
          <p:cNvPr id="547539311" name="Text Placeholder 3"/>
          <p:cNvSpPr>
            <a:spLocks noGrp="1"/>
          </p:cNvSpPr>
          <p:nvPr>
            <p:ph type="body" sz="quarter" idx="25"/>
          </p:nvPr>
        </p:nvSpPr>
        <p:spPr bwMode="auto">
          <a:xfrm>
            <a:off x="8133084"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206418492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PhAnim="0" preserve="1" userDrawn="1">
  <p:cSld name="4_3-column_Text_with Subheads-Icons">
    <p:bg>
      <p:bgRef idx="1001">
        <a:schemeClr val="bg1"/>
      </p:bgRef>
    </p:bg>
    <p:spTree>
      <p:nvGrpSpPr>
        <p:cNvPr id="1" name=""/>
        <p:cNvGrpSpPr/>
        <p:nvPr/>
      </p:nvGrpSpPr>
      <p:grpSpPr>
        <a:xfrm>
          <a:off x="0" y="0"/>
          <a:ext cx="0" cy="0"/>
          <a:chOff x="0" y="0"/>
          <a:chExt cx="0" cy="0"/>
        </a:xfrm>
      </p:grpSpPr>
      <p:cxnSp>
        <p:nvCxnSpPr>
          <p:cNvPr id="1033204334" name="Straight Connector 4" descr="Microsoft Certification renewal process flow"/>
          <p:cNvCxnSpPr/>
          <p:nvPr userDrawn="1"/>
        </p:nvCxnSpPr>
        <p:spPr bwMode="auto">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1305969022"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711101836" name="Text Placeholder 11"/>
          <p:cNvSpPr>
            <a:spLocks noGrp="1"/>
          </p:cNvSpPr>
          <p:nvPr>
            <p:ph type="body" sz="quarter" idx="16"/>
          </p:nvPr>
        </p:nvSpPr>
        <p:spPr bwMode="auto">
          <a:xfrm>
            <a:off x="584200"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defRPr/>
            </a:pPr>
            <a:r>
              <a:rPr lang="en-US"/>
              <a:t>Click to edit Master text styles</a:t>
            </a:r>
            <a:endParaRPr/>
          </a:p>
        </p:txBody>
      </p:sp>
      <p:sp>
        <p:nvSpPr>
          <p:cNvPr id="102380814" name="Text Placeholder 3"/>
          <p:cNvSpPr>
            <a:spLocks noGrp="1"/>
          </p:cNvSpPr>
          <p:nvPr>
            <p:ph type="body" sz="quarter" idx="15"/>
          </p:nvPr>
        </p:nvSpPr>
        <p:spPr bwMode="auto">
          <a:xfrm>
            <a:off x="586390"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2008060743" name="Text Placeholder 11"/>
          <p:cNvSpPr>
            <a:spLocks noGrp="1"/>
          </p:cNvSpPr>
          <p:nvPr>
            <p:ph type="body" sz="quarter" idx="22"/>
          </p:nvPr>
        </p:nvSpPr>
        <p:spPr bwMode="auto">
          <a:xfrm>
            <a:off x="4357547"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defRPr/>
            </a:pPr>
            <a:r>
              <a:rPr lang="en-US"/>
              <a:t>Click to edit Master text styles</a:t>
            </a:r>
            <a:endParaRPr/>
          </a:p>
        </p:txBody>
      </p:sp>
      <p:sp>
        <p:nvSpPr>
          <p:cNvPr id="1332921217" name="Text Placeholder 3"/>
          <p:cNvSpPr>
            <a:spLocks noGrp="1"/>
          </p:cNvSpPr>
          <p:nvPr>
            <p:ph type="body" sz="quarter" idx="23"/>
          </p:nvPr>
        </p:nvSpPr>
        <p:spPr bwMode="auto">
          <a:xfrm>
            <a:off x="4359737"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896777516" name="Text Placeholder 11"/>
          <p:cNvSpPr>
            <a:spLocks noGrp="1"/>
          </p:cNvSpPr>
          <p:nvPr>
            <p:ph type="body" sz="quarter" idx="24"/>
          </p:nvPr>
        </p:nvSpPr>
        <p:spPr bwMode="auto">
          <a:xfrm>
            <a:off x="8130894"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defRPr/>
            </a:pPr>
            <a:r>
              <a:rPr lang="en-US"/>
              <a:t>Click to edit Master text styles</a:t>
            </a:r>
            <a:endParaRPr/>
          </a:p>
        </p:txBody>
      </p:sp>
      <p:sp>
        <p:nvSpPr>
          <p:cNvPr id="161170877" name="Text Placeholder 3"/>
          <p:cNvSpPr>
            <a:spLocks noGrp="1"/>
          </p:cNvSpPr>
          <p:nvPr>
            <p:ph type="body" sz="quarter" idx="25"/>
          </p:nvPr>
        </p:nvSpPr>
        <p:spPr bwMode="auto">
          <a:xfrm>
            <a:off x="8133084"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720611165"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PhAnim="0" preserve="1" userDrawn="1">
  <p:cSld name="3_3-column_Text_with Subheads-Icons">
    <p:bg>
      <p:bgRef idx="1001">
        <a:schemeClr val="bg1"/>
      </p:bgRef>
    </p:bg>
    <p:spTree>
      <p:nvGrpSpPr>
        <p:cNvPr id="1" name=""/>
        <p:cNvGrpSpPr/>
        <p:nvPr/>
      </p:nvGrpSpPr>
      <p:grpSpPr>
        <a:xfrm>
          <a:off x="0" y="0"/>
          <a:ext cx="0" cy="0"/>
          <a:chOff x="0" y="0"/>
          <a:chExt cx="0" cy="0"/>
        </a:xfrm>
      </p:grpSpPr>
      <p:cxnSp>
        <p:nvCxnSpPr>
          <p:cNvPr id="1368555349" name="Straight Connector 4" descr="Microsoft Certification renewal process flow"/>
          <p:cNvCxnSpPr/>
          <p:nvPr userDrawn="1"/>
        </p:nvCxnSpPr>
        <p:spPr bwMode="auto">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160365810"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213104210" name="Text Placeholder 11"/>
          <p:cNvSpPr>
            <a:spLocks noGrp="1"/>
          </p:cNvSpPr>
          <p:nvPr>
            <p:ph type="body" sz="quarter" idx="16"/>
          </p:nvPr>
        </p:nvSpPr>
        <p:spPr bwMode="auto">
          <a:xfrm>
            <a:off x="584200"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defRPr/>
            </a:pPr>
            <a:r>
              <a:rPr lang="en-US"/>
              <a:t>Click to edit Master text styles</a:t>
            </a:r>
            <a:endParaRPr/>
          </a:p>
        </p:txBody>
      </p:sp>
      <p:sp>
        <p:nvSpPr>
          <p:cNvPr id="1437994525" name="Text Placeholder 11"/>
          <p:cNvSpPr>
            <a:spLocks noGrp="1"/>
          </p:cNvSpPr>
          <p:nvPr>
            <p:ph type="body" sz="quarter" idx="22"/>
          </p:nvPr>
        </p:nvSpPr>
        <p:spPr bwMode="auto">
          <a:xfrm>
            <a:off x="4357547"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defRPr/>
            </a:pPr>
            <a:r>
              <a:rPr lang="en-US"/>
              <a:t>Click to edit Master text styles</a:t>
            </a:r>
            <a:endParaRPr/>
          </a:p>
        </p:txBody>
      </p:sp>
      <p:sp>
        <p:nvSpPr>
          <p:cNvPr id="1395335328" name="Text Placeholder 11"/>
          <p:cNvSpPr>
            <a:spLocks noGrp="1"/>
          </p:cNvSpPr>
          <p:nvPr>
            <p:ph type="body" sz="quarter" idx="24"/>
          </p:nvPr>
        </p:nvSpPr>
        <p:spPr bwMode="auto">
          <a:xfrm>
            <a:off x="8130894"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defRPr/>
            </a:pPr>
            <a:r>
              <a:rPr lang="en-US"/>
              <a:t>Click to edit Master text styles</a:t>
            </a:r>
            <a:endParaRPr/>
          </a:p>
        </p:txBody>
      </p:sp>
      <p:sp>
        <p:nvSpPr>
          <p:cNvPr id="213055335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367844892" name="Text Placeholder 3"/>
          <p:cNvSpPr>
            <a:spLocks noGrp="1"/>
          </p:cNvSpPr>
          <p:nvPr>
            <p:ph type="body" sz="quarter" idx="15"/>
          </p:nvPr>
        </p:nvSpPr>
        <p:spPr bwMode="auto">
          <a:xfrm>
            <a:off x="586390"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972131492" name="Text Placeholder 3"/>
          <p:cNvSpPr>
            <a:spLocks noGrp="1"/>
          </p:cNvSpPr>
          <p:nvPr>
            <p:ph type="body" sz="quarter" idx="23"/>
          </p:nvPr>
        </p:nvSpPr>
        <p:spPr bwMode="auto">
          <a:xfrm>
            <a:off x="4359737"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632294512" name="Text Placeholder 3"/>
          <p:cNvSpPr>
            <a:spLocks noGrp="1"/>
          </p:cNvSpPr>
          <p:nvPr>
            <p:ph type="body" sz="quarter" idx="25"/>
          </p:nvPr>
        </p:nvSpPr>
        <p:spPr bwMode="auto">
          <a:xfrm>
            <a:off x="8133084"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PhAnim="0" preserve="1" userDrawn="1">
  <p:cSld name="Top horizontal photo and title">
    <p:spTree>
      <p:nvGrpSpPr>
        <p:cNvPr id="1" name=""/>
        <p:cNvGrpSpPr/>
        <p:nvPr/>
      </p:nvGrpSpPr>
      <p:grpSpPr>
        <a:xfrm>
          <a:off x="0" y="0"/>
          <a:ext cx="0" cy="0"/>
          <a:chOff x="0" y="0"/>
          <a:chExt cx="0" cy="0"/>
        </a:xfrm>
      </p:grpSpPr>
      <p:sp>
        <p:nvSpPr>
          <p:cNvPr id="1996413424" name="Text Placeholder 3"/>
          <p:cNvSpPr>
            <a:spLocks noGrp="1"/>
          </p:cNvSpPr>
          <p:nvPr>
            <p:ph type="body" sz="quarter" idx="15"/>
          </p:nvPr>
        </p:nvSpPr>
        <p:spPr bwMode="auto">
          <a:xfrm>
            <a:off x="586390" y="4978880"/>
            <a:ext cx="5217510" cy="726353"/>
          </a:xfrm>
          <a:prstGeom prst="rect">
            <a:avLst/>
          </a:prstGeom>
        </p:spPr>
        <p:txBody>
          <a:bodyPr wrap="square">
            <a:spAutoFit/>
          </a:bodyPr>
          <a:lstStyle>
            <a:lvl1pPr marL="137160" indent="-137160">
              <a:spcAft>
                <a:spcPct val="0"/>
              </a:spcAft>
              <a:buFont typeface="Arial"/>
              <a:buChar char="•"/>
              <a:defRPr>
                <a:solidFill>
                  <a:schemeClr val="tx1"/>
                </a:solidFill>
              </a:defRPr>
            </a:lvl1pPr>
            <a:lvl2pPr marL="274320" indent="-137160">
              <a:spcAft>
                <a:spcPct val="0"/>
              </a:spcAft>
              <a:buFont typeface="Arial"/>
              <a:buChar char="•"/>
              <a:defRPr>
                <a:solidFill>
                  <a:schemeClr val="tx1"/>
                </a:solidFill>
              </a:defRPr>
            </a:lvl2pPr>
            <a:lvl3pPr marL="411480" indent="-137160">
              <a:spcAft>
                <a:spcPct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398552512" name="Text Placeholder 3"/>
          <p:cNvSpPr>
            <a:spLocks noGrp="1"/>
          </p:cNvSpPr>
          <p:nvPr>
            <p:ph type="body" sz="quarter" idx="20"/>
          </p:nvPr>
        </p:nvSpPr>
        <p:spPr bwMode="auto">
          <a:xfrm>
            <a:off x="6253664" y="4978880"/>
            <a:ext cx="5187106" cy="726353"/>
          </a:xfrm>
          <a:prstGeom prst="rect">
            <a:avLst/>
          </a:prstGeom>
        </p:spPr>
        <p:txBody>
          <a:bodyPr wrap="square">
            <a:spAutoFit/>
          </a:bodyPr>
          <a:lstStyle>
            <a:lvl1pPr marL="137160" indent="-137160">
              <a:spcAft>
                <a:spcPct val="0"/>
              </a:spcAft>
              <a:buFont typeface="Arial"/>
              <a:buChar char="•"/>
              <a:defRPr>
                <a:solidFill>
                  <a:schemeClr val="tx1"/>
                </a:solidFill>
              </a:defRPr>
            </a:lvl1pPr>
            <a:lvl2pPr marL="274320" indent="-137160">
              <a:spcAft>
                <a:spcPct val="0"/>
              </a:spcAft>
              <a:buFont typeface="Arial"/>
              <a:buChar char="•"/>
              <a:defRPr>
                <a:solidFill>
                  <a:schemeClr val="tx1"/>
                </a:solidFill>
              </a:defRPr>
            </a:lvl2pPr>
            <a:lvl3pPr marL="411480" indent="-137160">
              <a:spcAft>
                <a:spcPct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665894719" name="Picture Placeholder" descr="This photo is a 'placeholder' only. Drag or drop your photo here, or click and tap the center to insert a photo."/>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353189052"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72750945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PhAnim="0" preserve="1" userDrawn="1">
  <p:cSld name="Top horizontal photo">
    <p:spTree>
      <p:nvGrpSpPr>
        <p:cNvPr id="1" name=""/>
        <p:cNvGrpSpPr/>
        <p:nvPr/>
      </p:nvGrpSpPr>
      <p:grpSpPr>
        <a:xfrm>
          <a:off x="0" y="0"/>
          <a:ext cx="0" cy="0"/>
          <a:chOff x="0" y="0"/>
          <a:chExt cx="0" cy="0"/>
        </a:xfrm>
      </p:grpSpPr>
      <p:sp>
        <p:nvSpPr>
          <p:cNvPr id="429892163" name="Text Placeholder 3"/>
          <p:cNvSpPr>
            <a:spLocks noGrp="1"/>
          </p:cNvSpPr>
          <p:nvPr>
            <p:ph type="body" sz="quarter" idx="15"/>
          </p:nvPr>
        </p:nvSpPr>
        <p:spPr bwMode="auto">
          <a:xfrm>
            <a:off x="586390" y="4978880"/>
            <a:ext cx="5217510" cy="726353"/>
          </a:xfrm>
          <a:prstGeom prst="rect">
            <a:avLst/>
          </a:prstGeom>
        </p:spPr>
        <p:txBody>
          <a:bodyPr wrap="square">
            <a:spAutoFit/>
          </a:bodyPr>
          <a:lstStyle>
            <a:lvl1pPr marL="137160" indent="-137160">
              <a:spcAft>
                <a:spcPct val="0"/>
              </a:spcAft>
              <a:buFont typeface="Arial"/>
              <a:buChar char="•"/>
              <a:defRPr>
                <a:solidFill>
                  <a:schemeClr val="tx1"/>
                </a:solidFill>
              </a:defRPr>
            </a:lvl1pPr>
            <a:lvl2pPr marL="274320" indent="-137160">
              <a:spcAft>
                <a:spcPct val="0"/>
              </a:spcAft>
              <a:buFont typeface="Arial"/>
              <a:buChar char="•"/>
              <a:defRPr>
                <a:solidFill>
                  <a:schemeClr val="tx1"/>
                </a:solidFill>
              </a:defRPr>
            </a:lvl2pPr>
            <a:lvl3pPr marL="411480" indent="-137160">
              <a:spcAft>
                <a:spcPct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2144941704" name="Text Placeholder 3"/>
          <p:cNvSpPr>
            <a:spLocks noGrp="1"/>
          </p:cNvSpPr>
          <p:nvPr>
            <p:ph type="body" sz="quarter" idx="20"/>
          </p:nvPr>
        </p:nvSpPr>
        <p:spPr bwMode="auto">
          <a:xfrm>
            <a:off x="6253664" y="4978880"/>
            <a:ext cx="5187106" cy="726353"/>
          </a:xfrm>
          <a:prstGeom prst="rect">
            <a:avLst/>
          </a:prstGeom>
        </p:spPr>
        <p:txBody>
          <a:bodyPr wrap="square">
            <a:spAutoFit/>
          </a:bodyPr>
          <a:lstStyle>
            <a:lvl1pPr marL="137160" indent="-137160">
              <a:spcAft>
                <a:spcPct val="0"/>
              </a:spcAft>
              <a:buFont typeface="Arial"/>
              <a:buChar char="•"/>
              <a:defRPr>
                <a:solidFill>
                  <a:schemeClr val="tx1"/>
                </a:solidFill>
              </a:defRPr>
            </a:lvl1pPr>
            <a:lvl2pPr marL="274320" indent="-137160">
              <a:spcAft>
                <a:spcPct val="0"/>
              </a:spcAft>
              <a:buFont typeface="Arial"/>
              <a:buChar char="•"/>
              <a:defRPr>
                <a:solidFill>
                  <a:schemeClr val="tx1"/>
                </a:solidFill>
              </a:defRPr>
            </a:lvl2pPr>
            <a:lvl3pPr marL="411480" indent="-137160">
              <a:spcAft>
                <a:spcPct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320361539" name="Picture Placeholder" descr="This photo is a 'placeholder' only. Drag or drop your photo here, or click and tap the center to insert a photo."/>
          <p:cNvSpPr>
            <a:spLocks noGrp="1"/>
          </p:cNvSpPr>
          <p:nvPr>
            <p:ph type="pic" sz="quarter" idx="21" hasCustomPrompt="1"/>
          </p:nvPr>
        </p:nvSpPr>
        <p:spPr bwMode="ltGray">
          <a:xfrm>
            <a:off x="0" y="0"/>
            <a:ext cx="12192000" cy="45974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34058834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PhAnim="0" preserve="1" userDrawn="1">
  <p:cSld name="Top horizontal photo, subheads, and title">
    <p:spTree>
      <p:nvGrpSpPr>
        <p:cNvPr id="1" name=""/>
        <p:cNvGrpSpPr/>
        <p:nvPr/>
      </p:nvGrpSpPr>
      <p:grpSpPr>
        <a:xfrm>
          <a:off x="0" y="0"/>
          <a:ext cx="0" cy="0"/>
          <a:chOff x="0" y="0"/>
          <a:chExt cx="0" cy="0"/>
        </a:xfrm>
      </p:grpSpPr>
      <p:sp>
        <p:nvSpPr>
          <p:cNvPr id="2140383648" name="Text Placeholder 11"/>
          <p:cNvSpPr>
            <a:spLocks noGrp="1"/>
          </p:cNvSpPr>
          <p:nvPr>
            <p:ph type="body" sz="quarter" idx="16"/>
          </p:nvPr>
        </p:nvSpPr>
        <p:spPr bwMode="auto">
          <a:xfrm>
            <a:off x="584199" y="4956104"/>
            <a:ext cx="5364429"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199524733" name="Text Placeholder 3"/>
          <p:cNvSpPr>
            <a:spLocks noGrp="1"/>
          </p:cNvSpPr>
          <p:nvPr>
            <p:ph type="body" sz="quarter" idx="15"/>
          </p:nvPr>
        </p:nvSpPr>
        <p:spPr bwMode="auto">
          <a:xfrm>
            <a:off x="586390" y="5357443"/>
            <a:ext cx="536217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36652244" name="Text Placeholder 11"/>
          <p:cNvSpPr>
            <a:spLocks noGrp="1"/>
          </p:cNvSpPr>
          <p:nvPr>
            <p:ph type="body" sz="quarter" idx="22"/>
          </p:nvPr>
        </p:nvSpPr>
        <p:spPr bwMode="auto">
          <a:xfrm>
            <a:off x="6243372" y="4956104"/>
            <a:ext cx="5356490"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1664833206" name="Text Placeholder 3"/>
          <p:cNvSpPr>
            <a:spLocks noGrp="1"/>
          </p:cNvSpPr>
          <p:nvPr>
            <p:ph type="body" sz="quarter" idx="33"/>
          </p:nvPr>
        </p:nvSpPr>
        <p:spPr bwMode="auto">
          <a:xfrm>
            <a:off x="6252435" y="5357442"/>
            <a:ext cx="535759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587236659"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517690427" name="Picture Placeholder" descr="This photo is a 'placeholder' only. Drag or drop your photo here, or click and tap the center to insert a photo."/>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117910598"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PhAnim="0" preserve="1" userDrawn="1">
  <p:cSld name="Top horizontal photo and subheads">
    <p:spTree>
      <p:nvGrpSpPr>
        <p:cNvPr id="1" name=""/>
        <p:cNvGrpSpPr/>
        <p:nvPr/>
      </p:nvGrpSpPr>
      <p:grpSpPr>
        <a:xfrm>
          <a:off x="0" y="0"/>
          <a:ext cx="0" cy="0"/>
          <a:chOff x="0" y="0"/>
          <a:chExt cx="0" cy="0"/>
        </a:xfrm>
      </p:grpSpPr>
      <p:sp>
        <p:nvSpPr>
          <p:cNvPr id="1944115437" name="Rectangle 10"/>
          <p:cNvSpPr/>
          <p:nvPr userDrawn="1"/>
        </p:nvSpPr>
        <p:spPr bwMode="auto">
          <a:xfrm>
            <a:off x="0" y="0"/>
            <a:ext cx="12192000" cy="4572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ct val="0"/>
              </a:spcBef>
              <a:spcAft>
                <a:spcPct val="0"/>
              </a:spcAft>
              <a:defRPr/>
            </a:pPr>
            <a:endParaRPr lang="en-US" sz="2400">
              <a:gradFill>
                <a:gsLst>
                  <a:gs pos="0">
                    <a:srgbClr val="FFFFFF"/>
                  </a:gs>
                  <a:gs pos="100000">
                    <a:srgbClr val="FFFFFF"/>
                  </a:gs>
                </a:gsLst>
                <a:lin ang="5400000" scaled="0"/>
              </a:gradFill>
              <a:ea typeface="Segoe UI"/>
              <a:cs typeface="Segoe UI"/>
            </a:endParaRPr>
          </a:p>
        </p:txBody>
      </p:sp>
      <p:sp>
        <p:nvSpPr>
          <p:cNvPr id="826303022" name="Text Placeholder 11"/>
          <p:cNvSpPr>
            <a:spLocks noGrp="1"/>
          </p:cNvSpPr>
          <p:nvPr>
            <p:ph type="body" sz="quarter" idx="16"/>
          </p:nvPr>
        </p:nvSpPr>
        <p:spPr bwMode="auto">
          <a:xfrm>
            <a:off x="584199" y="4956104"/>
            <a:ext cx="5364429"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1365941292" name="Text Placeholder 3"/>
          <p:cNvSpPr>
            <a:spLocks noGrp="1"/>
          </p:cNvSpPr>
          <p:nvPr>
            <p:ph type="body" sz="quarter" idx="15"/>
          </p:nvPr>
        </p:nvSpPr>
        <p:spPr bwMode="auto">
          <a:xfrm>
            <a:off x="586390" y="5357443"/>
            <a:ext cx="536217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2009046703" name="Text Placeholder 11"/>
          <p:cNvSpPr>
            <a:spLocks noGrp="1"/>
          </p:cNvSpPr>
          <p:nvPr>
            <p:ph type="body" sz="quarter" idx="22"/>
          </p:nvPr>
        </p:nvSpPr>
        <p:spPr bwMode="auto">
          <a:xfrm>
            <a:off x="6243372" y="4956104"/>
            <a:ext cx="5356490"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1466372387" name="Text Placeholder 3"/>
          <p:cNvSpPr>
            <a:spLocks noGrp="1"/>
          </p:cNvSpPr>
          <p:nvPr>
            <p:ph type="body" sz="quarter" idx="33"/>
          </p:nvPr>
        </p:nvSpPr>
        <p:spPr bwMode="auto">
          <a:xfrm>
            <a:off x="6252435" y="5357442"/>
            <a:ext cx="535759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717198753" name="Picture Placeholder" descr="This photo is a 'placeholder' only. Drag or drop your photo here, or click and tap the center to insert a photo."/>
          <p:cNvSpPr>
            <a:spLocks noGrp="1"/>
          </p:cNvSpPr>
          <p:nvPr>
            <p:ph type="pic" sz="quarter" idx="21" hasCustomPrompt="1"/>
          </p:nvPr>
        </p:nvSpPr>
        <p:spPr bwMode="ltGray">
          <a:xfrm>
            <a:off x="0" y="0"/>
            <a:ext cx="12192000" cy="45720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17298979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PhAnim="0" userDrawn="1">
  <p:cSld name="1-column_Callout_with Image">
    <p:bg>
      <p:bgRef idx="1001">
        <a:schemeClr val="bg1"/>
      </p:bgRef>
    </p:bg>
    <p:spTree>
      <p:nvGrpSpPr>
        <p:cNvPr id="1" name=""/>
        <p:cNvGrpSpPr/>
        <p:nvPr/>
      </p:nvGrpSpPr>
      <p:grpSpPr>
        <a:xfrm>
          <a:off x="0" y="0"/>
          <a:ext cx="0" cy="0"/>
          <a:chOff x="0" y="0"/>
          <a:chExt cx="0" cy="0"/>
        </a:xfrm>
      </p:grpSpPr>
      <p:sp>
        <p:nvSpPr>
          <p:cNvPr id="458951551" name="Footer Placeholder 10"/>
          <p:cNvSpPr>
            <a:spLocks noGrp="1"/>
          </p:cNvSpPr>
          <p:nvPr>
            <p:ph type="ftr" sz="quarter" idx="3"/>
          </p:nvPr>
        </p:nvSpPr>
        <p:spPr bwMode="auto">
          <a:xfrm>
            <a:off x="4064000"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958982658"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366746539" name="Picture Placeholder" descr="This photo is a 'placeholder' only. Drag or drop your photo here, or click and tap the center to insert a photo."/>
          <p:cNvSpPr>
            <a:spLocks noGrp="1"/>
          </p:cNvSpPr>
          <p:nvPr>
            <p:ph type="pic" sz="quarter" idx="20" hasCustomPrompt="1"/>
          </p:nvPr>
        </p:nvSpPr>
        <p:spPr bwMode="ltGray">
          <a:xfrm>
            <a:off x="4064000" y="1581150"/>
            <a:ext cx="7535862" cy="443072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956892965" name="Text Placeholder 11"/>
          <p:cNvSpPr>
            <a:spLocks noGrp="1"/>
          </p:cNvSpPr>
          <p:nvPr>
            <p:ph type="body" sz="quarter" idx="16"/>
          </p:nvPr>
        </p:nvSpPr>
        <p:spPr bwMode="auto">
          <a:xfrm>
            <a:off x="584200" y="1594155"/>
            <a:ext cx="3174143"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733645385" name="Text Placeholder 3"/>
          <p:cNvSpPr>
            <a:spLocks noGrp="1"/>
          </p:cNvSpPr>
          <p:nvPr>
            <p:ph type="body" sz="quarter" idx="15"/>
          </p:nvPr>
        </p:nvSpPr>
        <p:spPr bwMode="auto">
          <a:xfrm>
            <a:off x="586388" y="2085764"/>
            <a:ext cx="3172810" cy="726353"/>
          </a:xfrm>
          <a:prstGeom prst="rect">
            <a:avLst/>
          </a:prstGeom>
        </p:spPr>
        <p:txBody>
          <a:bodyPr wrap="square">
            <a:spAutoFit/>
          </a:bodyPr>
          <a:lstStyle>
            <a:lvl1pPr marL="137160" indent="-137160">
              <a:spcAft>
                <a:spcPct val="0"/>
              </a:spcAft>
              <a:buFont typeface="Arial"/>
              <a:buChar char="•"/>
              <a:defRPr>
                <a:solidFill>
                  <a:schemeClr val="tx1"/>
                </a:solidFill>
              </a:defRPr>
            </a:lvl1pPr>
            <a:lvl2pPr marL="265176" indent="-128016">
              <a:spcAft>
                <a:spcPct val="0"/>
              </a:spcAft>
              <a:buFont typeface="Arial"/>
              <a:buChar char="•"/>
              <a:defRPr>
                <a:solidFill>
                  <a:schemeClr val="tx1"/>
                </a:solidFill>
              </a:defRPr>
            </a:lvl2pPr>
            <a:lvl3pPr marL="384048" indent="-118872">
              <a:spcAft>
                <a:spcPct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PhAnim="0" preserve="1" userDrawn="1">
  <p:cSld name="1-column_Text_with Image">
    <p:bg>
      <p:bgRef idx="1001">
        <a:schemeClr val="bg1"/>
      </p:bgRef>
    </p:bg>
    <p:spTree>
      <p:nvGrpSpPr>
        <p:cNvPr id="1" name=""/>
        <p:cNvGrpSpPr/>
        <p:nvPr/>
      </p:nvGrpSpPr>
      <p:grpSpPr>
        <a:xfrm>
          <a:off x="0" y="0"/>
          <a:ext cx="0" cy="0"/>
          <a:chOff x="0" y="0"/>
          <a:chExt cx="0" cy="0"/>
        </a:xfrm>
      </p:grpSpPr>
      <p:sp>
        <p:nvSpPr>
          <p:cNvPr id="2107645232" name="Title 1"/>
          <p:cNvSpPr>
            <a:spLocks noGrp="1"/>
          </p:cNvSpPr>
          <p:nvPr>
            <p:ph type="title"/>
          </p:nvPr>
        </p:nvSpPr>
        <p:spPr bwMode="auto">
          <a:xfrm>
            <a:off x="588261" y="585216"/>
            <a:ext cx="4710689"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383722628" name="Text Placeholder 11"/>
          <p:cNvSpPr>
            <a:spLocks noGrp="1"/>
          </p:cNvSpPr>
          <p:nvPr>
            <p:ph type="body" sz="quarter" idx="16"/>
          </p:nvPr>
        </p:nvSpPr>
        <p:spPr bwMode="auto">
          <a:xfrm>
            <a:off x="584200" y="1594155"/>
            <a:ext cx="4714663"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1565062558" name="Text Placeholder 3"/>
          <p:cNvSpPr>
            <a:spLocks noGrp="1"/>
          </p:cNvSpPr>
          <p:nvPr>
            <p:ph type="body" sz="quarter" idx="15"/>
          </p:nvPr>
        </p:nvSpPr>
        <p:spPr bwMode="auto">
          <a:xfrm>
            <a:off x="586388" y="2085764"/>
            <a:ext cx="4712685" cy="726353"/>
          </a:xfrm>
          <a:prstGeom prst="rect">
            <a:avLst/>
          </a:prstGeom>
        </p:spPr>
        <p:txBody>
          <a:bodyPr wrap="square">
            <a:spAutoFit/>
          </a:bodyPr>
          <a:lstStyle>
            <a:lvl1pPr marL="137160" indent="-137160">
              <a:spcAft>
                <a:spcPct val="0"/>
              </a:spcAft>
              <a:buFont typeface="Arial"/>
              <a:buChar char="•"/>
              <a:defRPr>
                <a:solidFill>
                  <a:schemeClr val="tx1"/>
                </a:solidFill>
              </a:defRPr>
            </a:lvl1pPr>
            <a:lvl2pPr marL="265176" indent="-128016">
              <a:spcAft>
                <a:spcPct val="0"/>
              </a:spcAft>
              <a:buFont typeface="Arial"/>
              <a:buChar char="•"/>
              <a:defRPr>
                <a:solidFill>
                  <a:schemeClr val="tx1"/>
                </a:solidFill>
              </a:defRPr>
            </a:lvl2pPr>
            <a:lvl3pPr marL="384048" indent="-118872">
              <a:spcAft>
                <a:spcPct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2028538803" name="Picture Placeholder" descr="This photo is a 'placeholder' only. Drag or drop your photo here, or click and tap the center to insert a photo."/>
          <p:cNvSpPr>
            <a:spLocks noGrp="1"/>
          </p:cNvSpPr>
          <p:nvPr>
            <p:ph type="pic" sz="quarter" idx="19" hasCustomPrompt="1"/>
          </p:nvPr>
        </p:nvSpPr>
        <p:spPr bwMode="ltGray">
          <a:xfrm>
            <a:off x="6096000" y="0"/>
            <a:ext cx="6096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a:defRPr>
            </a:lvl1pPr>
          </a:lstStyle>
          <a:p>
            <a:pPr>
              <a:defRPr/>
            </a:pPr>
            <a:r>
              <a:rPr lang="en-US"/>
              <a:t>Drag &amp; drop your photo here </a:t>
            </a:r>
            <a:br>
              <a:rPr lang="en-US"/>
            </a:br>
            <a:r>
              <a:rPr lang="en-US"/>
              <a:t>or click or tap icon below </a:t>
            </a:r>
            <a:br>
              <a:rPr lang="en-US"/>
            </a:br>
            <a:r>
              <a:rPr lang="en-US"/>
              <a:t>to insert</a:t>
            </a:r>
            <a:endParaRPr/>
          </a:p>
          <a:p>
            <a:pPr>
              <a:defRPr/>
            </a:pPr>
            <a:endParaRPr lang="en-US"/>
          </a:p>
          <a:p>
            <a:pPr>
              <a:defRPr/>
            </a:pPr>
            <a:endParaRPr lang="en-US"/>
          </a:p>
        </p:txBody>
      </p:sp>
      <p:sp>
        <p:nvSpPr>
          <p:cNvPr id="1428063485"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PhAnim="0" preserve="1" userDrawn="1">
  <p:cSld name="2-column_Text_with Image">
    <p:bg>
      <p:bgRef idx="1001">
        <a:schemeClr val="bg1"/>
      </p:bgRef>
    </p:bg>
    <p:spTree>
      <p:nvGrpSpPr>
        <p:cNvPr id="1" name=""/>
        <p:cNvGrpSpPr/>
        <p:nvPr/>
      </p:nvGrpSpPr>
      <p:grpSpPr>
        <a:xfrm>
          <a:off x="0" y="0"/>
          <a:ext cx="0" cy="0"/>
          <a:chOff x="0" y="0"/>
          <a:chExt cx="0" cy="0"/>
        </a:xfrm>
      </p:grpSpPr>
      <p:sp>
        <p:nvSpPr>
          <p:cNvPr id="1988110050" name="Title 1"/>
          <p:cNvSpPr>
            <a:spLocks noGrp="1"/>
          </p:cNvSpPr>
          <p:nvPr>
            <p:ph type="title"/>
          </p:nvPr>
        </p:nvSpPr>
        <p:spPr bwMode="auto">
          <a:xfrm>
            <a:off x="588262" y="585216"/>
            <a:ext cx="7248356" cy="307777"/>
          </a:xfrm>
        </p:spPr>
        <p:txBody>
          <a:bodyPr/>
          <a:lstStyle>
            <a:lvl1pPr>
              <a:defRPr sz="2000" b="0" i="0">
                <a:solidFill>
                  <a:srgbClr val="001F2D"/>
                </a:solidFill>
                <a:latin typeface="+mj-lt"/>
                <a:cs typeface="Segoe UI Semibold"/>
              </a:defRPr>
            </a:lvl1pPr>
          </a:lstStyle>
          <a:p>
            <a:pPr>
              <a:defRPr/>
            </a:pPr>
            <a:r>
              <a:rPr lang="en-US"/>
              <a:t>Click to edit Master title style</a:t>
            </a:r>
            <a:endParaRPr/>
          </a:p>
        </p:txBody>
      </p:sp>
      <p:sp>
        <p:nvSpPr>
          <p:cNvPr id="1711145476" name="Text Placeholder 11"/>
          <p:cNvSpPr>
            <a:spLocks noGrp="1"/>
          </p:cNvSpPr>
          <p:nvPr>
            <p:ph type="body" sz="quarter" idx="16"/>
          </p:nvPr>
        </p:nvSpPr>
        <p:spPr bwMode="auto">
          <a:xfrm>
            <a:off x="584200" y="1594155"/>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1795615812" name="Text Placeholder 3"/>
          <p:cNvSpPr>
            <a:spLocks noGrp="1"/>
          </p:cNvSpPr>
          <p:nvPr>
            <p:ph type="body" sz="quarter" idx="15"/>
          </p:nvPr>
        </p:nvSpPr>
        <p:spPr bwMode="auto">
          <a:xfrm>
            <a:off x="586390" y="2085764"/>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387303504" name="Text Placeholder 11"/>
          <p:cNvSpPr>
            <a:spLocks noGrp="1"/>
          </p:cNvSpPr>
          <p:nvPr>
            <p:ph type="body" sz="quarter" idx="22"/>
          </p:nvPr>
        </p:nvSpPr>
        <p:spPr bwMode="auto">
          <a:xfrm>
            <a:off x="4357547" y="1594155"/>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1369308684" name="Text Placeholder 3"/>
          <p:cNvSpPr>
            <a:spLocks noGrp="1"/>
          </p:cNvSpPr>
          <p:nvPr>
            <p:ph type="body" sz="quarter" idx="23"/>
          </p:nvPr>
        </p:nvSpPr>
        <p:spPr bwMode="auto">
          <a:xfrm>
            <a:off x="4359737" y="2085764"/>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536535378" name="Picture Placeholder" descr="This photo is a 'placeholder' only. Drag or drop your photo here, or click and tap the center to insert a photo."/>
          <p:cNvSpPr>
            <a:spLocks noGrp="1"/>
          </p:cNvSpPr>
          <p:nvPr>
            <p:ph type="pic" sz="quarter" idx="19" hasCustomPrompt="1"/>
          </p:nvPr>
        </p:nvSpPr>
        <p:spPr bwMode="ltGray">
          <a:xfrm>
            <a:off x="8128000" y="0"/>
            <a:ext cx="4064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a:defRPr>
            </a:lvl1pPr>
          </a:lstStyle>
          <a:p>
            <a:pPr>
              <a:defRPr/>
            </a:pPr>
            <a:r>
              <a:rPr lang="en-US"/>
              <a:t>Drag &amp; drop your photo here </a:t>
            </a:r>
            <a:br>
              <a:rPr lang="en-US"/>
            </a:br>
            <a:r>
              <a:rPr lang="en-US"/>
              <a:t>or click or tap icon below </a:t>
            </a:r>
            <a:br>
              <a:rPr lang="en-US"/>
            </a:br>
            <a:r>
              <a:rPr lang="en-US"/>
              <a:t>to insert</a:t>
            </a:r>
            <a:endParaRPr/>
          </a:p>
          <a:p>
            <a:pPr>
              <a:defRPr/>
            </a:pPr>
            <a:endParaRPr lang="en-US"/>
          </a:p>
          <a:p>
            <a:pPr>
              <a:defRPr/>
            </a:pPr>
            <a:endParaRPr lang="en-US"/>
          </a:p>
        </p:txBody>
      </p:sp>
      <p:sp>
        <p:nvSpPr>
          <p:cNvPr id="520354298"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PhAnim="0" userDrawn="1">
  <p:cSld name="1_Two photos_with Captions">
    <p:bg>
      <p:bgRef idx="1001">
        <a:schemeClr val="bg1"/>
      </p:bgRef>
    </p:bg>
    <p:spTree>
      <p:nvGrpSpPr>
        <p:cNvPr id="1" name=""/>
        <p:cNvGrpSpPr/>
        <p:nvPr/>
      </p:nvGrpSpPr>
      <p:grpSpPr>
        <a:xfrm>
          <a:off x="0" y="0"/>
          <a:ext cx="0" cy="0"/>
          <a:chOff x="0" y="0"/>
          <a:chExt cx="0" cy="0"/>
        </a:xfrm>
      </p:grpSpPr>
      <p:sp>
        <p:nvSpPr>
          <p:cNvPr id="322245276"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492707204" name="Picture Placeholder" descr="This photo is a 'placeholder' only. Drag or drop your photo here, or click and tap the center to insert a photo."/>
          <p:cNvSpPr>
            <a:spLocks noGrp="1"/>
          </p:cNvSpPr>
          <p:nvPr>
            <p:ph type="pic" sz="quarter" idx="19" hasCustomPrompt="1"/>
          </p:nvPr>
        </p:nvSpPr>
        <p:spPr bwMode="ltGray">
          <a:xfrm>
            <a:off x="584200" y="1591310"/>
            <a:ext cx="5365752"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311247240" name="Text Placeholder 11"/>
          <p:cNvSpPr>
            <a:spLocks noGrp="1"/>
          </p:cNvSpPr>
          <p:nvPr>
            <p:ph type="body" sz="quarter" idx="16"/>
          </p:nvPr>
        </p:nvSpPr>
        <p:spPr bwMode="auto">
          <a:xfrm>
            <a:off x="584199" y="4575104"/>
            <a:ext cx="5364429"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1830745128" name="Text Placeholder 3"/>
          <p:cNvSpPr>
            <a:spLocks noGrp="1"/>
          </p:cNvSpPr>
          <p:nvPr>
            <p:ph type="body" sz="quarter" idx="15"/>
          </p:nvPr>
        </p:nvSpPr>
        <p:spPr bwMode="auto">
          <a:xfrm>
            <a:off x="586390" y="4976443"/>
            <a:ext cx="536217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624685695" name="Picture Placeholder" descr="This photo is a 'placeholder' only. Drag or drop your photo here, or click and tap the center to insert a photo."/>
          <p:cNvSpPr>
            <a:spLocks noGrp="1"/>
          </p:cNvSpPr>
          <p:nvPr>
            <p:ph type="pic" sz="quarter" idx="20" hasCustomPrompt="1"/>
          </p:nvPr>
        </p:nvSpPr>
        <p:spPr bwMode="ltGray">
          <a:xfrm>
            <a:off x="6242049" y="1591310"/>
            <a:ext cx="5357813"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586053718" name="Text Placeholder 11"/>
          <p:cNvSpPr>
            <a:spLocks noGrp="1"/>
          </p:cNvSpPr>
          <p:nvPr>
            <p:ph type="body" sz="quarter" idx="22"/>
          </p:nvPr>
        </p:nvSpPr>
        <p:spPr bwMode="auto">
          <a:xfrm>
            <a:off x="6243372" y="4575104"/>
            <a:ext cx="5356490"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207810297" name="Text Placeholder 3"/>
          <p:cNvSpPr>
            <a:spLocks noGrp="1"/>
          </p:cNvSpPr>
          <p:nvPr>
            <p:ph type="body" sz="quarter" idx="33"/>
          </p:nvPr>
        </p:nvSpPr>
        <p:spPr bwMode="auto">
          <a:xfrm>
            <a:off x="6252435" y="4976442"/>
            <a:ext cx="535759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24546241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PhAnim="0" userDrawn="1">
  <p:cSld name="1_Three photos_with Captions">
    <p:bg>
      <p:bgRef idx="1001">
        <a:schemeClr val="bg1"/>
      </p:bgRef>
    </p:bg>
    <p:spTree>
      <p:nvGrpSpPr>
        <p:cNvPr id="1" name=""/>
        <p:cNvGrpSpPr/>
        <p:nvPr/>
      </p:nvGrpSpPr>
      <p:grpSpPr>
        <a:xfrm>
          <a:off x="0" y="0"/>
          <a:ext cx="0" cy="0"/>
          <a:chOff x="0" y="0"/>
          <a:chExt cx="0" cy="0"/>
        </a:xfrm>
      </p:grpSpPr>
      <p:sp>
        <p:nvSpPr>
          <p:cNvPr id="1458371352"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408099398" name="Picture Placeholder" descr="This photo is a 'placeholder' only. Drag or drop your photo here, or click and tap the center to insert a photo."/>
          <p:cNvSpPr>
            <a:spLocks noGrp="1"/>
          </p:cNvSpPr>
          <p:nvPr>
            <p:ph type="pic" sz="quarter" idx="19" hasCustomPrompt="1"/>
          </p:nvPr>
        </p:nvSpPr>
        <p:spPr bwMode="ltGray">
          <a:xfrm>
            <a:off x="584200" y="1591310"/>
            <a:ext cx="3481388"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928903922" name="Text Placeholder 11"/>
          <p:cNvSpPr>
            <a:spLocks noGrp="1"/>
          </p:cNvSpPr>
          <p:nvPr>
            <p:ph type="body" sz="quarter" idx="16"/>
          </p:nvPr>
        </p:nvSpPr>
        <p:spPr bwMode="auto">
          <a:xfrm>
            <a:off x="584200" y="4575104"/>
            <a:ext cx="3479070"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1276511440" name="Text Placeholder 3"/>
          <p:cNvSpPr>
            <a:spLocks noGrp="1"/>
          </p:cNvSpPr>
          <p:nvPr>
            <p:ph type="body" sz="quarter" idx="15"/>
          </p:nvPr>
        </p:nvSpPr>
        <p:spPr bwMode="auto">
          <a:xfrm>
            <a:off x="586390" y="4976443"/>
            <a:ext cx="3477610"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806130482" name="Picture Placeholder" descr="This photo is a 'placeholder' only. Drag or drop your photo here, or click and tap the center to insert a photo."/>
          <p:cNvSpPr>
            <a:spLocks noGrp="1"/>
          </p:cNvSpPr>
          <p:nvPr>
            <p:ph type="pic" sz="quarter" idx="20" hasCustomPrompt="1"/>
          </p:nvPr>
        </p:nvSpPr>
        <p:spPr bwMode="ltGray">
          <a:xfrm>
            <a:off x="4353560" y="1591310"/>
            <a:ext cx="3481388"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783664577" name="Text Placeholder 11"/>
          <p:cNvSpPr>
            <a:spLocks noGrp="1"/>
          </p:cNvSpPr>
          <p:nvPr>
            <p:ph type="body" sz="quarter" idx="22"/>
          </p:nvPr>
        </p:nvSpPr>
        <p:spPr bwMode="auto">
          <a:xfrm>
            <a:off x="4374792" y="4575104"/>
            <a:ext cx="3476891"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975260010" name="Text Placeholder 3"/>
          <p:cNvSpPr>
            <a:spLocks noGrp="1"/>
          </p:cNvSpPr>
          <p:nvPr>
            <p:ph type="body" sz="quarter" idx="33"/>
          </p:nvPr>
        </p:nvSpPr>
        <p:spPr bwMode="auto">
          <a:xfrm>
            <a:off x="4383855" y="4976442"/>
            <a:ext cx="3477610"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833619152" name="Picture Placeholder" descr="This photo is a 'placeholder' only. Drag or drop your photo here, or click and tap the center to insert a photo."/>
          <p:cNvSpPr>
            <a:spLocks noGrp="1"/>
          </p:cNvSpPr>
          <p:nvPr>
            <p:ph type="pic" sz="quarter" idx="21" hasCustomPrompt="1"/>
          </p:nvPr>
        </p:nvSpPr>
        <p:spPr bwMode="ltGray">
          <a:xfrm>
            <a:off x="8128000" y="1591309"/>
            <a:ext cx="3486092" cy="2684159"/>
          </a:xfrm>
          <a:prstGeom prst="rect">
            <a:avLst/>
          </a:prstGeom>
          <a:solidFill>
            <a:srgbClr val="F4F4F7"/>
          </a:solidFill>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716810408" name="Text Placeholder 11"/>
          <p:cNvSpPr>
            <a:spLocks noGrp="1"/>
          </p:cNvSpPr>
          <p:nvPr>
            <p:ph type="body" sz="quarter" idx="24"/>
          </p:nvPr>
        </p:nvSpPr>
        <p:spPr bwMode="auto">
          <a:xfrm>
            <a:off x="8133626" y="4571913"/>
            <a:ext cx="3485370" cy="187857"/>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779364505" name="Text Placeholder 3"/>
          <p:cNvSpPr>
            <a:spLocks noGrp="1"/>
          </p:cNvSpPr>
          <p:nvPr>
            <p:ph type="body" sz="quarter" idx="34"/>
          </p:nvPr>
        </p:nvSpPr>
        <p:spPr bwMode="auto">
          <a:xfrm>
            <a:off x="8128000" y="4973784"/>
            <a:ext cx="3486092" cy="156547"/>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202682174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PhAnim="0" userDrawn="1">
  <p:cSld name="1_Four photos_with Captions">
    <p:bg>
      <p:bgRef idx="1001">
        <a:schemeClr val="bg1"/>
      </p:bgRef>
    </p:bg>
    <p:spTree>
      <p:nvGrpSpPr>
        <p:cNvPr id="1" name=""/>
        <p:cNvGrpSpPr/>
        <p:nvPr/>
      </p:nvGrpSpPr>
      <p:grpSpPr>
        <a:xfrm>
          <a:off x="0" y="0"/>
          <a:ext cx="0" cy="0"/>
          <a:chOff x="0" y="0"/>
          <a:chExt cx="0" cy="0"/>
        </a:xfrm>
      </p:grpSpPr>
      <p:sp>
        <p:nvSpPr>
          <p:cNvPr id="782772191"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701545337" name="Picture Placeholder" descr="This photo is a 'placeholder' only. Drag or drop your photo here, or click and tap the center to insert a photo."/>
          <p:cNvSpPr>
            <a:spLocks noGrp="1"/>
          </p:cNvSpPr>
          <p:nvPr>
            <p:ph type="pic" sz="quarter" idx="19"/>
          </p:nvPr>
        </p:nvSpPr>
        <p:spPr bwMode="ltGray">
          <a:xfrm>
            <a:off x="5842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a:defRPr>
            </a:lvl1pPr>
          </a:lstStyle>
          <a:p>
            <a:pPr>
              <a:defRPr/>
            </a:pPr>
            <a:r>
              <a:rPr lang="en-US"/>
              <a:t>Click icon to add picture</a:t>
            </a:r>
            <a:endParaRPr/>
          </a:p>
        </p:txBody>
      </p:sp>
      <p:sp>
        <p:nvSpPr>
          <p:cNvPr id="1918156915" name="Text Placeholder 11"/>
          <p:cNvSpPr>
            <a:spLocks noGrp="1"/>
          </p:cNvSpPr>
          <p:nvPr>
            <p:ph type="body" sz="quarter" idx="16"/>
          </p:nvPr>
        </p:nvSpPr>
        <p:spPr bwMode="auto">
          <a:xfrm>
            <a:off x="584200" y="4575104"/>
            <a:ext cx="2535699"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1452045760" name="Text Placeholder 3"/>
          <p:cNvSpPr>
            <a:spLocks noGrp="1"/>
          </p:cNvSpPr>
          <p:nvPr>
            <p:ph type="body" sz="quarter" idx="15"/>
          </p:nvPr>
        </p:nvSpPr>
        <p:spPr bwMode="auto">
          <a:xfrm>
            <a:off x="586390" y="4976443"/>
            <a:ext cx="2534635"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531312384" name="Picture Placeholder" descr="This photo is a 'placeholder' only. Drag or drop your photo here, or click and tap the center to insert a photo."/>
          <p:cNvSpPr>
            <a:spLocks noGrp="1"/>
          </p:cNvSpPr>
          <p:nvPr>
            <p:ph type="pic" sz="quarter" idx="29"/>
          </p:nvPr>
        </p:nvSpPr>
        <p:spPr bwMode="ltGray">
          <a:xfrm>
            <a:off x="34290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a:defRPr>
            </a:lvl1pPr>
          </a:lstStyle>
          <a:p>
            <a:pPr>
              <a:defRPr/>
            </a:pPr>
            <a:r>
              <a:rPr lang="en-US"/>
              <a:t>Click icon to add picture</a:t>
            </a:r>
            <a:endParaRPr/>
          </a:p>
        </p:txBody>
      </p:sp>
      <p:sp>
        <p:nvSpPr>
          <p:cNvPr id="1414073807" name="Text Placeholder 11"/>
          <p:cNvSpPr>
            <a:spLocks noGrp="1"/>
          </p:cNvSpPr>
          <p:nvPr>
            <p:ph type="body" sz="quarter" idx="22"/>
          </p:nvPr>
        </p:nvSpPr>
        <p:spPr bwMode="auto">
          <a:xfrm>
            <a:off x="3413125" y="4575104"/>
            <a:ext cx="2534111"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1116926601" name="Text Placeholder 3"/>
          <p:cNvSpPr>
            <a:spLocks noGrp="1"/>
          </p:cNvSpPr>
          <p:nvPr>
            <p:ph type="body" sz="quarter" idx="33"/>
          </p:nvPr>
        </p:nvSpPr>
        <p:spPr bwMode="auto">
          <a:xfrm>
            <a:off x="3422188" y="4976443"/>
            <a:ext cx="2534635"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660277397" name="Picture Placeholder" descr="This photo is a 'placeholder' only. Drag or drop your photo here, or click and tap the center to insert a photo."/>
          <p:cNvSpPr>
            <a:spLocks noGrp="1"/>
          </p:cNvSpPr>
          <p:nvPr>
            <p:ph type="pic" sz="quarter" idx="30"/>
          </p:nvPr>
        </p:nvSpPr>
        <p:spPr bwMode="ltGray">
          <a:xfrm>
            <a:off x="62484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a:defRPr>
            </a:lvl1pPr>
          </a:lstStyle>
          <a:p>
            <a:pPr>
              <a:defRPr/>
            </a:pPr>
            <a:r>
              <a:rPr lang="en-US"/>
              <a:t>Click icon to add picture</a:t>
            </a:r>
            <a:endParaRPr/>
          </a:p>
        </p:txBody>
      </p:sp>
      <p:sp>
        <p:nvSpPr>
          <p:cNvPr id="1375048709" name="Text Placeholder 11"/>
          <p:cNvSpPr>
            <a:spLocks noGrp="1"/>
          </p:cNvSpPr>
          <p:nvPr>
            <p:ph type="body" sz="quarter" idx="24"/>
          </p:nvPr>
        </p:nvSpPr>
        <p:spPr bwMode="auto">
          <a:xfrm>
            <a:off x="6240462" y="4575104"/>
            <a:ext cx="2534111"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1636926601" name="Text Placeholder 3"/>
          <p:cNvSpPr>
            <a:spLocks noGrp="1"/>
          </p:cNvSpPr>
          <p:nvPr>
            <p:ph type="body" sz="quarter" idx="34"/>
          </p:nvPr>
        </p:nvSpPr>
        <p:spPr bwMode="auto">
          <a:xfrm>
            <a:off x="6234836" y="4976443"/>
            <a:ext cx="2534635"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178614462" name="Picture Placeholder" descr="This photo is a 'placeholder' only. Drag or drop your photo here, or click and tap the center to insert a photo."/>
          <p:cNvSpPr>
            <a:spLocks noGrp="1"/>
          </p:cNvSpPr>
          <p:nvPr>
            <p:ph type="pic" sz="quarter" idx="31"/>
          </p:nvPr>
        </p:nvSpPr>
        <p:spPr bwMode="ltGray">
          <a:xfrm>
            <a:off x="90678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a:defRPr>
            </a:lvl1pPr>
          </a:lstStyle>
          <a:p>
            <a:pPr>
              <a:defRPr/>
            </a:pPr>
            <a:r>
              <a:rPr lang="en-US"/>
              <a:t>Click icon to add picture</a:t>
            </a:r>
            <a:endParaRPr/>
          </a:p>
        </p:txBody>
      </p:sp>
      <p:sp>
        <p:nvSpPr>
          <p:cNvPr id="514891422" name="Text Placeholder 11"/>
          <p:cNvSpPr>
            <a:spLocks noGrp="1"/>
          </p:cNvSpPr>
          <p:nvPr>
            <p:ph type="body" sz="quarter" idx="26"/>
          </p:nvPr>
        </p:nvSpPr>
        <p:spPr bwMode="auto">
          <a:xfrm>
            <a:off x="9076259" y="4575104"/>
            <a:ext cx="2534111"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1041492848" name="Text Placeholder 3"/>
          <p:cNvSpPr>
            <a:spLocks noGrp="1"/>
          </p:cNvSpPr>
          <p:nvPr>
            <p:ph type="body" sz="quarter" idx="35"/>
          </p:nvPr>
        </p:nvSpPr>
        <p:spPr bwMode="auto">
          <a:xfrm>
            <a:off x="9082208" y="4976443"/>
            <a:ext cx="2534635"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84186412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PhAnim="0" preserve="1" userDrawn="1">
  <p:cSld name="Summary">
    <p:spTree>
      <p:nvGrpSpPr>
        <p:cNvPr id="1" name=""/>
        <p:cNvGrpSpPr/>
        <p:nvPr/>
      </p:nvGrpSpPr>
      <p:grpSpPr>
        <a:xfrm>
          <a:off x="0" y="0"/>
          <a:ext cx="0" cy="0"/>
          <a:chOff x="0" y="0"/>
          <a:chExt cx="0" cy="0"/>
        </a:xfrm>
      </p:grpSpPr>
      <p:sp>
        <p:nvSpPr>
          <p:cNvPr id="1551768787"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42778867" name="Footer Placeholder 10"/>
          <p:cNvSpPr>
            <a:spLocks noGrp="1"/>
          </p:cNvSpPr>
          <p:nvPr>
            <p:ph type="ftr" sz="quarter" idx="3"/>
          </p:nvPr>
        </p:nvSpPr>
        <p:spPr bwMode="auto">
          <a:xfrm>
            <a:off x="4356100"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779257662" name="Rectangle: Single Corner Rounded 5"/>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ct val="0"/>
              </a:spcBef>
              <a:spcAft>
                <a:spcPct val="0"/>
              </a:spcAft>
              <a:defRPr/>
            </a:pPr>
            <a:endParaRPr lang="en-US" sz="2400">
              <a:gradFill>
                <a:gsLst>
                  <a:gs pos="0">
                    <a:srgbClr val="FFFFFF"/>
                  </a:gs>
                  <a:gs pos="100000">
                    <a:srgbClr val="FFFFFF"/>
                  </a:gs>
                </a:gsLst>
                <a:lin ang="5400000" scaled="0"/>
              </a:gradFill>
              <a:ea typeface="Segoe UI"/>
              <a:cs typeface="Segoe UI"/>
            </a:endParaRPr>
          </a:p>
        </p:txBody>
      </p:sp>
      <p:sp>
        <p:nvSpPr>
          <p:cNvPr id="1133509114" name="Text Placeholder 11"/>
          <p:cNvSpPr>
            <a:spLocks noGrp="1"/>
          </p:cNvSpPr>
          <p:nvPr>
            <p:ph type="body" sz="quarter" idx="17"/>
          </p:nvPr>
        </p:nvSpPr>
        <p:spPr bwMode="auto">
          <a:xfrm>
            <a:off x="4356039" y="1926472"/>
            <a:ext cx="5364224"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749576675" name="Text Placeholder 3"/>
          <p:cNvSpPr>
            <a:spLocks noGrp="1"/>
          </p:cNvSpPr>
          <p:nvPr>
            <p:ph type="body" sz="quarter" idx="35"/>
          </p:nvPr>
        </p:nvSpPr>
        <p:spPr bwMode="auto">
          <a:xfrm>
            <a:off x="4358229" y="2578100"/>
            <a:ext cx="5361973"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918050072" name="Text Placeholder 11"/>
          <p:cNvSpPr>
            <a:spLocks noGrp="1"/>
          </p:cNvSpPr>
          <p:nvPr>
            <p:ph type="body" sz="quarter" idx="34"/>
          </p:nvPr>
        </p:nvSpPr>
        <p:spPr bwMode="auto">
          <a:xfrm>
            <a:off x="588263" y="2542117"/>
            <a:ext cx="2027938" cy="492443"/>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Tree>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PhAnim="0" preserve="1" userDrawn="1">
  <p:cSld name="2-column_Callout_with Image">
    <p:bg>
      <p:bgRef idx="1001">
        <a:schemeClr val="bg1"/>
      </p:bgRef>
    </p:bg>
    <p:spTree>
      <p:nvGrpSpPr>
        <p:cNvPr id="1" name=""/>
        <p:cNvGrpSpPr/>
        <p:nvPr/>
      </p:nvGrpSpPr>
      <p:grpSpPr>
        <a:xfrm>
          <a:off x="0" y="0"/>
          <a:ext cx="0" cy="0"/>
          <a:chOff x="0" y="0"/>
          <a:chExt cx="0" cy="0"/>
        </a:xfrm>
      </p:grpSpPr>
      <p:sp>
        <p:nvSpPr>
          <p:cNvPr id="667135503" name="Footer Placeholder 10"/>
          <p:cNvSpPr>
            <a:spLocks noGrp="1"/>
          </p:cNvSpPr>
          <p:nvPr>
            <p:ph type="ftr" sz="quarter" idx="3"/>
          </p:nvPr>
        </p:nvSpPr>
        <p:spPr bwMode="auto">
          <a:xfrm>
            <a:off x="4064000"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532579750"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229270834" name="Picture Placeholder" descr="This photo is a 'placeholder' only. Drag or drop your photo here, or click and tap the center to insert a photo."/>
          <p:cNvSpPr>
            <a:spLocks noGrp="1"/>
          </p:cNvSpPr>
          <p:nvPr>
            <p:ph type="pic" sz="quarter" idx="20" hasCustomPrompt="1"/>
          </p:nvPr>
        </p:nvSpPr>
        <p:spPr bwMode="ltGray">
          <a:xfrm>
            <a:off x="4064000" y="1292233"/>
            <a:ext cx="7535862" cy="3279767"/>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266645823" name="Text Placeholder 11"/>
          <p:cNvSpPr>
            <a:spLocks noGrp="1"/>
          </p:cNvSpPr>
          <p:nvPr>
            <p:ph type="body" sz="quarter" idx="22"/>
          </p:nvPr>
        </p:nvSpPr>
        <p:spPr bwMode="auto">
          <a:xfrm>
            <a:off x="4064000" y="4830309"/>
            <a:ext cx="7535862"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1124857417" name="Text Placeholder 3"/>
          <p:cNvSpPr>
            <a:spLocks noGrp="1"/>
          </p:cNvSpPr>
          <p:nvPr>
            <p:ph type="body" sz="quarter" idx="33"/>
          </p:nvPr>
        </p:nvSpPr>
        <p:spPr bwMode="auto">
          <a:xfrm>
            <a:off x="4073063" y="5231647"/>
            <a:ext cx="7526800"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575498370" name="Rectangle: Single Corner Rounded 4"/>
          <p:cNvSpPr/>
          <p:nvPr userDrawn="1"/>
        </p:nvSpPr>
        <p:spPr bwMode="auto">
          <a:xfrm>
            <a:off x="-1" y="1292232"/>
            <a:ext cx="3121026" cy="5565768"/>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ct val="0"/>
              </a:spcBef>
              <a:spcAft>
                <a:spcPct val="0"/>
              </a:spcAft>
              <a:defRPr/>
            </a:pPr>
            <a:endParaRPr lang="en-US" sz="2400">
              <a:gradFill>
                <a:gsLst>
                  <a:gs pos="0">
                    <a:srgbClr val="FFFFFF"/>
                  </a:gs>
                  <a:gs pos="100000">
                    <a:srgbClr val="FFFFFF"/>
                  </a:gs>
                </a:gsLst>
                <a:lin ang="5400000" scaled="0"/>
              </a:gradFill>
              <a:ea typeface="Segoe UI"/>
              <a:cs typeface="Segoe UI"/>
            </a:endParaRPr>
          </a:p>
        </p:txBody>
      </p:sp>
      <p:sp>
        <p:nvSpPr>
          <p:cNvPr id="167491578" name="Text Placeholder 11"/>
          <p:cNvSpPr>
            <a:spLocks noGrp="1"/>
          </p:cNvSpPr>
          <p:nvPr>
            <p:ph type="body" sz="quarter" idx="34"/>
          </p:nvPr>
        </p:nvSpPr>
        <p:spPr bwMode="auto">
          <a:xfrm>
            <a:off x="588262" y="2210101"/>
            <a:ext cx="2113253" cy="492443"/>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PhAnim="0" preserve="1" userDrawn="1">
  <p:cSld name="Learn Clickdown">
    <p:bg>
      <p:bgPr>
        <a:solidFill>
          <a:srgbClr val="E8E6DF"/>
        </a:solidFill>
        <a:effectLst/>
      </p:bgPr>
    </p:bg>
    <p:spTree>
      <p:nvGrpSpPr>
        <p:cNvPr id="1" name=""/>
        <p:cNvGrpSpPr/>
        <p:nvPr/>
      </p:nvGrpSpPr>
      <p:grpSpPr>
        <a:xfrm>
          <a:off x="0" y="0"/>
          <a:ext cx="0" cy="0"/>
          <a:chOff x="0" y="0"/>
          <a:chExt cx="0" cy="0"/>
        </a:xfrm>
      </p:grpSpPr>
      <p:sp>
        <p:nvSpPr>
          <p:cNvPr id="1993304421" name="Rectangle 5"/>
          <p:cNvSpPr/>
          <p:nvPr userDrawn="1"/>
        </p:nvSpPr>
        <p:spPr bwMode="auto">
          <a:xfrm>
            <a:off x="1887" y="0"/>
            <a:ext cx="6891565"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ct val="0"/>
              </a:spcBef>
              <a:spcAft>
                <a:spcPct val="0"/>
              </a:spcAft>
              <a:defRPr/>
            </a:pPr>
            <a:endParaRPr lang="en-US" sz="2400">
              <a:gradFill>
                <a:gsLst>
                  <a:gs pos="0">
                    <a:srgbClr val="FFFFFF"/>
                  </a:gs>
                  <a:gs pos="100000">
                    <a:srgbClr val="FFFFFF"/>
                  </a:gs>
                </a:gsLst>
                <a:lin ang="5400000" scaled="0"/>
              </a:gradFill>
              <a:ea typeface="Segoe UI"/>
              <a:cs typeface="Segoe UI"/>
            </a:endParaRPr>
          </a:p>
        </p:txBody>
      </p:sp>
      <p:sp>
        <p:nvSpPr>
          <p:cNvPr id="429668048" name="Rectangle: Top Corners Rounded 1"/>
          <p:cNvSpPr/>
          <p:nvPr userDrawn="1"/>
        </p:nvSpPr>
        <p:spPr bwMode="auto">
          <a:xfrm rot="16199998" flipH="1">
            <a:off x="7958667" y="1348398"/>
            <a:ext cx="3793070" cy="4707465"/>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74320" tIns="0" rIns="274320" bIns="91440" numCol="1" spcCol="0" rtlCol="0" fromWordArt="0" anchor="ctr" anchorCtr="0" forceAA="0" compatLnSpc="1">
            <a:prstTxWarp prst="textNoShape">
              <a:avLst/>
            </a:prstTxWarp>
            <a:noAutofit/>
          </a:bodyPr>
          <a:lstStyle/>
          <a:p>
            <a:pPr marL="0" marR="0" lvl="0" indent="0" algn="l" defTabSz="932472" rtl="0">
              <a:lnSpc>
                <a:spcPct val="100000"/>
              </a:lnSpc>
              <a:spcBef>
                <a:spcPct val="0"/>
              </a:spcBef>
              <a:spcAft>
                <a:spcPct val="0"/>
              </a:spcAft>
              <a:buClrTx/>
              <a:buSzTx/>
              <a:buFontTx/>
              <a:buNone/>
              <a:defRPr/>
            </a:pPr>
            <a:endParaRPr lang="en-US" sz="2000" b="0" i="0" u="none" strike="noStrike" cap="none" spc="0" baseline="30000">
              <a:ln>
                <a:noFill/>
              </a:ln>
              <a:solidFill>
                <a:srgbClr val="FFFFFF"/>
              </a:solidFill>
              <a:latin typeface="Segoe UI"/>
              <a:ea typeface="+mn-ea"/>
              <a:cs typeface="+mn-cs"/>
            </a:endParaRPr>
          </a:p>
        </p:txBody>
      </p:sp>
      <p:pic>
        <p:nvPicPr>
          <p:cNvPr id="1023293101" name="Picture 2"/>
          <p:cNvPicPr>
            <a:picLocks noChangeAspect="1"/>
          </p:cNvPicPr>
          <p:nvPr userDrawn="1"/>
        </p:nvPicPr>
        <p:blipFill>
          <a:blip r:embed="rId2"/>
          <a:srcRect l="15" r="15210"/>
          <a:stretch>
            <a:fillRect/>
          </a:stretch>
        </p:blipFill>
        <p:spPr bwMode="auto">
          <a:xfrm>
            <a:off x="7458887" y="1759165"/>
            <a:ext cx="4737876" cy="3870680"/>
          </a:xfrm>
          <a:prstGeom prst="rect">
            <a:avLst/>
          </a:prstGeom>
          <a:noFill/>
          <a:ln w="38100">
            <a:noFill/>
          </a:ln>
          <a:effectLst/>
        </p:spPr>
      </p:pic>
      <p:sp>
        <p:nvSpPr>
          <p:cNvPr id="1904579847" name="Picture Placeholder" descr="This photo is a 'placeholder' only. Drag or drop your photo here, or click and tap the center to insert a photo."/>
          <p:cNvSpPr>
            <a:spLocks noGrp="1"/>
          </p:cNvSpPr>
          <p:nvPr>
            <p:ph type="pic" sz="quarter" idx="20" hasCustomPrompt="1"/>
          </p:nvPr>
        </p:nvSpPr>
        <p:spPr bwMode="ltGray">
          <a:xfrm>
            <a:off x="7724774" y="2041526"/>
            <a:ext cx="4467225" cy="3311524"/>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website screenshot here or click or tap icon below to insert</a:t>
            </a:r>
            <a:endParaRPr/>
          </a:p>
          <a:p>
            <a:pPr>
              <a:defRPr/>
            </a:pPr>
            <a:endParaRPr lang="en-US"/>
          </a:p>
          <a:p>
            <a:pPr>
              <a:defRPr/>
            </a:pPr>
            <a:endParaRPr lang="en-US"/>
          </a:p>
        </p:txBody>
      </p:sp>
      <p:sp>
        <p:nvSpPr>
          <p:cNvPr id="1748860901" name="Title 1"/>
          <p:cNvSpPr>
            <a:spLocks noGrp="1"/>
          </p:cNvSpPr>
          <p:nvPr>
            <p:ph type="title"/>
          </p:nvPr>
        </p:nvSpPr>
        <p:spPr bwMode="auto">
          <a:xfrm>
            <a:off x="588262" y="585216"/>
            <a:ext cx="5652201"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770221452" name="Text Placeholder 11"/>
          <p:cNvSpPr>
            <a:spLocks noGrp="1"/>
          </p:cNvSpPr>
          <p:nvPr>
            <p:ph type="body" sz="quarter" idx="16"/>
          </p:nvPr>
        </p:nvSpPr>
        <p:spPr bwMode="auto">
          <a:xfrm>
            <a:off x="584199" y="1594155"/>
            <a:ext cx="5654573"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1734654752" name="Text Placeholder 3"/>
          <p:cNvSpPr>
            <a:spLocks noGrp="1"/>
          </p:cNvSpPr>
          <p:nvPr>
            <p:ph type="body" sz="quarter" idx="15"/>
          </p:nvPr>
        </p:nvSpPr>
        <p:spPr bwMode="auto">
          <a:xfrm>
            <a:off x="586388" y="2085764"/>
            <a:ext cx="565220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38332021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PhAnim="0" preserve="1" userDrawn="1">
  <p:cSld name="Blank_with Head">
    <p:spTree>
      <p:nvGrpSpPr>
        <p:cNvPr id="1" name=""/>
        <p:cNvGrpSpPr/>
        <p:nvPr/>
      </p:nvGrpSpPr>
      <p:grpSpPr>
        <a:xfrm>
          <a:off x="0" y="0"/>
          <a:ext cx="0" cy="0"/>
          <a:chOff x="0" y="0"/>
          <a:chExt cx="0" cy="0"/>
        </a:xfrm>
      </p:grpSpPr>
      <p:sp>
        <p:nvSpPr>
          <p:cNvPr id="180438894"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20485952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PhAnim="0" preserve="1" userDrawn="1">
  <p:cSld name="Blank_with Head_Off-white">
    <p:bg>
      <p:bgPr>
        <a:solidFill>
          <a:srgbClr val="F4F3F5"/>
        </a:solidFill>
        <a:effectLst/>
      </p:bgPr>
    </p:bg>
    <p:spTree>
      <p:nvGrpSpPr>
        <p:cNvPr id="1" name=""/>
        <p:cNvGrpSpPr/>
        <p:nvPr/>
      </p:nvGrpSpPr>
      <p:grpSpPr>
        <a:xfrm>
          <a:off x="0" y="0"/>
          <a:ext cx="0" cy="0"/>
          <a:chOff x="0" y="0"/>
          <a:chExt cx="0" cy="0"/>
        </a:xfrm>
      </p:grpSpPr>
      <p:sp>
        <p:nvSpPr>
          <p:cNvPr id="1810419054"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04755858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PhAnim="0" preserve="1" userDrawn="1">
  <p:cSld name="Blank_with Head_WmGray">
    <p:bg>
      <p:bgPr>
        <a:solidFill>
          <a:srgbClr val="E8E6DF"/>
        </a:solidFill>
        <a:effectLst/>
      </p:bgPr>
    </p:bg>
    <p:spTree>
      <p:nvGrpSpPr>
        <p:cNvPr id="1" name=""/>
        <p:cNvGrpSpPr/>
        <p:nvPr/>
      </p:nvGrpSpPr>
      <p:grpSpPr>
        <a:xfrm>
          <a:off x="0" y="0"/>
          <a:ext cx="0" cy="0"/>
          <a:chOff x="0" y="0"/>
          <a:chExt cx="0" cy="0"/>
        </a:xfrm>
      </p:grpSpPr>
      <p:sp>
        <p:nvSpPr>
          <p:cNvPr id="74237930"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74332993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PhAnim="0" preserve="1" userDrawn="1">
  <p:cSld name="1-column container">
    <p:spTree>
      <p:nvGrpSpPr>
        <p:cNvPr id="1" name=""/>
        <p:cNvGrpSpPr/>
        <p:nvPr/>
      </p:nvGrpSpPr>
      <p:grpSpPr>
        <a:xfrm>
          <a:off x="0" y="0"/>
          <a:ext cx="0" cy="0"/>
          <a:chOff x="0" y="0"/>
          <a:chExt cx="0" cy="0"/>
        </a:xfrm>
      </p:grpSpPr>
      <p:sp>
        <p:nvSpPr>
          <p:cNvPr id="1024443506"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097242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293422261" name="Rounded Rectangle 3_1"/>
          <p:cNvSpPr/>
          <p:nvPr userDrawn="1"/>
        </p:nvSpPr>
        <p:spPr bwMode="auto">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a:lnSpc>
                <a:spcPct val="100000"/>
              </a:lnSpc>
              <a:spcBef>
                <a:spcPct val="0"/>
              </a:spcBef>
              <a:spcAft>
                <a:spcPct val="0"/>
              </a:spcAft>
              <a:buClrTx/>
              <a:buSzPct val="90000"/>
              <a:buFontTx/>
              <a:buNone/>
              <a:defRPr/>
            </a:pPr>
            <a:endParaRPr lang="en-US" sz="1800" b="0" i="0" u="none" strike="noStrike" cap="none" spc="0">
              <a:ln>
                <a:noFill/>
              </a:ln>
              <a:solidFill>
                <a:srgbClr val="000000"/>
              </a:solidFill>
              <a:latin typeface="Segoe UI"/>
              <a:ea typeface="+mn-ea"/>
              <a:cs typeface="Segoe UI"/>
            </a:endParaRPr>
          </a:p>
        </p:txBody>
      </p:sp>
      <p:sp>
        <p:nvSpPr>
          <p:cNvPr id="144524941" name="Text Placeholder 11"/>
          <p:cNvSpPr>
            <a:spLocks noGrp="1"/>
          </p:cNvSpPr>
          <p:nvPr>
            <p:ph type="body" sz="quarter" idx="17"/>
          </p:nvPr>
        </p:nvSpPr>
        <p:spPr bwMode="auto">
          <a:xfrm>
            <a:off x="1235075" y="1771955"/>
            <a:ext cx="8778782"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1402208118" name="Text Placeholder 3"/>
          <p:cNvSpPr>
            <a:spLocks noGrp="1"/>
          </p:cNvSpPr>
          <p:nvPr>
            <p:ph type="body" sz="quarter" idx="15"/>
          </p:nvPr>
        </p:nvSpPr>
        <p:spPr bwMode="auto">
          <a:xfrm>
            <a:off x="1237265" y="2263564"/>
            <a:ext cx="8775098"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Tree>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PhAnim="0" preserve="1" userDrawn="1">
  <p:cSld name="Knowledge Check">
    <p:spTree>
      <p:nvGrpSpPr>
        <p:cNvPr id="1" name=""/>
        <p:cNvGrpSpPr/>
        <p:nvPr/>
      </p:nvGrpSpPr>
      <p:grpSpPr>
        <a:xfrm>
          <a:off x="0" y="0"/>
          <a:ext cx="0" cy="0"/>
          <a:chOff x="0" y="0"/>
          <a:chExt cx="0" cy="0"/>
        </a:xfrm>
      </p:grpSpPr>
      <p:sp>
        <p:nvSpPr>
          <p:cNvPr id="289254253"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65346822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523413710" name="Rounded Rectangle 3_1"/>
          <p:cNvSpPr/>
          <p:nvPr userDrawn="1"/>
        </p:nvSpPr>
        <p:spPr bwMode="auto">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a:lnSpc>
                <a:spcPct val="100000"/>
              </a:lnSpc>
              <a:spcBef>
                <a:spcPct val="0"/>
              </a:spcBef>
              <a:spcAft>
                <a:spcPct val="0"/>
              </a:spcAft>
              <a:buClrTx/>
              <a:buSzPct val="90000"/>
              <a:buFontTx/>
              <a:buNone/>
              <a:defRPr/>
            </a:pPr>
            <a:endParaRPr lang="en-US" sz="1800" b="0" i="0" u="none" strike="noStrike" cap="none" spc="0">
              <a:ln>
                <a:noFill/>
              </a:ln>
              <a:solidFill>
                <a:srgbClr val="000000"/>
              </a:solidFill>
              <a:latin typeface="Segoe UI"/>
              <a:ea typeface="+mn-ea"/>
              <a:cs typeface="Segoe UI"/>
            </a:endParaRPr>
          </a:p>
        </p:txBody>
      </p:sp>
      <p:sp>
        <p:nvSpPr>
          <p:cNvPr id="1725863687" name="Text Placeholder 11"/>
          <p:cNvSpPr>
            <a:spLocks noGrp="1"/>
          </p:cNvSpPr>
          <p:nvPr>
            <p:ph type="body" sz="quarter" idx="17"/>
          </p:nvPr>
        </p:nvSpPr>
        <p:spPr bwMode="auto">
          <a:xfrm>
            <a:off x="1235075" y="1594151"/>
            <a:ext cx="8778782" cy="399973"/>
          </a:xfrm>
          <a:prstGeom prst="rect">
            <a:avLst/>
          </a:prstGeom>
        </p:spPr>
        <p:txBody>
          <a:bodyPr anchor="t"/>
          <a:lstStyle>
            <a:lvl1pPr marL="0" indent="0">
              <a:spcBef>
                <a:spcPct val="0"/>
              </a:spcBef>
              <a:buNone/>
              <a:defRPr lang="en-US" sz="1400" spc="0">
                <a:solidFill>
                  <a:schemeClr val="tx1"/>
                </a:solidFill>
                <a:latin typeface="+mj-lt"/>
                <a:ea typeface="+mn-ea"/>
                <a:cs typeface="Segoe UI"/>
              </a:defRPr>
            </a:lvl1pPr>
          </a:lstStyle>
          <a:p>
            <a:pPr lvl="0">
              <a:defRPr/>
            </a:pPr>
            <a:r>
              <a:rPr lang="en-US"/>
              <a:t>Click to edit Master text styles</a:t>
            </a:r>
            <a:endParaRPr/>
          </a:p>
          <a:p>
            <a:pPr lvl="0">
              <a:defRPr/>
            </a:pPr>
            <a:endParaRPr lang="en-US"/>
          </a:p>
        </p:txBody>
      </p:sp>
      <p:sp>
        <p:nvSpPr>
          <p:cNvPr id="15254104" name="Text Placeholder 3"/>
          <p:cNvSpPr>
            <a:spLocks noGrp="1"/>
          </p:cNvSpPr>
          <p:nvPr>
            <p:ph type="body" sz="quarter" idx="15"/>
          </p:nvPr>
        </p:nvSpPr>
        <p:spPr bwMode="auto">
          <a:xfrm>
            <a:off x="1237265" y="1994124"/>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grpSp>
        <p:nvGrpSpPr>
          <p:cNvPr id="1547630718" name="Group 6"/>
          <p:cNvGrpSpPr/>
          <p:nvPr userDrawn="1"/>
        </p:nvGrpSpPr>
        <p:grpSpPr>
          <a:xfrm>
            <a:off x="10107938" y="893763"/>
            <a:ext cx="1110600" cy="1110600"/>
            <a:chOff x="5540700" y="2116300"/>
            <a:chExt cx="1110600" cy="1110600"/>
          </a:xfrm>
        </p:grpSpPr>
        <p:sp>
          <p:nvSpPr>
            <p:cNvPr id="8" name="Oval 7"/>
            <p:cNvSpPr/>
            <p:nvPr/>
          </p:nvSpPr>
          <p:spPr bwMode="auto">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a:lnSpc>
                  <a:spcPct val="100000"/>
                </a:lnSpc>
                <a:spcBef>
                  <a:spcPct val="0"/>
                </a:spcBef>
                <a:spcAft>
                  <a:spcPct val="0"/>
                </a:spcAft>
                <a:buClrTx/>
                <a:buSzTx/>
                <a:buFontTx/>
                <a:buNone/>
                <a:defRPr/>
              </a:pPr>
              <a:endParaRPr lang="en-US" sz="1800" b="0" i="0" u="none" strike="noStrike" cap="none" spc="0">
                <a:ln>
                  <a:noFill/>
                </a:ln>
                <a:solidFill>
                  <a:srgbClr val="FFFFFF"/>
                </a:solidFill>
                <a:latin typeface="Segoe UI"/>
                <a:ea typeface="+mn-ea"/>
                <a:cs typeface="+mn-cs"/>
              </a:endParaRPr>
            </a:p>
          </p:txBody>
        </p:sp>
        <p:pic>
          <p:nvPicPr>
            <p:cNvPr id="9" name="Picture 8"/>
            <p:cNvPicPr/>
            <p:nvPr/>
          </p:nvPicPr>
          <p:blipFill>
            <a:blip r:embed="rId2"/>
            <a:stretch>
              <a:fillRect/>
            </a:stretch>
          </p:blipFill>
          <p:spPr bwMode="auto">
            <a:xfrm>
              <a:off x="5749602" y="2325202"/>
              <a:ext cx="692796" cy="692796"/>
            </a:xfrm>
            <a:prstGeom prst="rect">
              <a:avLst/>
            </a:prstGeom>
            <a:noFill/>
          </p:spPr>
        </p:pic>
      </p:grpSp>
      <p:sp>
        <p:nvSpPr>
          <p:cNvPr id="255989387" name="Text Placeholder 11"/>
          <p:cNvSpPr>
            <a:spLocks noGrp="1"/>
          </p:cNvSpPr>
          <p:nvPr>
            <p:ph type="body" sz="quarter" idx="20"/>
          </p:nvPr>
        </p:nvSpPr>
        <p:spPr bwMode="auto">
          <a:xfrm>
            <a:off x="1235075" y="4492432"/>
            <a:ext cx="8778782" cy="406322"/>
          </a:xfrm>
          <a:prstGeom prst="rect">
            <a:avLst/>
          </a:prstGeom>
        </p:spPr>
        <p:txBody>
          <a:bodyPr anchor="t"/>
          <a:lstStyle>
            <a:lvl1pPr marL="0" indent="0">
              <a:spcBef>
                <a:spcPct val="0"/>
              </a:spcBef>
              <a:buNone/>
              <a:defRPr sz="1400">
                <a:solidFill>
                  <a:schemeClr val="tx1"/>
                </a:solidFill>
                <a:latin typeface="+mj-lt"/>
              </a:defRPr>
            </a:lvl1pPr>
          </a:lstStyle>
          <a:p>
            <a:pPr lvl="0">
              <a:defRPr/>
            </a:pPr>
            <a:r>
              <a:rPr lang="en-US"/>
              <a:t>Click to edit Master text styles</a:t>
            </a:r>
            <a:endParaRPr/>
          </a:p>
        </p:txBody>
      </p:sp>
      <p:sp>
        <p:nvSpPr>
          <p:cNvPr id="1155526856" name="Text Placeholder 3"/>
          <p:cNvSpPr>
            <a:spLocks noGrp="1"/>
          </p:cNvSpPr>
          <p:nvPr>
            <p:ph type="body" sz="quarter" idx="21"/>
          </p:nvPr>
        </p:nvSpPr>
        <p:spPr bwMode="auto">
          <a:xfrm>
            <a:off x="1237265" y="4898755"/>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432978855" name="Text Placeholder 11"/>
          <p:cNvSpPr>
            <a:spLocks noGrp="1"/>
          </p:cNvSpPr>
          <p:nvPr>
            <p:ph type="body" sz="quarter" idx="22"/>
          </p:nvPr>
        </p:nvSpPr>
        <p:spPr bwMode="auto">
          <a:xfrm>
            <a:off x="1235075" y="3042690"/>
            <a:ext cx="8778782" cy="406323"/>
          </a:xfrm>
          <a:prstGeom prst="rect">
            <a:avLst/>
          </a:prstGeom>
        </p:spPr>
        <p:txBody>
          <a:bodyPr anchor="t"/>
          <a:lstStyle>
            <a:lvl1pPr marL="0" indent="0">
              <a:spcBef>
                <a:spcPct val="0"/>
              </a:spcBef>
              <a:buNone/>
              <a:defRPr lang="en-US" sz="1400" spc="0">
                <a:solidFill>
                  <a:schemeClr val="tx1"/>
                </a:solidFill>
                <a:latin typeface="+mj-lt"/>
                <a:ea typeface="+mn-ea"/>
                <a:cs typeface="Segoe UI"/>
              </a:defRPr>
            </a:lvl1pPr>
          </a:lstStyle>
          <a:p>
            <a:pPr lvl="0">
              <a:defRPr/>
            </a:pPr>
            <a:r>
              <a:rPr lang="en-US"/>
              <a:t>Click to edit Master text styles</a:t>
            </a:r>
            <a:endParaRPr/>
          </a:p>
          <a:p>
            <a:pPr lvl="0">
              <a:defRPr/>
            </a:pPr>
            <a:endParaRPr lang="en-US"/>
          </a:p>
        </p:txBody>
      </p:sp>
      <p:sp>
        <p:nvSpPr>
          <p:cNvPr id="513890576" name="Text Placeholder 3"/>
          <p:cNvSpPr>
            <a:spLocks noGrp="1"/>
          </p:cNvSpPr>
          <p:nvPr>
            <p:ph type="body" sz="quarter" idx="23"/>
          </p:nvPr>
        </p:nvSpPr>
        <p:spPr bwMode="auto">
          <a:xfrm>
            <a:off x="1237265" y="3449013"/>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PhAnim="0" preserve="1" userDrawn="1">
  <p:cSld name="LearningPath1_WmGray">
    <p:bg>
      <p:bgPr>
        <a:solidFill>
          <a:srgbClr val="E8E6DF"/>
        </a:solidFill>
        <a:effectLst/>
      </p:bgPr>
    </p:bg>
    <p:spTree>
      <p:nvGrpSpPr>
        <p:cNvPr id="1" name=""/>
        <p:cNvGrpSpPr/>
        <p:nvPr/>
      </p:nvGrpSpPr>
      <p:grpSpPr>
        <a:xfrm>
          <a:off x="0" y="0"/>
          <a:ext cx="0" cy="0"/>
          <a:chOff x="0" y="0"/>
          <a:chExt cx="0" cy="0"/>
        </a:xfrm>
      </p:grpSpPr>
      <p:sp>
        <p:nvSpPr>
          <p:cNvPr id="1161062594"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22490041"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pic>
        <p:nvPicPr>
          <p:cNvPr id="1712398507" name="Graphic 5"/>
          <p:cNvPicPr>
            <a:picLocks noChangeAspect="1"/>
          </p:cNvPicPr>
          <p:nvPr userDrawn="1"/>
        </p:nvPicPr>
        <p:blipFill>
          <a:blip r:embed="rId2"/>
          <a:stretch>
            <a:fillRect/>
          </a:stretch>
        </p:blipFill>
        <p:spPr bwMode="auto">
          <a:xfrm>
            <a:off x="-1" y="2827846"/>
            <a:ext cx="12192001" cy="3035200"/>
          </a:xfrm>
          <a:prstGeom prst="rect">
            <a:avLst/>
          </a:prstGeom>
        </p:spPr>
      </p:pic>
    </p:spTree>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PhAnim="0" preserve="1" userDrawn="1">
  <p:cSld name="LearningPath3_OffWhite">
    <p:bg>
      <p:bgPr>
        <a:solidFill>
          <a:srgbClr val="F4F3F5"/>
        </a:solidFill>
        <a:effectLst/>
      </p:bgPr>
    </p:bg>
    <p:spTree>
      <p:nvGrpSpPr>
        <p:cNvPr id="1" name=""/>
        <p:cNvGrpSpPr/>
        <p:nvPr/>
      </p:nvGrpSpPr>
      <p:grpSpPr>
        <a:xfrm>
          <a:off x="0" y="0"/>
          <a:ext cx="0" cy="0"/>
          <a:chOff x="0" y="0"/>
          <a:chExt cx="0" cy="0"/>
        </a:xfrm>
      </p:grpSpPr>
      <p:sp>
        <p:nvSpPr>
          <p:cNvPr id="1259004350"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66154386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pic>
        <p:nvPicPr>
          <p:cNvPr id="1304767647" name="Graphic 4"/>
          <p:cNvPicPr>
            <a:picLocks noChangeAspect="1"/>
          </p:cNvPicPr>
          <p:nvPr userDrawn="1"/>
        </p:nvPicPr>
        <p:blipFill>
          <a:blip r:embed="rId2"/>
          <a:stretch>
            <a:fillRect/>
          </a:stretch>
        </p:blipFill>
        <p:spPr bwMode="auto">
          <a:xfrm>
            <a:off x="-1" y="3144660"/>
            <a:ext cx="12192001" cy="3035200"/>
          </a:xfrm>
          <a:prstGeom prst="rect">
            <a:avLst/>
          </a:prstGeom>
        </p:spPr>
      </p:pic>
    </p:spTree>
  </p:cSld>
  <p:clrMapOvr>
    <a:masterClrMapping/>
  </p:clrMapOv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PhAnim="0" preserve="1" userDrawn="1">
  <p:cSld name="Developer code full page">
    <p:bg>
      <p:bgPr>
        <a:solidFill>
          <a:srgbClr val="E8E6DF"/>
        </a:solidFill>
        <a:effectLst/>
      </p:bgPr>
    </p:bg>
    <p:spTree>
      <p:nvGrpSpPr>
        <p:cNvPr id="1" name=""/>
        <p:cNvGrpSpPr/>
        <p:nvPr/>
      </p:nvGrpSpPr>
      <p:grpSpPr>
        <a:xfrm>
          <a:off x="0" y="0"/>
          <a:ext cx="0" cy="0"/>
          <a:chOff x="0" y="0"/>
          <a:chExt cx="0" cy="0"/>
        </a:xfrm>
      </p:grpSpPr>
      <p:sp>
        <p:nvSpPr>
          <p:cNvPr id="1278584440" name="Text Placeholder 14"/>
          <p:cNvSpPr>
            <a:spLocks noGrp="1"/>
          </p:cNvSpPr>
          <p:nvPr>
            <p:ph type="body" sz="quarter" idx="13" hasCustomPrompt="1"/>
          </p:nvPr>
        </p:nvSpPr>
        <p:spPr bwMode="auto">
          <a:xfrm>
            <a:off x="0" y="0"/>
            <a:ext cx="3788358" cy="446148"/>
          </a:xfrm>
          <a:prstGeom prst="rect">
            <a:avLst/>
          </a:prstGeom>
          <a:gradFill>
            <a:gsLst>
              <a:gs pos="0">
                <a:srgbClr val="000000"/>
              </a:gs>
              <a:gs pos="92000">
                <a:srgbClr val="000000"/>
              </a:gs>
              <a:gs pos="92000">
                <a:schemeClr val="accent3"/>
              </a:gs>
            </a:gsLst>
            <a:lin ang="16200000" scaled="1"/>
          </a:gradFill>
        </p:spPr>
        <p:txBody>
          <a:bodyPr vert="horz" wrap="square" lIns="585216" tIns="91440" rIns="0" bIns="45720" rtlCol="0">
            <a:spAutoFit/>
          </a:bodyPr>
          <a:lstStyle>
            <a:lvl1pPr marL="0" indent="0">
              <a:buNone/>
              <a:defRPr lang="en-US" sz="2000" b="0" i="0" u="none" strike="noStrike" cap="none">
                <a:ln>
                  <a:noFill/>
                </a:ln>
                <a:solidFill>
                  <a:srgbClr val="FFFFFF"/>
                </a:solidFill>
                <a:latin typeface="Segoe UI Semibold"/>
              </a:defRPr>
            </a:lvl1pPr>
          </a:lstStyle>
          <a:p>
            <a:pPr marL="228600" lvl="0" indent="-228600">
              <a:defRPr/>
            </a:pPr>
            <a:r>
              <a:rPr lang="en-US"/>
              <a:t>Click to enter title</a:t>
            </a:r>
            <a:endParaRPr/>
          </a:p>
        </p:txBody>
      </p:sp>
      <p:sp>
        <p:nvSpPr>
          <p:cNvPr id="2146423254" name="Footer Placeholder 10"/>
          <p:cNvSpPr>
            <a:spLocks noGrp="1"/>
          </p:cNvSpPr>
          <p:nvPr>
            <p:ph type="ftr" sz="quarter" idx="3"/>
          </p:nvPr>
        </p:nvSpPr>
        <p:spPr bwMode="auto">
          <a:xfrm>
            <a:off x="7448551" y="6421083"/>
            <a:ext cx="4151312" cy="197976"/>
          </a:xfrm>
          <a:prstGeom prst="rect">
            <a:avLst/>
          </a:prstGeom>
        </p:spPr>
        <p:txBody>
          <a:bodyPr vert="horz" lIns="0" tIns="0" rIns="0" bIns="0" rtlCol="0" anchor="ctr"/>
          <a:lstStyle>
            <a:lvl1pPr marL="0" algn="r"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577722635" name="Text Placeholder 3"/>
          <p:cNvSpPr txBox="1"/>
          <p:nvPr userDrawn="1"/>
        </p:nvSpPr>
        <p:spPr bwMode="auto">
          <a:xfrm>
            <a:off x="295276" y="770467"/>
            <a:ext cx="11604624" cy="5504921"/>
          </a:xfrm>
          <a:prstGeom prst="rect">
            <a:avLst/>
          </a:prstGeom>
          <a:solidFill>
            <a:srgbClr val="FFFFFF"/>
          </a:solidFill>
        </p:spPr>
        <p:txBody>
          <a:bodyPr vert="horz" lIns="274320" tIns="182880" rIns="182880" bIns="182880" rtlCol="0">
            <a:noAutofit/>
          </a:bodyPr>
          <a:lstStyle>
            <a:lvl1pPr marL="0" indent="0" algn="l" defTabSz="914132" rtl="0">
              <a:lnSpc>
                <a:spcPct val="150000"/>
              </a:lnSpc>
              <a:spcBef>
                <a:spcPct val="0"/>
              </a:spcBef>
              <a:spcAft>
                <a:spcPts val="600"/>
              </a:spcAft>
              <a:buClr>
                <a:schemeClr val="bg1"/>
              </a:buClr>
              <a:buSzPct val="120000"/>
              <a:buFontTx/>
              <a:buNone/>
              <a:defRPr lang="en-US" sz="1400" b="0" i="0">
                <a:solidFill>
                  <a:schemeClr val="tx1"/>
                </a:solidFill>
                <a:latin typeface="Consolas"/>
                <a:ea typeface="Segoe UI Semibold"/>
                <a:cs typeface="Segoe UI Semibold"/>
              </a:defRPr>
            </a:lvl1pPr>
            <a:lvl2pPr marL="0" indent="0" algn="l" defTabSz="914132" rtl="0">
              <a:lnSpc>
                <a:spcPct val="110000"/>
              </a:lnSpc>
              <a:spcBef>
                <a:spcPct val="0"/>
              </a:spcBef>
              <a:spcAft>
                <a:spcPts val="600"/>
              </a:spcAft>
              <a:buClrTx/>
              <a:buSzPct val="110000"/>
              <a:buFont typeface="Arial"/>
              <a:buNone/>
              <a:defRPr lang="en-US" sz="2000" b="0" i="0">
                <a:solidFill>
                  <a:schemeClr val="tx1"/>
                </a:solidFill>
                <a:latin typeface="Segoe UI"/>
                <a:ea typeface="Segoe UI"/>
                <a:cs typeface="Segoe UI"/>
              </a:defRPr>
            </a:lvl2pPr>
            <a:lvl3pPr marL="288924" indent="-222250" algn="l" defTabSz="914132" rtl="0">
              <a:lnSpc>
                <a:spcPct val="110000"/>
              </a:lnSpc>
              <a:spcBef>
                <a:spcPct val="0"/>
              </a:spcBef>
              <a:spcAft>
                <a:spcPts val="600"/>
              </a:spcAft>
              <a:buClrTx/>
              <a:buSzPct val="120000"/>
              <a:buFont typeface="Arial"/>
              <a:buChar char="•"/>
              <a:defRPr lang="en-US" sz="2000" b="0" i="0">
                <a:solidFill>
                  <a:schemeClr val="tx1"/>
                </a:solidFill>
                <a:latin typeface="Segoe UI"/>
                <a:ea typeface="Segoe UI"/>
                <a:cs typeface="Segoe UI"/>
              </a:defRPr>
            </a:lvl3pPr>
            <a:lvl4pPr marL="631825" indent="-182880" algn="l" defTabSz="914132" rtl="0">
              <a:lnSpc>
                <a:spcPct val="110000"/>
              </a:lnSpc>
              <a:spcBef>
                <a:spcPct val="0"/>
              </a:spcBef>
              <a:spcAft>
                <a:spcPts val="600"/>
              </a:spcAft>
              <a:buClrTx/>
              <a:buFont typeface="Arial"/>
              <a:buChar char="•"/>
              <a:defRPr lang="en-US" sz="1800" b="0" i="0">
                <a:solidFill>
                  <a:schemeClr val="tx1"/>
                </a:solidFill>
                <a:latin typeface="Segoe UI"/>
                <a:ea typeface="Segoe UI"/>
                <a:cs typeface="Segoe UI"/>
              </a:defRPr>
            </a:lvl4pPr>
            <a:lvl5pPr marL="1162685" indent="-194310" algn="l" defTabSz="914132" rtl="0">
              <a:lnSpc>
                <a:spcPct val="110000"/>
              </a:lnSpc>
              <a:spcBef>
                <a:spcPts val="500"/>
              </a:spcBef>
              <a:buClr>
                <a:schemeClr val="tx1"/>
              </a:buClr>
              <a:buFont typeface="Arial"/>
              <a:buChar char="•"/>
              <a:defRPr lang="en-US" sz="1600" b="0" i="0">
                <a:solidFill>
                  <a:schemeClr val="tx1"/>
                </a:solidFill>
                <a:latin typeface="Segoe UI"/>
                <a:ea typeface="Segoe UI"/>
                <a:cs typeface="Segoe UI"/>
              </a:defRPr>
            </a:lvl5pPr>
            <a:lvl6pPr marL="1873781" indent="-228533" algn="l" defTabSz="914132" rtl="0">
              <a:lnSpc>
                <a:spcPct val="110000"/>
              </a:lnSpc>
              <a:spcBef>
                <a:spcPts val="500"/>
              </a:spcBef>
              <a:buFont typeface="Arial"/>
              <a:buChar char="•"/>
              <a:defRPr sz="1400">
                <a:solidFill>
                  <a:schemeClr val="tx1"/>
                </a:solidFill>
                <a:latin typeface="+mn-lt"/>
                <a:ea typeface="+mn-ea"/>
                <a:cs typeface="+mn-cs"/>
              </a:defRPr>
            </a:lvl6pPr>
            <a:lvl7pPr marL="2970926" indent="-228533" algn="l" defTabSz="914132" rtl="0">
              <a:lnSpc>
                <a:spcPct val="90000"/>
              </a:lnSpc>
              <a:spcBef>
                <a:spcPts val="500"/>
              </a:spcBef>
              <a:buFont typeface="Arial"/>
              <a:buChar char="•"/>
              <a:defRPr sz="1900">
                <a:solidFill>
                  <a:schemeClr val="tx1"/>
                </a:solidFill>
                <a:latin typeface="+mn-lt"/>
                <a:ea typeface="+mn-ea"/>
                <a:cs typeface="+mn-cs"/>
              </a:defRPr>
            </a:lvl7pPr>
            <a:lvl8pPr marL="3427992" indent="-228533" algn="l" defTabSz="914132" rtl="0">
              <a:lnSpc>
                <a:spcPct val="90000"/>
              </a:lnSpc>
              <a:spcBef>
                <a:spcPts val="500"/>
              </a:spcBef>
              <a:buFont typeface="Arial"/>
              <a:buChar char="•"/>
              <a:defRPr sz="1900">
                <a:solidFill>
                  <a:schemeClr val="tx1"/>
                </a:solidFill>
                <a:latin typeface="+mn-lt"/>
                <a:ea typeface="+mn-ea"/>
                <a:cs typeface="+mn-cs"/>
              </a:defRPr>
            </a:lvl8pPr>
            <a:lvl9pPr marL="3885057" indent="-228533" algn="l" defTabSz="914132" rtl="0">
              <a:lnSpc>
                <a:spcPct val="90000"/>
              </a:lnSpc>
              <a:spcBef>
                <a:spcPts val="500"/>
              </a:spcBef>
              <a:buFont typeface="Arial"/>
              <a:buChar char="•"/>
              <a:defRPr sz="1900">
                <a:solidFill>
                  <a:schemeClr val="tx1"/>
                </a:solidFill>
                <a:latin typeface="+mn-lt"/>
                <a:ea typeface="+mn-ea"/>
                <a:cs typeface="+mn-cs"/>
              </a:defRPr>
            </a:lvl9pPr>
          </a:lstStyle>
          <a:p>
            <a:pPr marL="0" marR="0" lvl="0" indent="0" algn="l" defTabSz="914132" rtl="0">
              <a:lnSpc>
                <a:spcPct val="150000"/>
              </a:lnSpc>
              <a:spcBef>
                <a:spcPct val="0"/>
              </a:spcBef>
              <a:spcAft>
                <a:spcPts val="600"/>
              </a:spcAft>
              <a:buClr>
                <a:srgbClr val="E9E9E9"/>
              </a:buClr>
              <a:buSzPct val="120000"/>
              <a:buFontTx/>
              <a:buNone/>
              <a:defRPr/>
            </a:pPr>
            <a:endParaRPr lang="en-US" sz="1400" b="0" i="0" u="none" strike="noStrike" cap="none" spc="0">
              <a:ln>
                <a:noFill/>
              </a:ln>
              <a:solidFill>
                <a:srgbClr val="000000"/>
              </a:solidFill>
              <a:latin typeface="Consolas"/>
              <a:cs typeface="Segoe UI Semibold"/>
            </a:endParaRPr>
          </a:p>
        </p:txBody>
      </p:sp>
      <p:sp>
        <p:nvSpPr>
          <p:cNvPr id="2057377911" name="Text Placeholder 4" descr="This layout should only be used for developer code. The font used is a monospace font which is ideal for showing code."/>
          <p:cNvSpPr>
            <a:spLocks noGrp="1"/>
          </p:cNvSpPr>
          <p:nvPr>
            <p:ph type="body" sz="quarter" idx="11" hasCustomPrompt="1"/>
          </p:nvPr>
        </p:nvSpPr>
        <p:spPr bwMode="auto">
          <a:xfrm>
            <a:off x="579438" y="1083733"/>
            <a:ext cx="11020424" cy="4885267"/>
          </a:xfrm>
        </p:spPr>
        <p:txBody>
          <a:bodyPr/>
          <a:lstStyle>
            <a:lvl1pPr marL="0" indent="0">
              <a:buNone/>
              <a:defRPr sz="1400">
                <a:solidFill>
                  <a:srgbClr val="2F2F2F"/>
                </a:solidFill>
                <a:latin typeface="Consolas"/>
                <a:cs typeface="Consolas"/>
              </a:defRPr>
            </a:lvl1pPr>
            <a:lvl2pPr marL="346448" indent="0">
              <a:buNone/>
              <a:defRPr sz="2400">
                <a:gradFill>
                  <a:gsLst>
                    <a:gs pos="43000">
                      <a:schemeClr val="tx1"/>
                    </a:gs>
                    <a:gs pos="61049">
                      <a:schemeClr val="tx1"/>
                    </a:gs>
                  </a:gsLst>
                  <a:lin ang="5400000" scaled="0"/>
                </a:gradFill>
                <a:latin typeface="Consolas"/>
                <a:cs typeface="Consolas"/>
              </a:defRPr>
            </a:lvl2pPr>
            <a:lvl3pPr marL="584432" indent="0">
              <a:buNone/>
              <a:defRPr sz="2000">
                <a:gradFill>
                  <a:gsLst>
                    <a:gs pos="43000">
                      <a:schemeClr val="tx1"/>
                    </a:gs>
                    <a:gs pos="61049">
                      <a:schemeClr val="tx1"/>
                    </a:gs>
                  </a:gsLst>
                  <a:lin ang="5400000" scaled="0"/>
                </a:gradFill>
                <a:latin typeface="Consolas"/>
                <a:cs typeface="Consolas"/>
              </a:defRPr>
            </a:lvl3pPr>
            <a:lvl4pPr marL="814319" indent="0">
              <a:buNone/>
              <a:defRPr sz="1800">
                <a:gradFill>
                  <a:gsLst>
                    <a:gs pos="43000">
                      <a:schemeClr val="tx1"/>
                    </a:gs>
                    <a:gs pos="61049">
                      <a:schemeClr val="tx1"/>
                    </a:gs>
                  </a:gsLst>
                  <a:lin ang="5400000" scaled="0"/>
                </a:gradFill>
                <a:latin typeface="Consolas"/>
                <a:cs typeface="Consolas"/>
              </a:defRPr>
            </a:lvl4pPr>
            <a:lvl5pPr marL="1050682" indent="0">
              <a:buNone/>
              <a:defRPr sz="1800">
                <a:gradFill>
                  <a:gsLst>
                    <a:gs pos="43000">
                      <a:schemeClr val="tx1"/>
                    </a:gs>
                    <a:gs pos="61049">
                      <a:schemeClr val="tx1"/>
                    </a:gs>
                  </a:gsLst>
                  <a:lin ang="5400000" scaled="0"/>
                </a:gradFill>
                <a:latin typeface="Consolas"/>
                <a:cs typeface="Consolas"/>
              </a:defRPr>
            </a:lvl5pPr>
          </a:lstStyle>
          <a:p>
            <a:pPr lvl="0">
              <a:defRPr/>
            </a:pPr>
            <a:r>
              <a:rPr lang="en-US"/>
              <a:t>Click to edit or paste code</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PhAnim="0" preserve="1" userDrawn="1">
  <p:cSld name="Developer code right">
    <p:bg>
      <p:bgPr>
        <a:solidFill>
          <a:srgbClr val="E8E6DF"/>
        </a:solidFill>
        <a:effectLst/>
      </p:bgPr>
    </p:bg>
    <p:spTree>
      <p:nvGrpSpPr>
        <p:cNvPr id="1" name=""/>
        <p:cNvGrpSpPr/>
        <p:nvPr/>
      </p:nvGrpSpPr>
      <p:grpSpPr>
        <a:xfrm>
          <a:off x="0" y="0"/>
          <a:ext cx="0" cy="0"/>
          <a:chOff x="0" y="0"/>
          <a:chExt cx="0" cy="0"/>
        </a:xfrm>
      </p:grpSpPr>
      <p:sp>
        <p:nvSpPr>
          <p:cNvPr id="1874077669" name="Rectangle 2"/>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ct val="0"/>
              </a:spcBef>
              <a:spcAft>
                <a:spcPct val="0"/>
              </a:spcAft>
              <a:defRPr/>
            </a:pPr>
            <a:endParaRPr lang="en-US" sz="2000">
              <a:solidFill>
                <a:srgbClr val="FFFFFF"/>
              </a:solidFill>
              <a:ea typeface="Segoe UI"/>
              <a:cs typeface="Segoe UI"/>
            </a:endParaRPr>
          </a:p>
        </p:txBody>
      </p:sp>
      <p:sp>
        <p:nvSpPr>
          <p:cNvPr id="921895965" name="Title 1"/>
          <p:cNvSpPr>
            <a:spLocks noGrp="1"/>
          </p:cNvSpPr>
          <p:nvPr>
            <p:ph type="title"/>
          </p:nvPr>
        </p:nvSpPr>
        <p:spPr bwMode="auto">
          <a:xfrm>
            <a:off x="588262" y="585216"/>
            <a:ext cx="4042761"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251500431" name="Text Placeholder 3"/>
          <p:cNvSpPr>
            <a:spLocks noGrp="1"/>
          </p:cNvSpPr>
          <p:nvPr>
            <p:ph type="body" sz="quarter" idx="15"/>
          </p:nvPr>
        </p:nvSpPr>
        <p:spPr bwMode="auto">
          <a:xfrm>
            <a:off x="586388" y="1594155"/>
            <a:ext cx="4042761" cy="726353"/>
          </a:xfrm>
          <a:prstGeom prst="rect">
            <a:avLst/>
          </a:prstGeom>
        </p:spPr>
        <p:txBody>
          <a:bodyPr wrap="square">
            <a:spAutoFit/>
          </a:bodyPr>
          <a:lstStyle>
            <a:lvl1pPr marL="0" indent="0">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108536499" name="Text Placeholder 4" descr="This layout should only be used for developer code. The font used is a monospace font which is ideal for showing code."/>
          <p:cNvSpPr>
            <a:spLocks noGrp="1"/>
          </p:cNvSpPr>
          <p:nvPr>
            <p:ph type="body" sz="quarter" idx="11" hasCustomPrompt="1"/>
          </p:nvPr>
        </p:nvSpPr>
        <p:spPr bwMode="auto">
          <a:xfrm>
            <a:off x="5800725" y="582613"/>
            <a:ext cx="5799138" cy="5692775"/>
          </a:xfrm>
        </p:spPr>
        <p:txBody>
          <a:bodyPr/>
          <a:lstStyle>
            <a:lvl1pPr marL="0" indent="0">
              <a:buNone/>
              <a:defRPr sz="1400">
                <a:solidFill>
                  <a:srgbClr val="2F2F2F"/>
                </a:solidFill>
                <a:latin typeface="Consolas"/>
                <a:cs typeface="Consolas"/>
              </a:defRPr>
            </a:lvl1pPr>
            <a:lvl2pPr marL="346448" indent="0">
              <a:buNone/>
              <a:defRPr sz="2400">
                <a:gradFill>
                  <a:gsLst>
                    <a:gs pos="43000">
                      <a:schemeClr val="tx1"/>
                    </a:gs>
                    <a:gs pos="61049">
                      <a:schemeClr val="tx1"/>
                    </a:gs>
                  </a:gsLst>
                  <a:lin ang="5400000" scaled="0"/>
                </a:gradFill>
                <a:latin typeface="Consolas"/>
                <a:cs typeface="Consolas"/>
              </a:defRPr>
            </a:lvl2pPr>
            <a:lvl3pPr marL="584432" indent="0">
              <a:buNone/>
              <a:defRPr sz="2000">
                <a:gradFill>
                  <a:gsLst>
                    <a:gs pos="43000">
                      <a:schemeClr val="tx1"/>
                    </a:gs>
                    <a:gs pos="61049">
                      <a:schemeClr val="tx1"/>
                    </a:gs>
                  </a:gsLst>
                  <a:lin ang="5400000" scaled="0"/>
                </a:gradFill>
                <a:latin typeface="Consolas"/>
                <a:cs typeface="Consolas"/>
              </a:defRPr>
            </a:lvl3pPr>
            <a:lvl4pPr marL="814319" indent="0">
              <a:buNone/>
              <a:defRPr sz="1800">
                <a:gradFill>
                  <a:gsLst>
                    <a:gs pos="43000">
                      <a:schemeClr val="tx1"/>
                    </a:gs>
                    <a:gs pos="61049">
                      <a:schemeClr val="tx1"/>
                    </a:gs>
                  </a:gsLst>
                  <a:lin ang="5400000" scaled="0"/>
                </a:gradFill>
                <a:latin typeface="Consolas"/>
                <a:cs typeface="Consolas"/>
              </a:defRPr>
            </a:lvl4pPr>
            <a:lvl5pPr marL="1050682" indent="0">
              <a:buNone/>
              <a:defRPr sz="1800">
                <a:gradFill>
                  <a:gsLst>
                    <a:gs pos="43000">
                      <a:schemeClr val="tx1"/>
                    </a:gs>
                    <a:gs pos="61049">
                      <a:schemeClr val="tx1"/>
                    </a:gs>
                  </a:gsLst>
                  <a:lin ang="5400000" scaled="0"/>
                </a:gradFill>
                <a:latin typeface="Consolas"/>
                <a:cs typeface="Consolas"/>
              </a:defRPr>
            </a:lvl5pPr>
          </a:lstStyle>
          <a:p>
            <a:pPr lvl="0">
              <a:defRPr/>
            </a:pPr>
            <a:r>
              <a:rPr lang="en-US"/>
              <a:t>Click to edit or paste code</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PhAnim="0" preserve="1" userDrawn="1">
  <p:cSld name="Resources">
    <p:bg>
      <p:bgPr>
        <a:solidFill>
          <a:srgbClr val="E8E6DF"/>
        </a:solidFill>
        <a:effectLst/>
      </p:bgPr>
    </p:bg>
    <p:spTree>
      <p:nvGrpSpPr>
        <p:cNvPr id="1" name=""/>
        <p:cNvGrpSpPr/>
        <p:nvPr/>
      </p:nvGrpSpPr>
      <p:grpSpPr>
        <a:xfrm>
          <a:off x="0" y="0"/>
          <a:ext cx="0" cy="0"/>
          <a:chOff x="0" y="0"/>
          <a:chExt cx="0" cy="0"/>
        </a:xfrm>
      </p:grpSpPr>
      <p:sp>
        <p:nvSpPr>
          <p:cNvPr id="1832659929"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694135024" name="Text Placeholder 3"/>
          <p:cNvSpPr>
            <a:spLocks noGrp="1"/>
          </p:cNvSpPr>
          <p:nvPr>
            <p:ph type="body" sz="quarter" idx="15"/>
          </p:nvPr>
        </p:nvSpPr>
        <p:spPr bwMode="auto">
          <a:xfrm>
            <a:off x="586388" y="1591056"/>
            <a:ext cx="8193024" cy="541687"/>
          </a:xfrm>
          <a:prstGeom prst="rect">
            <a:avLst/>
          </a:prstGeom>
        </p:spPr>
        <p:txBody>
          <a:bodyPr wrap="square">
            <a:spAutoFit/>
          </a:bodyPr>
          <a:lstStyle>
            <a:lvl1pPr marL="0" indent="0">
              <a:buFont typeface="Arial"/>
              <a:buNone/>
              <a:defRPr>
                <a:solidFill>
                  <a:schemeClr val="tx1"/>
                </a:solidFill>
                <a:latin typeface="+mj-lt"/>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p:txBody>
      </p:sp>
      <p:sp>
        <p:nvSpPr>
          <p:cNvPr id="1166614062" name="Text Placeholder 3"/>
          <p:cNvSpPr>
            <a:spLocks noGrp="1"/>
          </p:cNvSpPr>
          <p:nvPr>
            <p:ph type="body" sz="quarter" idx="19"/>
          </p:nvPr>
        </p:nvSpPr>
        <p:spPr bwMode="auto">
          <a:xfrm>
            <a:off x="586388" y="2081710"/>
            <a:ext cx="8193024" cy="1132618"/>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p:txBody>
      </p:sp>
      <p:sp>
        <p:nvSpPr>
          <p:cNvPr id="80504332" name="Text Placeholder 3"/>
          <p:cNvSpPr>
            <a:spLocks noGrp="1"/>
          </p:cNvSpPr>
          <p:nvPr>
            <p:ph type="body" sz="quarter" idx="20"/>
          </p:nvPr>
        </p:nvSpPr>
        <p:spPr bwMode="auto">
          <a:xfrm>
            <a:off x="586388" y="3587124"/>
            <a:ext cx="8193024" cy="541687"/>
          </a:xfrm>
          <a:prstGeom prst="rect">
            <a:avLst/>
          </a:prstGeom>
        </p:spPr>
        <p:txBody>
          <a:bodyPr wrap="square">
            <a:spAutoFit/>
          </a:bodyPr>
          <a:lstStyle>
            <a:lvl1pPr marL="0" indent="0">
              <a:buFont typeface="Arial"/>
              <a:buNone/>
              <a:defRPr>
                <a:solidFill>
                  <a:schemeClr val="tx1"/>
                </a:solidFill>
                <a:latin typeface="+mj-lt"/>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p:txBody>
      </p:sp>
      <p:sp>
        <p:nvSpPr>
          <p:cNvPr id="515015762" name="Text Placeholder 3"/>
          <p:cNvSpPr>
            <a:spLocks noGrp="1"/>
          </p:cNvSpPr>
          <p:nvPr>
            <p:ph type="body" sz="quarter" idx="21"/>
          </p:nvPr>
        </p:nvSpPr>
        <p:spPr bwMode="auto">
          <a:xfrm>
            <a:off x="586388" y="4077778"/>
            <a:ext cx="8193024" cy="1132618"/>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p:txBody>
      </p:sp>
      <p:sp>
        <p:nvSpPr>
          <p:cNvPr id="1356416362"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PhAnim="0" preserve="1" userDrawn="1">
  <p:cSld name="Closing slide_with Logo">
    <p:bg>
      <p:bgPr>
        <a:solidFill>
          <a:srgbClr val="E8E6DF"/>
        </a:solidFill>
        <a:effectLst/>
      </p:bgPr>
    </p:bg>
    <p:spTree>
      <p:nvGrpSpPr>
        <p:cNvPr id="1" name=""/>
        <p:cNvGrpSpPr/>
        <p:nvPr/>
      </p:nvGrpSpPr>
      <p:grpSpPr>
        <a:xfrm>
          <a:off x="0" y="0"/>
          <a:ext cx="0" cy="0"/>
          <a:chOff x="0" y="0"/>
          <a:chExt cx="0" cy="0"/>
        </a:xfrm>
      </p:grpSpPr>
      <p:pic>
        <p:nvPicPr>
          <p:cNvPr id="893392742" name="MS logo gray - EMF"/>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1040981898" name="Title 1"/>
          <p:cNvSpPr>
            <a:spLocks noGrp="1"/>
          </p:cNvSpPr>
          <p:nvPr>
            <p:ph type="title" hasCustomPrompt="1"/>
          </p:nvPr>
        </p:nvSpPr>
        <p:spPr bwMode="auto">
          <a:xfrm>
            <a:off x="588262" y="-612577"/>
            <a:ext cx="8193024" cy="307777"/>
          </a:xfrm>
        </p:spPr>
        <p:txBody>
          <a:bodyPr/>
          <a:lstStyle>
            <a:lvl1pPr>
              <a:defRPr sz="2000" b="0" i="0">
                <a:solidFill>
                  <a:srgbClr val="001F2D"/>
                </a:solidFill>
                <a:latin typeface="+mj-lt"/>
                <a:cs typeface="Segoe UI Semibold"/>
              </a:defRPr>
            </a:lvl1pPr>
          </a:lstStyle>
          <a:p>
            <a:pPr>
              <a:defRPr/>
            </a:pPr>
            <a:r>
              <a:rPr lang="en-US"/>
              <a:t>Final slide with logo</a:t>
            </a:r>
            <a:endParaRPr/>
          </a:p>
        </p:txBody>
      </p:sp>
      <p:sp>
        <p:nvSpPr>
          <p:cNvPr id="1407205268"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PhAnim="0" preserve="1" userDrawn="1">
  <p:cSld name="2_Closing slide_with Logo">
    <p:bg>
      <p:bgPr>
        <a:solidFill>
          <a:srgbClr val="E8E6DF"/>
        </a:solidFill>
        <a:effectLst/>
      </p:bgPr>
    </p:bg>
    <p:spTree>
      <p:nvGrpSpPr>
        <p:cNvPr id="1" name=""/>
        <p:cNvGrpSpPr/>
        <p:nvPr/>
      </p:nvGrpSpPr>
      <p:grpSpPr>
        <a:xfrm>
          <a:off x="0" y="0"/>
          <a:ext cx="0" cy="0"/>
          <a:chOff x="0" y="0"/>
          <a:chExt cx="0" cy="0"/>
        </a:xfrm>
      </p:grpSpPr>
      <p:pic>
        <p:nvPicPr>
          <p:cNvPr id="907317926" name="MS logo gray - EMF"/>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48471916" name="Title 1"/>
          <p:cNvSpPr>
            <a:spLocks noGrp="1"/>
          </p:cNvSpPr>
          <p:nvPr>
            <p:ph type="title" hasCustomPrompt="1"/>
          </p:nvPr>
        </p:nvSpPr>
        <p:spPr bwMode="auto">
          <a:xfrm>
            <a:off x="588262" y="-616043"/>
            <a:ext cx="8193024" cy="307777"/>
          </a:xfrm>
        </p:spPr>
        <p:txBody>
          <a:bodyPr/>
          <a:lstStyle>
            <a:lvl1pPr>
              <a:defRPr sz="2000" b="0" i="0">
                <a:solidFill>
                  <a:srgbClr val="001F2D"/>
                </a:solidFill>
                <a:latin typeface="+mj-lt"/>
                <a:cs typeface="Segoe UI Semibold"/>
              </a:defRPr>
            </a:lvl1pPr>
          </a:lstStyle>
          <a:p>
            <a:pPr>
              <a:defRPr/>
            </a:pPr>
            <a:r>
              <a:rPr lang="en-US"/>
              <a:t>Final slide with logo</a:t>
            </a:r>
            <a:endParaRPr/>
          </a:p>
        </p:txBody>
      </p:sp>
      <p:sp>
        <p:nvSpPr>
          <p:cNvPr id="322889949" name="Text Placeholder 4"/>
          <p:cNvSpPr>
            <a:spLocks noGrp="1"/>
          </p:cNvSpPr>
          <p:nvPr>
            <p:ph type="body" sz="quarter" idx="12" hasCustomPrompt="1"/>
          </p:nvPr>
        </p:nvSpPr>
        <p:spPr bwMode="auto">
          <a:xfrm>
            <a:off x="585216" y="2080227"/>
            <a:ext cx="3361943" cy="553998"/>
          </a:xfrm>
          <a:prstGeom prst="rect">
            <a:avLst/>
          </a:prstGeom>
          <a:noFill/>
        </p:spPr>
        <p:txBody>
          <a:bodyPr wrap="square" lIns="0" tIns="0" rIns="0" bIns="0">
            <a:spAutoFit/>
          </a:bodyPr>
          <a:lstStyle>
            <a:lvl1pPr marL="0" indent="0" algn="l" defTabSz="457200" rtl="0">
              <a:lnSpc>
                <a:spcPct val="100000"/>
              </a:lnSpc>
              <a:spcBef>
                <a:spcPct val="0"/>
              </a:spcBef>
              <a:spcAft>
                <a:spcPct val="0"/>
              </a:spcAft>
              <a:buFont typeface="Arial"/>
              <a:buNone/>
              <a:defRPr lang="en-US" sz="3600" b="0" cap="none" spc="-50">
                <a:ln w="3175">
                  <a:noFill/>
                </a:ln>
                <a:solidFill>
                  <a:schemeClr val="accent3"/>
                </a:solidFill>
                <a:latin typeface="+mj-lt"/>
                <a:ea typeface="+mn-ea"/>
                <a:cs typeface="Segoe UI"/>
              </a:defRPr>
            </a:lvl1pPr>
          </a:lstStyle>
          <a:p>
            <a:pPr lvl="0">
              <a:defRPr/>
            </a:pPr>
            <a:r>
              <a:rPr lang="en-US"/>
              <a:t>Thank you.</a:t>
            </a:r>
            <a:endParaRPr/>
          </a:p>
        </p:txBody>
      </p:sp>
      <p:sp>
        <p:nvSpPr>
          <p:cNvPr id="1573489423" name="Text Placeholder 8"/>
          <p:cNvSpPr>
            <a:spLocks noGrp="1"/>
          </p:cNvSpPr>
          <p:nvPr>
            <p:ph type="body" sz="quarter" idx="13"/>
          </p:nvPr>
        </p:nvSpPr>
        <p:spPr bwMode="auto">
          <a:xfrm>
            <a:off x="4485640" y="2276475"/>
            <a:ext cx="7114222" cy="1689098"/>
          </a:xfrm>
        </p:spPr>
        <p:txBody>
          <a:bodyPr/>
          <a:lstStyle>
            <a:lvl1pPr marL="0" indent="0" algn="l" defTabSz="457200" rtl="0">
              <a:lnSpc>
                <a:spcPct val="100000"/>
              </a:lnSpc>
              <a:spcBef>
                <a:spcPct val="0"/>
              </a:spcBef>
              <a:buNone/>
              <a:defRPr lang="en-US" sz="2000" b="0" cap="none" spc="-50">
                <a:ln w="3175">
                  <a:noFill/>
                </a:ln>
                <a:solidFill>
                  <a:schemeClr val="tx1"/>
                </a:solidFill>
                <a:latin typeface="+mn-lt"/>
                <a:ea typeface="+mn-ea"/>
                <a:cs typeface="Segoe UI"/>
              </a:defRPr>
            </a:lvl1pPr>
            <a:lvl2pPr marL="155448" indent="0">
              <a:buNone/>
              <a:defRPr lang="en-US" sz="2000" b="0" cap="none" spc="-50">
                <a:ln w="3175">
                  <a:noFill/>
                </a:ln>
                <a:solidFill>
                  <a:schemeClr val="bg1"/>
                </a:solidFill>
                <a:latin typeface="+mn-lt"/>
                <a:ea typeface="+mn-ea"/>
                <a:cs typeface="Segoe UI"/>
              </a:defRPr>
            </a:lvl2pPr>
            <a:lvl3pPr marL="265176" indent="0">
              <a:buNone/>
              <a:defRPr/>
            </a:lvl3pPr>
            <a:lvl4pPr marL="661988" indent="0">
              <a:buNone/>
              <a:defRPr/>
            </a:lvl4pPr>
            <a:lvl5pPr marL="855663" indent="0">
              <a:buNone/>
              <a:defRPr/>
            </a:lvl5pPr>
          </a:lstStyle>
          <a:p>
            <a:pPr lvl="0">
              <a:defRPr/>
            </a:pPr>
            <a:r>
              <a:rPr lang="en-US"/>
              <a:t>Click to edit Master text styles</a:t>
            </a:r>
            <a:endParaRPr/>
          </a:p>
        </p:txBody>
      </p:sp>
      <p:sp>
        <p:nvSpPr>
          <p:cNvPr id="140007157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PhAnim="0" userDrawn="1">
  <p:cSld name="Title_Gradient_Dark Blue">
    <p:bg>
      <p:bgPr>
        <a:solidFill>
          <a:schemeClr val="bg2"/>
        </a:solidFill>
        <a:effectLst/>
      </p:bgPr>
    </p:bg>
    <p:spTree>
      <p:nvGrpSpPr>
        <p:cNvPr id="1" name=""/>
        <p:cNvGrpSpPr/>
        <p:nvPr/>
      </p:nvGrpSpPr>
      <p:grpSpPr>
        <a:xfrm>
          <a:off x="0" y="0"/>
          <a:ext cx="0" cy="0"/>
          <a:chOff x="0" y="0"/>
          <a:chExt cx="0" cy="0"/>
        </a:xfrm>
      </p:grpSpPr>
      <p:pic>
        <p:nvPicPr>
          <p:cNvPr id="1744606346" name="Picture 6" descr="Background pattern&#10;&#10;Description automatically generated"/>
          <p:cNvPicPr>
            <a:picLocks noChangeAspect="1"/>
          </p:cNvPicPr>
          <p:nvPr userDrawn="1"/>
        </p:nvPicPr>
        <p:blipFill>
          <a:blip r:embed="rId2"/>
          <a:stretch>
            <a:fillRect/>
          </a:stretch>
        </p:blipFill>
        <p:spPr bwMode="auto">
          <a:xfrm>
            <a:off x="0" y="0"/>
            <a:ext cx="12188952" cy="6856285"/>
          </a:xfrm>
          <a:prstGeom prst="rect">
            <a:avLst/>
          </a:prstGeom>
        </p:spPr>
      </p:pic>
      <p:pic>
        <p:nvPicPr>
          <p:cNvPr id="663625289" name="MS logo white - EMF"/>
          <p:cNvPicPr>
            <a:picLocks noChangeAspect="1"/>
          </p:cNvPicPr>
          <p:nvPr userDrawn="1"/>
        </p:nvPicPr>
        <p:blipFill>
          <a:blip r:embed="rId3"/>
          <a:stretch>
            <a:fillRect/>
          </a:stretch>
        </p:blipFill>
        <p:spPr bwMode="white">
          <a:xfrm>
            <a:off x="584200" y="585788"/>
            <a:ext cx="1366245" cy="292608"/>
          </a:xfrm>
          <a:prstGeom prst="rect">
            <a:avLst/>
          </a:prstGeom>
        </p:spPr>
      </p:pic>
      <p:sp>
        <p:nvSpPr>
          <p:cNvPr id="513210345" name="Title 1"/>
          <p:cNvSpPr>
            <a:spLocks noGrp="1"/>
          </p:cNvSpPr>
          <p:nvPr>
            <p:ph type="title" hasCustomPrompt="1"/>
          </p:nvPr>
        </p:nvSpPr>
        <p:spPr bwMode="white">
          <a:xfrm>
            <a:off x="569911" y="2769057"/>
            <a:ext cx="8193024" cy="1231106"/>
          </a:xfrm>
          <a:prstGeom prst="rect">
            <a:avLst/>
          </a:prstGeom>
          <a:noFill/>
        </p:spPr>
        <p:txBody>
          <a:bodyPr wrap="square" lIns="0" tIns="0" rIns="0" bIns="0" anchor="b" anchorCtr="0">
            <a:spAutoFit/>
          </a:bodyPr>
          <a:lstStyle>
            <a:lvl1pPr>
              <a:defRPr sz="4000" b="0" i="0" spc="-50">
                <a:solidFill>
                  <a:schemeClr val="bg1"/>
                </a:solidFill>
                <a:latin typeface="+mn-lt"/>
                <a:cs typeface="Segoe UI"/>
              </a:defRPr>
            </a:lvl1pPr>
          </a:lstStyle>
          <a:p>
            <a:pPr>
              <a:defRPr/>
            </a:pPr>
            <a:r>
              <a:rPr lang="en-US"/>
              <a:t>Event name or </a:t>
            </a:r>
            <a:br>
              <a:rPr lang="en-US"/>
            </a:br>
            <a:r>
              <a:rPr lang="en-US"/>
              <a:t>presentation title</a:t>
            </a:r>
            <a:endParaRPr/>
          </a:p>
        </p:txBody>
      </p:sp>
      <p:sp>
        <p:nvSpPr>
          <p:cNvPr id="726133053" name="Text Placeholder 4"/>
          <p:cNvSpPr>
            <a:spLocks noGrp="1"/>
          </p:cNvSpPr>
          <p:nvPr>
            <p:ph type="body" sz="quarter" idx="12" hasCustomPrompt="1"/>
          </p:nvPr>
        </p:nvSpPr>
        <p:spPr bwMode="white">
          <a:xfrm>
            <a:off x="582042" y="4215827"/>
            <a:ext cx="8193024" cy="246221"/>
          </a:xfrm>
          <a:prstGeom prst="rect">
            <a:avLst/>
          </a:prstGeom>
          <a:noFill/>
        </p:spPr>
        <p:txBody>
          <a:bodyPr wrap="square" lIns="0" tIns="0" rIns="0" bIns="0">
            <a:spAutoFit/>
          </a:bodyPr>
          <a:lstStyle>
            <a:lvl1pPr marL="0" indent="0">
              <a:spcBef>
                <a:spcPct val="0"/>
              </a:spcBef>
              <a:buNone/>
              <a:defRPr sz="1600" spc="0">
                <a:solidFill>
                  <a:schemeClr val="bg1"/>
                </a:solidFill>
                <a:latin typeface="+mn-lt"/>
                <a:cs typeface="Segoe UI"/>
              </a:defRPr>
            </a:lvl1pPr>
          </a:lstStyle>
          <a:p>
            <a:pPr lvl="0">
              <a:defRPr/>
            </a:pPr>
            <a:r>
              <a:rPr lang="en-US"/>
              <a:t>Speaker name or subtitle</a:t>
            </a:r>
            <a:endParaRPr/>
          </a:p>
        </p:txBody>
      </p:sp>
      <p:sp>
        <p:nvSpPr>
          <p:cNvPr id="1729232131" name="Text Placeholder 4"/>
          <p:cNvSpPr>
            <a:spLocks noGrp="1"/>
          </p:cNvSpPr>
          <p:nvPr>
            <p:ph type="body" sz="quarter" idx="13" hasCustomPrompt="1"/>
          </p:nvPr>
        </p:nvSpPr>
        <p:spPr bwMode="white">
          <a:xfrm>
            <a:off x="582042" y="6446520"/>
            <a:ext cx="1645920" cy="153888"/>
          </a:xfrm>
          <a:prstGeom prst="rect">
            <a:avLst/>
          </a:prstGeom>
          <a:noFill/>
        </p:spPr>
        <p:txBody>
          <a:bodyPr wrap="square" lIns="0" tIns="0" rIns="0" bIns="0">
            <a:spAutoFit/>
          </a:bodyPr>
          <a:lstStyle>
            <a:lvl1pPr marL="0" indent="0">
              <a:spcBef>
                <a:spcPct val="0"/>
              </a:spcBef>
              <a:buNone/>
              <a:defRPr sz="1000" spc="0">
                <a:solidFill>
                  <a:schemeClr val="bg1"/>
                </a:solidFill>
                <a:latin typeface="+mn-lt"/>
                <a:cs typeface="Segoe UI"/>
              </a:defRPr>
            </a:lvl1pPr>
          </a:lstStyle>
          <a:p>
            <a:pPr lvl="0">
              <a:defRPr/>
            </a:pPr>
            <a:r>
              <a:rPr lang="en-US"/>
              <a:t>Date</a:t>
            </a:r>
            <a:endParaRPr/>
          </a:p>
        </p:txBody>
      </p:sp>
      <p:sp>
        <p:nvSpPr>
          <p:cNvPr id="1089568079" name="Text Placeholder 4"/>
          <p:cNvSpPr>
            <a:spLocks noGrp="1"/>
          </p:cNvSpPr>
          <p:nvPr>
            <p:ph type="body" sz="quarter" idx="14" hasCustomPrompt="1"/>
          </p:nvPr>
        </p:nvSpPr>
        <p:spPr bwMode="white">
          <a:xfrm>
            <a:off x="2471054" y="6446520"/>
            <a:ext cx="6336792" cy="153888"/>
          </a:xfrm>
          <a:prstGeom prst="rect">
            <a:avLst/>
          </a:prstGeom>
          <a:noFill/>
        </p:spPr>
        <p:txBody>
          <a:bodyPr wrap="square" lIns="0" tIns="0" rIns="0" bIns="0">
            <a:spAutoFit/>
          </a:bodyPr>
          <a:lstStyle>
            <a:lvl1pPr marL="0" indent="0">
              <a:spcBef>
                <a:spcPct val="0"/>
              </a:spcBef>
              <a:buNone/>
              <a:defRPr sz="1000" spc="0">
                <a:solidFill>
                  <a:schemeClr val="bg1"/>
                </a:solidFill>
                <a:latin typeface="+mn-lt"/>
                <a:cs typeface="Segoe UI"/>
              </a:defRPr>
            </a:lvl1pPr>
          </a:lstStyle>
          <a:p>
            <a:pPr lvl="0">
              <a:defRPr/>
            </a:pPr>
            <a:r>
              <a:rPr lang="en-US"/>
              <a:t>Microsoft confidential</a:t>
            </a:r>
            <a:endParaRPr/>
          </a:p>
        </p:txBody>
      </p:sp>
    </p:spTree>
  </p:cSld>
  <p:clrMapOvr>
    <a:masterClrMapping/>
  </p:clrMapOv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PhAnim="0" userDrawn="1">
  <p:cSld name="Small title - half page">
    <p:spTree>
      <p:nvGrpSpPr>
        <p:cNvPr id="1" name=""/>
        <p:cNvGrpSpPr/>
        <p:nvPr/>
      </p:nvGrpSpPr>
      <p:grpSpPr>
        <a:xfrm>
          <a:off x="0" y="0"/>
          <a:ext cx="0" cy="0"/>
          <a:chOff x="0" y="0"/>
          <a:chExt cx="0" cy="0"/>
        </a:xfrm>
      </p:grpSpPr>
      <p:sp>
        <p:nvSpPr>
          <p:cNvPr id="1658793446" name="Title 2"/>
          <p:cNvSpPr>
            <a:spLocks noGrp="1"/>
          </p:cNvSpPr>
          <p:nvPr>
            <p:ph type="title" hasCustomPrompt="1"/>
          </p:nvPr>
        </p:nvSpPr>
        <p:spPr bwMode="auto">
          <a:xfrm>
            <a:off x="584200" y="457200"/>
            <a:ext cx="5508419" cy="372410"/>
          </a:xfrm>
        </p:spPr>
        <p:txBody>
          <a:bodyPr tIns="64008"/>
          <a:lstStyle>
            <a:lvl1pPr>
              <a:defRPr sz="2000" spc="0">
                <a:latin typeface="+mj-lt"/>
                <a:cs typeface="Segoe UI"/>
              </a:defRPr>
            </a:lvl1pPr>
          </a:lstStyle>
          <a:p>
            <a:pPr>
              <a:defRPr/>
            </a:pPr>
            <a:r>
              <a:rPr lang="en-US"/>
              <a:t>Click to edit title style</a:t>
            </a:r>
            <a:endParaRPr/>
          </a:p>
        </p:txBody>
      </p:sp>
      <p:sp>
        <p:nvSpPr>
          <p:cNvPr id="1934386988"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masterClrMapping/>
  </p:clrMapOv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PhAnim="0" userDrawn="1">
  <p:cSld name="Blank">
    <p:spTree>
      <p:nvGrpSpPr>
        <p:cNvPr id="1" name=""/>
        <p:cNvGrpSpPr/>
        <p:nvPr/>
      </p:nvGrpSpPr>
      <p:grpSpPr>
        <a:xfrm>
          <a:off x="0" y="0"/>
          <a:ext cx="0" cy="0"/>
          <a:chOff x="0" y="0"/>
          <a:chExt cx="0" cy="0"/>
        </a:xfrm>
      </p:grpSpPr>
      <p:sp>
        <p:nvSpPr>
          <p:cNvPr id="863965642"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masterClrMapping/>
  </p:clrMapOv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PhAnim="0" userDrawn="1">
  <p:cSld name="LearningPath2_WmGray">
    <p:bg>
      <p:bgPr>
        <a:solidFill>
          <a:srgbClr val="E8E6DF"/>
        </a:solidFill>
        <a:effectLst/>
      </p:bgPr>
    </p:bg>
    <p:spTree>
      <p:nvGrpSpPr>
        <p:cNvPr id="1" name=""/>
        <p:cNvGrpSpPr/>
        <p:nvPr/>
      </p:nvGrpSpPr>
      <p:grpSpPr>
        <a:xfrm>
          <a:off x="0" y="0"/>
          <a:ext cx="0" cy="0"/>
          <a:chOff x="0" y="0"/>
          <a:chExt cx="0" cy="0"/>
        </a:xfrm>
      </p:grpSpPr>
      <p:sp>
        <p:nvSpPr>
          <p:cNvPr id="2049318712"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49641055"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pic>
        <p:nvPicPr>
          <p:cNvPr id="1188714891" name="Graphic 3"/>
          <p:cNvPicPr>
            <a:picLocks noChangeAspect="1"/>
          </p:cNvPicPr>
          <p:nvPr userDrawn="1"/>
        </p:nvPicPr>
        <p:blipFill>
          <a:blip r:embed="rId2"/>
          <a:stretch>
            <a:fillRect/>
          </a:stretch>
        </p:blipFill>
        <p:spPr bwMode="auto">
          <a:xfrm>
            <a:off x="-1" y="3144660"/>
            <a:ext cx="12192001" cy="3035200"/>
          </a:xfrm>
          <a:prstGeom prst="rect">
            <a:avLst/>
          </a:prstGeom>
        </p:spPr>
      </p:pic>
    </p:spTree>
  </p:cSld>
  <p:clrMapOvr>
    <a:masterClrMapping/>
  </p:clrMapOv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PhAnim="0" userDrawn="1">
  <p:cSld name="Text option_3 rows">
    <p:spTree>
      <p:nvGrpSpPr>
        <p:cNvPr id="1" name=""/>
        <p:cNvGrpSpPr/>
        <p:nvPr/>
      </p:nvGrpSpPr>
      <p:grpSpPr>
        <a:xfrm>
          <a:off x="0" y="0"/>
          <a:ext cx="0" cy="0"/>
          <a:chOff x="0" y="0"/>
          <a:chExt cx="0" cy="0"/>
        </a:xfrm>
      </p:grpSpPr>
      <p:sp>
        <p:nvSpPr>
          <p:cNvPr id="686081867" name="Text Placeholder 4"/>
          <p:cNvSpPr>
            <a:spLocks noGrp="1"/>
          </p:cNvSpPr>
          <p:nvPr>
            <p:ph type="body" sz="quarter" idx="11" hasCustomPrompt="1"/>
          </p:nvPr>
        </p:nvSpPr>
        <p:spPr bwMode="auto">
          <a:xfrm>
            <a:off x="1389460" y="1456896"/>
            <a:ext cx="10210404" cy="777240"/>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ct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sp>
        <p:nvSpPr>
          <p:cNvPr id="2021229987" name="Text Placeholder 4"/>
          <p:cNvSpPr>
            <a:spLocks noGrp="1"/>
          </p:cNvSpPr>
          <p:nvPr>
            <p:ph type="body" sz="quarter" idx="15" hasCustomPrompt="1"/>
          </p:nvPr>
        </p:nvSpPr>
        <p:spPr bwMode="auto">
          <a:xfrm>
            <a:off x="1389460" y="2499114"/>
            <a:ext cx="10210404" cy="781184"/>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ct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sp>
        <p:nvSpPr>
          <p:cNvPr id="776458571" name="Text Placeholder 4"/>
          <p:cNvSpPr>
            <a:spLocks noGrp="1"/>
          </p:cNvSpPr>
          <p:nvPr>
            <p:ph type="body" sz="quarter" idx="17" hasCustomPrompt="1"/>
          </p:nvPr>
        </p:nvSpPr>
        <p:spPr bwMode="auto">
          <a:xfrm>
            <a:off x="1389460" y="3545276"/>
            <a:ext cx="10210404" cy="781184"/>
          </a:xfrm>
          <a:prstGeom prst="rect">
            <a:avLst/>
          </a:prstGeom>
        </p:spPr>
        <p:txBody>
          <a:bodyPr wrap="square" lIns="0" tIns="0" rIns="0" bIns="0" anchor="ctr">
            <a:noAutofit/>
          </a:bodyPr>
          <a:lstStyle>
            <a:lvl1pPr marL="0" marR="0" indent="0" algn="l" defTabSz="914367" rtl="0">
              <a:lnSpc>
                <a:spcPts val="1765"/>
              </a:lnSpc>
              <a:spcBef>
                <a:spcPts val="882"/>
              </a:spcBef>
              <a:spcAft>
                <a:spcPct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ct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sp>
        <p:nvSpPr>
          <p:cNvPr id="99500069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642204665"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cxnSp>
        <p:nvCxnSpPr>
          <p:cNvPr id="1336128212" name="Straight Connector 6"/>
          <p:cNvCxnSpPr/>
          <p:nvPr userDrawn="1"/>
        </p:nvCxnSpPr>
        <p:spPr bwMode="auto">
          <a:xfrm>
            <a:off x="1389695" y="236662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65573589" name="Straight Connector 7"/>
          <p:cNvCxnSpPr/>
          <p:nvPr userDrawn="1"/>
        </p:nvCxnSpPr>
        <p:spPr bwMode="auto">
          <a:xfrm>
            <a:off x="1389695" y="3412787"/>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PhAnim="0" userDrawn="1">
  <p:cSld name="Text option_4 rows">
    <p:spTree>
      <p:nvGrpSpPr>
        <p:cNvPr id="1" name=""/>
        <p:cNvGrpSpPr/>
        <p:nvPr/>
      </p:nvGrpSpPr>
      <p:grpSpPr>
        <a:xfrm>
          <a:off x="0" y="0"/>
          <a:ext cx="0" cy="0"/>
          <a:chOff x="0" y="0"/>
          <a:chExt cx="0" cy="0"/>
        </a:xfrm>
      </p:grpSpPr>
      <p:sp>
        <p:nvSpPr>
          <p:cNvPr id="358401319" name="Text Placeholder 4"/>
          <p:cNvSpPr>
            <a:spLocks noGrp="1"/>
          </p:cNvSpPr>
          <p:nvPr>
            <p:ph type="body" sz="quarter" idx="11" hasCustomPrompt="1"/>
          </p:nvPr>
        </p:nvSpPr>
        <p:spPr bwMode="auto">
          <a:xfrm>
            <a:off x="1389460" y="1456896"/>
            <a:ext cx="10210404" cy="777240"/>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ct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cxnSp>
        <p:nvCxnSpPr>
          <p:cNvPr id="1245097181" name="Straight Connector 19"/>
          <p:cNvCxnSpPr/>
          <p:nvPr userDrawn="1"/>
        </p:nvCxnSpPr>
        <p:spPr bwMode="auto">
          <a:xfrm>
            <a:off x="1389695" y="236662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305467002" name="Text Placeholder 4"/>
          <p:cNvSpPr>
            <a:spLocks noGrp="1"/>
          </p:cNvSpPr>
          <p:nvPr>
            <p:ph type="body" sz="quarter" idx="15" hasCustomPrompt="1"/>
          </p:nvPr>
        </p:nvSpPr>
        <p:spPr bwMode="auto">
          <a:xfrm>
            <a:off x="1389460" y="2499114"/>
            <a:ext cx="10210404" cy="781184"/>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ct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cxnSp>
        <p:nvCxnSpPr>
          <p:cNvPr id="1495441219" name="Straight Connector 20"/>
          <p:cNvCxnSpPr/>
          <p:nvPr userDrawn="1"/>
        </p:nvCxnSpPr>
        <p:spPr bwMode="auto">
          <a:xfrm>
            <a:off x="1389695" y="3412787"/>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79249847" name="Text Placeholder 4"/>
          <p:cNvSpPr>
            <a:spLocks noGrp="1"/>
          </p:cNvSpPr>
          <p:nvPr>
            <p:ph type="body" sz="quarter" idx="17" hasCustomPrompt="1"/>
          </p:nvPr>
        </p:nvSpPr>
        <p:spPr bwMode="auto">
          <a:xfrm>
            <a:off x="1389460" y="3545276"/>
            <a:ext cx="10210404" cy="781184"/>
          </a:xfrm>
          <a:prstGeom prst="rect">
            <a:avLst/>
          </a:prstGeom>
        </p:spPr>
        <p:txBody>
          <a:bodyPr wrap="square" lIns="0" tIns="0" rIns="0" bIns="0" anchor="ctr">
            <a:noAutofit/>
          </a:bodyPr>
          <a:lstStyle>
            <a:lvl1pPr marL="0" marR="0" indent="0" algn="l" defTabSz="914367" rtl="0">
              <a:lnSpc>
                <a:spcPts val="1765"/>
              </a:lnSpc>
              <a:spcBef>
                <a:spcPts val="882"/>
              </a:spcBef>
              <a:spcAft>
                <a:spcPct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ct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cxnSp>
        <p:nvCxnSpPr>
          <p:cNvPr id="792212314" name="Straight Connector 21"/>
          <p:cNvCxnSpPr/>
          <p:nvPr userDrawn="1"/>
        </p:nvCxnSpPr>
        <p:spPr bwMode="auto">
          <a:xfrm>
            <a:off x="1389695" y="4458949"/>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2112555720" name="Text Placeholder 4"/>
          <p:cNvSpPr>
            <a:spLocks noGrp="1"/>
          </p:cNvSpPr>
          <p:nvPr>
            <p:ph type="body" sz="quarter" idx="19" hasCustomPrompt="1"/>
          </p:nvPr>
        </p:nvSpPr>
        <p:spPr bwMode="auto">
          <a:xfrm>
            <a:off x="1389460" y="4591438"/>
            <a:ext cx="10210404" cy="781184"/>
          </a:xfrm>
          <a:prstGeom prst="rect">
            <a:avLst/>
          </a:prstGeom>
        </p:spPr>
        <p:txBody>
          <a:bodyPr wrap="square" lIns="0" tIns="0" rIns="0" bIns="0" anchor="ctr">
            <a:noAutofit/>
          </a:bodyPr>
          <a:lstStyle>
            <a:lvl1pPr marL="0" marR="0" indent="0" algn="l" defTabSz="914367" rtl="0">
              <a:lnSpc>
                <a:spcPts val="1765"/>
              </a:lnSpc>
              <a:spcBef>
                <a:spcPts val="882"/>
              </a:spcBef>
              <a:spcAft>
                <a:spcPct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ct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sp>
        <p:nvSpPr>
          <p:cNvPr id="551466342"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2122810303"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Tree>
  </p:cSld>
  <p:clrMapOvr>
    <a:masterClrMapping/>
  </p:clrMapOv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PhAnim="0" userDrawn="1">
  <p:cSld name="Text option_5 rows">
    <p:spTree>
      <p:nvGrpSpPr>
        <p:cNvPr id="1" name=""/>
        <p:cNvGrpSpPr/>
        <p:nvPr/>
      </p:nvGrpSpPr>
      <p:grpSpPr>
        <a:xfrm>
          <a:off x="0" y="0"/>
          <a:ext cx="0" cy="0"/>
          <a:chOff x="0" y="0"/>
          <a:chExt cx="0" cy="0"/>
        </a:xfrm>
      </p:grpSpPr>
      <p:sp>
        <p:nvSpPr>
          <p:cNvPr id="378907390" name="Text Placeholder 4"/>
          <p:cNvSpPr>
            <a:spLocks noGrp="1"/>
          </p:cNvSpPr>
          <p:nvPr>
            <p:ph type="body" sz="quarter" idx="11" hasCustomPrompt="1"/>
          </p:nvPr>
        </p:nvSpPr>
        <p:spPr bwMode="auto">
          <a:xfrm>
            <a:off x="1389460" y="1456896"/>
            <a:ext cx="10210404" cy="645624"/>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ct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cxnSp>
        <p:nvCxnSpPr>
          <p:cNvPr id="572128797" name="Straight Connector 14"/>
          <p:cNvCxnSpPr/>
          <p:nvPr userDrawn="1"/>
        </p:nvCxnSpPr>
        <p:spPr bwMode="auto">
          <a:xfrm>
            <a:off x="1389695" y="2205973"/>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549160522" name="Text Placeholder 4"/>
          <p:cNvSpPr>
            <a:spLocks noGrp="1"/>
          </p:cNvSpPr>
          <p:nvPr>
            <p:ph type="body" sz="quarter" idx="15" hasCustomPrompt="1"/>
          </p:nvPr>
        </p:nvSpPr>
        <p:spPr bwMode="auto">
          <a:xfrm>
            <a:off x="1389460" y="2309426"/>
            <a:ext cx="10210404" cy="648900"/>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ct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cxnSp>
        <p:nvCxnSpPr>
          <p:cNvPr id="547411928" name="Straight Connector 16"/>
          <p:cNvCxnSpPr/>
          <p:nvPr userDrawn="1"/>
        </p:nvCxnSpPr>
        <p:spPr bwMode="auto">
          <a:xfrm>
            <a:off x="1389695" y="3061779"/>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43679492" name="Text Placeholder 4"/>
          <p:cNvSpPr>
            <a:spLocks noGrp="1"/>
          </p:cNvSpPr>
          <p:nvPr>
            <p:ph type="body" sz="quarter" idx="17" hasCustomPrompt="1"/>
          </p:nvPr>
        </p:nvSpPr>
        <p:spPr bwMode="auto">
          <a:xfrm>
            <a:off x="1389460" y="3165232"/>
            <a:ext cx="10210404" cy="648900"/>
          </a:xfrm>
          <a:prstGeom prst="rect">
            <a:avLst/>
          </a:prstGeom>
        </p:spPr>
        <p:txBody>
          <a:bodyPr wrap="square" lIns="0" tIns="0" rIns="0" bIns="0" anchor="ctr">
            <a:noAutofit/>
          </a:bodyPr>
          <a:lstStyle>
            <a:lvl1pPr marL="0" marR="0" indent="0" algn="l" defTabSz="914367" rtl="0">
              <a:lnSpc>
                <a:spcPts val="1765"/>
              </a:lnSpc>
              <a:spcBef>
                <a:spcPts val="882"/>
              </a:spcBef>
              <a:spcAft>
                <a:spcPct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ct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cxnSp>
        <p:nvCxnSpPr>
          <p:cNvPr id="330636426" name="Straight Connector 18"/>
          <p:cNvCxnSpPr/>
          <p:nvPr userDrawn="1"/>
        </p:nvCxnSpPr>
        <p:spPr bwMode="auto">
          <a:xfrm>
            <a:off x="1389695" y="391758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191000295" name="Text Placeholder 4"/>
          <p:cNvSpPr>
            <a:spLocks noGrp="1"/>
          </p:cNvSpPr>
          <p:nvPr>
            <p:ph type="body" sz="quarter" idx="19" hasCustomPrompt="1"/>
          </p:nvPr>
        </p:nvSpPr>
        <p:spPr bwMode="auto">
          <a:xfrm>
            <a:off x="1389460" y="4021038"/>
            <a:ext cx="10210404" cy="648900"/>
          </a:xfrm>
          <a:prstGeom prst="rect">
            <a:avLst/>
          </a:prstGeom>
        </p:spPr>
        <p:txBody>
          <a:bodyPr wrap="square" lIns="0" tIns="0" rIns="0" bIns="0" anchor="ctr">
            <a:noAutofit/>
          </a:bodyPr>
          <a:lstStyle>
            <a:lvl1pPr marL="0" marR="0" indent="0" algn="l" defTabSz="914367" rtl="0">
              <a:lnSpc>
                <a:spcPts val="1765"/>
              </a:lnSpc>
              <a:spcBef>
                <a:spcPts val="882"/>
              </a:spcBef>
              <a:spcAft>
                <a:spcPct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ct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cxnSp>
        <p:nvCxnSpPr>
          <p:cNvPr id="2008308010" name="Straight Connector 10"/>
          <p:cNvCxnSpPr/>
          <p:nvPr userDrawn="1"/>
        </p:nvCxnSpPr>
        <p:spPr bwMode="auto">
          <a:xfrm>
            <a:off x="1389695" y="4773391"/>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08893516" name="Text Placeholder 4"/>
          <p:cNvSpPr>
            <a:spLocks noGrp="1"/>
          </p:cNvSpPr>
          <p:nvPr>
            <p:ph type="body" sz="quarter" idx="21" hasCustomPrompt="1"/>
          </p:nvPr>
        </p:nvSpPr>
        <p:spPr bwMode="auto">
          <a:xfrm>
            <a:off x="1389460" y="4876845"/>
            <a:ext cx="10210404" cy="648900"/>
          </a:xfrm>
          <a:prstGeom prst="rect">
            <a:avLst/>
          </a:prstGeom>
        </p:spPr>
        <p:txBody>
          <a:bodyPr wrap="square" lIns="0" tIns="0" rIns="0" bIns="0" anchor="ctr">
            <a:noAutofit/>
          </a:bodyPr>
          <a:lstStyle>
            <a:lvl1pPr marL="0" marR="0" indent="0" algn="l" defTabSz="914367" rtl="0">
              <a:lnSpc>
                <a:spcPts val="1765"/>
              </a:lnSpc>
              <a:spcBef>
                <a:spcPts val="882"/>
              </a:spcBef>
              <a:spcAft>
                <a:spcPct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ct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sp>
        <p:nvSpPr>
          <p:cNvPr id="879994018"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227364032"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Tree>
  </p:cSld>
  <p:clrMapOvr>
    <a:masterClrMapping/>
  </p:clrMapOvr>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PhAnim="0" userDrawn="1">
  <p:cSld name="1_Knowledge Check">
    <p:spTree>
      <p:nvGrpSpPr>
        <p:cNvPr id="1" name=""/>
        <p:cNvGrpSpPr/>
        <p:nvPr/>
      </p:nvGrpSpPr>
      <p:grpSpPr>
        <a:xfrm>
          <a:off x="0" y="0"/>
          <a:ext cx="0" cy="0"/>
          <a:chOff x="0" y="0"/>
          <a:chExt cx="0" cy="0"/>
        </a:xfrm>
      </p:grpSpPr>
      <p:sp>
        <p:nvSpPr>
          <p:cNvPr id="1133906321" name="Rounded Rectangle 3_1"/>
          <p:cNvSpPr/>
          <p:nvPr userDrawn="1"/>
        </p:nvSpPr>
        <p:spPr bwMode="auto">
          <a:xfrm>
            <a:off x="588261" y="1292745"/>
            <a:ext cx="10074975" cy="4749970"/>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a:lnSpc>
                <a:spcPct val="100000"/>
              </a:lnSpc>
              <a:spcBef>
                <a:spcPct val="0"/>
              </a:spcBef>
              <a:spcAft>
                <a:spcPct val="0"/>
              </a:spcAft>
              <a:buClrTx/>
              <a:buSzPct val="90000"/>
              <a:buFontTx/>
              <a:buNone/>
              <a:defRPr/>
            </a:pPr>
            <a:endParaRPr lang="en-US" sz="1800" b="0" i="0" u="none" strike="noStrike" cap="none" spc="0">
              <a:ln>
                <a:noFill/>
              </a:ln>
              <a:solidFill>
                <a:srgbClr val="000000"/>
              </a:solidFill>
              <a:latin typeface="Segoe UI"/>
              <a:ea typeface="+mn-ea"/>
              <a:cs typeface="Segoe UI"/>
            </a:endParaRPr>
          </a:p>
        </p:txBody>
      </p:sp>
      <p:sp>
        <p:nvSpPr>
          <p:cNvPr id="423132257" name="Title 1"/>
          <p:cNvSpPr>
            <a:spLocks noGrp="1"/>
          </p:cNvSpPr>
          <p:nvPr>
            <p:ph type="title"/>
          </p:nvPr>
        </p:nvSpPr>
        <p:spPr bwMode="auto">
          <a:xfrm>
            <a:off x="588262" y="585216"/>
            <a:ext cx="8193024" cy="369332"/>
          </a:xfrm>
        </p:spPr>
        <p:txBody>
          <a:bodyPr/>
          <a:lstStyle>
            <a:lvl1pPr>
              <a:defRPr sz="2400" b="0" i="0">
                <a:solidFill>
                  <a:schemeClr val="tx1"/>
                </a:solidFill>
                <a:latin typeface="+mj-lt"/>
                <a:cs typeface="Segoe UI Semibold"/>
              </a:defRPr>
            </a:lvl1pPr>
          </a:lstStyle>
          <a:p>
            <a:pPr>
              <a:defRPr/>
            </a:pPr>
            <a:r>
              <a:rPr lang="en-US"/>
              <a:t>Click to edit Master title style</a:t>
            </a:r>
            <a:endParaRPr/>
          </a:p>
        </p:txBody>
      </p:sp>
      <p:sp>
        <p:nvSpPr>
          <p:cNvPr id="49065992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067249553" name="Text Placeholder 11"/>
          <p:cNvSpPr>
            <a:spLocks noGrp="1"/>
          </p:cNvSpPr>
          <p:nvPr>
            <p:ph type="body" sz="quarter" idx="17"/>
          </p:nvPr>
        </p:nvSpPr>
        <p:spPr bwMode="auto">
          <a:xfrm>
            <a:off x="1235075" y="1594151"/>
            <a:ext cx="8778782" cy="399973"/>
          </a:xfrm>
          <a:prstGeom prst="rect">
            <a:avLst/>
          </a:prstGeom>
        </p:spPr>
        <p:txBody>
          <a:bodyPr anchor="t"/>
          <a:lstStyle>
            <a:lvl1pPr marL="0" indent="0">
              <a:spcBef>
                <a:spcPct val="0"/>
              </a:spcBef>
              <a:buNone/>
              <a:defRPr lang="en-US" sz="1400" spc="0">
                <a:solidFill>
                  <a:schemeClr val="tx1"/>
                </a:solidFill>
                <a:latin typeface="+mj-lt"/>
                <a:ea typeface="+mn-ea"/>
                <a:cs typeface="Segoe UI"/>
              </a:defRPr>
            </a:lvl1pPr>
          </a:lstStyle>
          <a:p>
            <a:pPr lvl="0">
              <a:defRPr/>
            </a:pPr>
            <a:r>
              <a:rPr lang="en-US"/>
              <a:t>Click to edit Master text styles</a:t>
            </a:r>
            <a:endParaRPr/>
          </a:p>
          <a:p>
            <a:pPr lvl="0">
              <a:defRPr/>
            </a:pPr>
            <a:endParaRPr lang="en-US"/>
          </a:p>
        </p:txBody>
      </p:sp>
      <p:sp>
        <p:nvSpPr>
          <p:cNvPr id="782901624" name="Text Placeholder 3"/>
          <p:cNvSpPr>
            <a:spLocks noGrp="1"/>
          </p:cNvSpPr>
          <p:nvPr>
            <p:ph type="body" sz="quarter" idx="15"/>
          </p:nvPr>
        </p:nvSpPr>
        <p:spPr bwMode="auto">
          <a:xfrm>
            <a:off x="1237265" y="1994124"/>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grpSp>
        <p:nvGrpSpPr>
          <p:cNvPr id="1557068889" name="Group 6"/>
          <p:cNvGrpSpPr/>
          <p:nvPr userDrawn="1"/>
        </p:nvGrpSpPr>
        <p:grpSpPr>
          <a:xfrm>
            <a:off x="10107938" y="893763"/>
            <a:ext cx="1110600" cy="1110600"/>
            <a:chOff x="5540700" y="2116300"/>
            <a:chExt cx="1110600" cy="1110600"/>
          </a:xfrm>
        </p:grpSpPr>
        <p:sp>
          <p:nvSpPr>
            <p:cNvPr id="8" name="Oval 7"/>
            <p:cNvSpPr/>
            <p:nvPr/>
          </p:nvSpPr>
          <p:spPr bwMode="auto">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a:lnSpc>
                  <a:spcPct val="100000"/>
                </a:lnSpc>
                <a:spcBef>
                  <a:spcPct val="0"/>
                </a:spcBef>
                <a:spcAft>
                  <a:spcPct val="0"/>
                </a:spcAft>
                <a:buClrTx/>
                <a:buSzTx/>
                <a:buFontTx/>
                <a:buNone/>
                <a:defRPr/>
              </a:pPr>
              <a:endParaRPr lang="en-US" sz="1800" b="0" i="0" u="none" strike="noStrike" cap="none" spc="0">
                <a:ln>
                  <a:noFill/>
                </a:ln>
                <a:solidFill>
                  <a:srgbClr val="FFFFFF"/>
                </a:solidFill>
                <a:latin typeface="Segoe UI"/>
                <a:ea typeface="+mn-ea"/>
                <a:cs typeface="+mn-cs"/>
              </a:endParaRPr>
            </a:p>
          </p:txBody>
        </p:sp>
        <p:pic>
          <p:nvPicPr>
            <p:cNvPr id="9" name="Picture 8"/>
            <p:cNvPicPr/>
            <p:nvPr/>
          </p:nvPicPr>
          <p:blipFill>
            <a:blip r:embed="rId2"/>
            <a:stretch>
              <a:fillRect/>
            </a:stretch>
          </p:blipFill>
          <p:spPr bwMode="auto">
            <a:xfrm>
              <a:off x="5749602" y="2325202"/>
              <a:ext cx="692796" cy="692796"/>
            </a:xfrm>
            <a:prstGeom prst="rect">
              <a:avLst/>
            </a:prstGeom>
            <a:noFill/>
          </p:spPr>
        </p:pic>
      </p:grpSp>
      <p:sp>
        <p:nvSpPr>
          <p:cNvPr id="209254441" name="Text Placeholder 11"/>
          <p:cNvSpPr>
            <a:spLocks noGrp="1"/>
          </p:cNvSpPr>
          <p:nvPr>
            <p:ph type="body" sz="quarter" idx="20"/>
          </p:nvPr>
        </p:nvSpPr>
        <p:spPr bwMode="auto">
          <a:xfrm>
            <a:off x="1235075" y="4492432"/>
            <a:ext cx="8778782" cy="406322"/>
          </a:xfrm>
          <a:prstGeom prst="rect">
            <a:avLst/>
          </a:prstGeom>
        </p:spPr>
        <p:txBody>
          <a:bodyPr anchor="t"/>
          <a:lstStyle>
            <a:lvl1pPr marL="0" indent="0">
              <a:spcBef>
                <a:spcPct val="0"/>
              </a:spcBef>
              <a:buNone/>
              <a:defRPr sz="1400">
                <a:solidFill>
                  <a:schemeClr val="tx1"/>
                </a:solidFill>
                <a:latin typeface="+mj-lt"/>
              </a:defRPr>
            </a:lvl1pPr>
          </a:lstStyle>
          <a:p>
            <a:pPr lvl="0">
              <a:defRPr/>
            </a:pPr>
            <a:r>
              <a:rPr lang="en-US"/>
              <a:t>Click to edit Master text styles</a:t>
            </a:r>
            <a:endParaRPr/>
          </a:p>
        </p:txBody>
      </p:sp>
      <p:sp>
        <p:nvSpPr>
          <p:cNvPr id="2094262434" name="Text Placeholder 3"/>
          <p:cNvSpPr>
            <a:spLocks noGrp="1"/>
          </p:cNvSpPr>
          <p:nvPr>
            <p:ph type="body" sz="quarter" idx="21"/>
          </p:nvPr>
        </p:nvSpPr>
        <p:spPr bwMode="auto">
          <a:xfrm>
            <a:off x="1237265" y="4898755"/>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2052317594" name="Text Placeholder 11"/>
          <p:cNvSpPr>
            <a:spLocks noGrp="1"/>
          </p:cNvSpPr>
          <p:nvPr>
            <p:ph type="body" sz="quarter" idx="22"/>
          </p:nvPr>
        </p:nvSpPr>
        <p:spPr bwMode="auto">
          <a:xfrm>
            <a:off x="1235075" y="3042690"/>
            <a:ext cx="8778782" cy="406323"/>
          </a:xfrm>
          <a:prstGeom prst="rect">
            <a:avLst/>
          </a:prstGeom>
        </p:spPr>
        <p:txBody>
          <a:bodyPr anchor="t"/>
          <a:lstStyle>
            <a:lvl1pPr marL="0" indent="0">
              <a:spcBef>
                <a:spcPct val="0"/>
              </a:spcBef>
              <a:buNone/>
              <a:defRPr lang="en-US" sz="1400" spc="0">
                <a:solidFill>
                  <a:schemeClr val="tx1"/>
                </a:solidFill>
                <a:latin typeface="+mj-lt"/>
                <a:ea typeface="+mn-ea"/>
                <a:cs typeface="Segoe UI"/>
              </a:defRPr>
            </a:lvl1pPr>
          </a:lstStyle>
          <a:p>
            <a:pPr lvl="0">
              <a:defRPr/>
            </a:pPr>
            <a:r>
              <a:rPr lang="en-US"/>
              <a:t>Click to edit Master text styles</a:t>
            </a:r>
            <a:endParaRPr/>
          </a:p>
          <a:p>
            <a:pPr lvl="0">
              <a:defRPr/>
            </a:pPr>
            <a:endParaRPr lang="en-US"/>
          </a:p>
        </p:txBody>
      </p:sp>
      <p:sp>
        <p:nvSpPr>
          <p:cNvPr id="506860831" name="Text Placeholder 3"/>
          <p:cNvSpPr>
            <a:spLocks noGrp="1"/>
          </p:cNvSpPr>
          <p:nvPr>
            <p:ph type="body" sz="quarter" idx="23"/>
          </p:nvPr>
        </p:nvSpPr>
        <p:spPr bwMode="auto">
          <a:xfrm>
            <a:off x="1237265" y="3449013"/>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9" Type="http://schemas.openxmlformats.org/officeDocument/2006/relationships/slideLayout" Target="../slideLayouts/slideLayout50.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42" Type="http://schemas.openxmlformats.org/officeDocument/2006/relationships/slideLayout" Target="../slideLayouts/slideLayout53.xml"/><Relationship Id="rId47" Type="http://schemas.openxmlformats.org/officeDocument/2006/relationships/slideLayout" Target="../slideLayouts/slideLayout58.xml"/><Relationship Id="rId50" Type="http://schemas.openxmlformats.org/officeDocument/2006/relationships/slideLayout" Target="../slideLayouts/slideLayout61.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9" Type="http://schemas.openxmlformats.org/officeDocument/2006/relationships/slideLayout" Target="../slideLayouts/slideLayout40.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40" Type="http://schemas.openxmlformats.org/officeDocument/2006/relationships/slideLayout" Target="../slideLayouts/slideLayout51.xml"/><Relationship Id="rId45" Type="http://schemas.openxmlformats.org/officeDocument/2006/relationships/slideLayout" Target="../slideLayouts/slideLayout56.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49" Type="http://schemas.openxmlformats.org/officeDocument/2006/relationships/slideLayout" Target="../slideLayouts/slideLayout60.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4" Type="http://schemas.openxmlformats.org/officeDocument/2006/relationships/slideLayout" Target="../slideLayouts/slideLayout55.xml"/><Relationship Id="rId52"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43" Type="http://schemas.openxmlformats.org/officeDocument/2006/relationships/slideLayout" Target="../slideLayouts/slideLayout54.xml"/><Relationship Id="rId48" Type="http://schemas.openxmlformats.org/officeDocument/2006/relationships/slideLayout" Target="../slideLayouts/slideLayout59.xml"/><Relationship Id="rId8" Type="http://schemas.openxmlformats.org/officeDocument/2006/relationships/slideLayout" Target="../slideLayouts/slideLayout19.xml"/><Relationship Id="rId51" Type="http://schemas.openxmlformats.org/officeDocument/2006/relationships/slideLayout" Target="../slideLayouts/slideLayout62.xml"/><Relationship Id="rId3" Type="http://schemas.openxmlformats.org/officeDocument/2006/relationships/slideLayout" Target="../slideLayouts/slideLayout14.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46" Type="http://schemas.openxmlformats.org/officeDocument/2006/relationships/slideLayout" Target="../slideLayouts/slideLayout57.xml"/><Relationship Id="rId20" Type="http://schemas.openxmlformats.org/officeDocument/2006/relationships/slideLayout" Target="../slideLayouts/slideLayout31.xml"/><Relationship Id="rId41" Type="http://schemas.openxmlformats.org/officeDocument/2006/relationships/slideLayout" Target="../slideLayouts/slideLayout52.xml"/><Relationship Id="rId1" Type="http://schemas.openxmlformats.org/officeDocument/2006/relationships/slideLayout" Target="../slideLayouts/slideLayout12.xml"/><Relationship Id="rId6"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551338170" name="Title Placeholder 1"/>
          <p:cNvSpPr>
            <a:spLocks noGrp="1"/>
          </p:cNvSpPr>
          <p:nvPr>
            <p:ph type="title"/>
          </p:nvPr>
        </p:nvSpPr>
        <p:spPr bwMode="auto">
          <a:xfrm>
            <a:off x="457200" y="411480"/>
            <a:ext cx="11222610" cy="515442"/>
          </a:xfrm>
          <a:prstGeom prst="rect">
            <a:avLst/>
          </a:prstGeom>
        </p:spPr>
        <p:txBody>
          <a:bodyPr vert="horz" lIns="0" tIns="0" rIns="0" bIns="0" rtlCol="0" anchor="ctr">
            <a:noAutofit/>
          </a:bodyPr>
          <a:lstStyle/>
          <a:p>
            <a:pPr>
              <a:defRPr/>
            </a:pPr>
            <a:r>
              <a:rPr lang="en-US"/>
              <a:t>Click to edit Master title style</a:t>
            </a:r>
            <a:endParaRPr/>
          </a:p>
        </p:txBody>
      </p:sp>
      <p:sp>
        <p:nvSpPr>
          <p:cNvPr id="1567617652" name="Text Placeholder 2"/>
          <p:cNvSpPr>
            <a:spLocks noGrp="1"/>
          </p:cNvSpPr>
          <p:nvPr>
            <p:ph type="body" idx="1"/>
          </p:nvPr>
        </p:nvSpPr>
        <p:spPr bwMode="auto">
          <a:xfrm>
            <a:off x="457200" y="1150403"/>
            <a:ext cx="11222610" cy="4351338"/>
          </a:xfrm>
          <a:prstGeom prst="rect">
            <a:avLst/>
          </a:prstGeom>
        </p:spPr>
        <p:txBody>
          <a:bodyPr vert="horz" lIns="0" tIns="0" rIns="0" bIns="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427067632" name="TextBox 6"/>
          <p:cNvSpPr txBox="1"/>
          <p:nvPr userDrawn="1"/>
        </p:nvSpPr>
        <p:spPr bwMode="auto">
          <a:xfrm>
            <a:off x="457200" y="6411853"/>
            <a:ext cx="5463540" cy="169277"/>
          </a:xfrm>
          <a:prstGeom prst="rect">
            <a:avLst/>
          </a:prstGeom>
          <a:noFill/>
        </p:spPr>
        <p:txBody>
          <a:bodyPr wrap="square" lIns="0" tIns="0" rIns="0" bIns="0">
            <a:spAutoFit/>
          </a:bodyPr>
          <a:lstStyle/>
          <a:p>
            <a:pPr defTabSz="932563">
              <a:defRPr/>
            </a:pPr>
            <a:r>
              <a:rPr lang="es-ES" sz="1100" b="0" i="0" strike="noStrike" cap="none" baseline="0" dirty="0">
                <a:solidFill>
                  <a:srgbClr val="000000"/>
                </a:solidFill>
                <a:effectLst/>
                <a:latin typeface="Segoe UI"/>
                <a:ea typeface="Segoe UI"/>
                <a:cs typeface="Segoe UI"/>
              </a:rPr>
              <a:t>© Copyright Microsoft </a:t>
            </a:r>
            <a:r>
              <a:rPr lang="es-ES" sz="1100" b="0" i="0" strike="noStrike" cap="none" baseline="0" dirty="0" err="1">
                <a:solidFill>
                  <a:srgbClr val="000000"/>
                </a:solidFill>
                <a:effectLst/>
                <a:latin typeface="Segoe UI"/>
                <a:ea typeface="Segoe UI"/>
                <a:cs typeface="Segoe UI"/>
              </a:rPr>
              <a:t>Corporation</a:t>
            </a:r>
            <a:r>
              <a:rPr lang="es-ES" sz="1100" b="0" i="0" strike="noStrike" cap="none" baseline="0" dirty="0">
                <a:solidFill>
                  <a:srgbClr val="000000"/>
                </a:solidFill>
                <a:effectLst/>
                <a:latin typeface="Segoe UI"/>
                <a:ea typeface="Segoe UI"/>
                <a:cs typeface="Segoe UI"/>
              </a:rPr>
              <a:t>. Todos los derechos reservados.</a:t>
            </a:r>
            <a:endParaRPr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lvl1pPr algn="l" defTabSz="914400" rtl="0">
        <a:lnSpc>
          <a:spcPct val="90000"/>
        </a:lnSpc>
        <a:spcBef>
          <a:spcPct val="0"/>
        </a:spcBef>
        <a:buNone/>
        <a:defRPr sz="3200">
          <a:solidFill>
            <a:schemeClr val="tx1"/>
          </a:solidFill>
          <a:latin typeface="Segoe UI Semibold"/>
          <a:ea typeface="+mj-ea"/>
          <a:cs typeface="Segoe UI Semibold"/>
        </a:defRPr>
      </a:lvl1pPr>
    </p:titleStyle>
    <p:bodyStyle>
      <a:lvl1pPr marL="228600" indent="-228600" algn="l" defTabSz="914400" rtl="0">
        <a:lnSpc>
          <a:spcPct val="100000"/>
        </a:lnSpc>
        <a:spcBef>
          <a:spcPct val="0"/>
        </a:spcBef>
        <a:buFont typeface="Arial"/>
        <a:buChar char="•"/>
        <a:defRPr sz="2800">
          <a:solidFill>
            <a:schemeClr val="tx1"/>
          </a:solidFill>
          <a:latin typeface="Segoe UI"/>
          <a:ea typeface="+mn-ea"/>
          <a:cs typeface="Segoe UI"/>
        </a:defRPr>
      </a:lvl1pPr>
      <a:lvl2pPr marL="574675" indent="-234950" algn="l" defTabSz="914400" rtl="0">
        <a:lnSpc>
          <a:spcPct val="100000"/>
        </a:lnSpc>
        <a:spcBef>
          <a:spcPct val="0"/>
        </a:spcBef>
        <a:buFont typeface="Arial"/>
        <a:buChar char="•"/>
        <a:defRPr sz="2400">
          <a:solidFill>
            <a:schemeClr val="tx1"/>
          </a:solidFill>
          <a:latin typeface="Segoe UI"/>
          <a:ea typeface="+mn-ea"/>
          <a:cs typeface="Segoe UI"/>
        </a:defRPr>
      </a:lvl2pPr>
      <a:lvl3pPr marL="914400" indent="-227013" algn="l" defTabSz="914400" rtl="0">
        <a:lnSpc>
          <a:spcPct val="100000"/>
        </a:lnSpc>
        <a:spcBef>
          <a:spcPct val="0"/>
        </a:spcBef>
        <a:buFont typeface="Arial"/>
        <a:buChar char="•"/>
        <a:defRPr sz="2000">
          <a:solidFill>
            <a:schemeClr val="tx1"/>
          </a:solidFill>
          <a:latin typeface="Segoe UI"/>
          <a:ea typeface="+mn-ea"/>
          <a:cs typeface="Segoe UI"/>
        </a:defRPr>
      </a:lvl3pPr>
      <a:lvl4pPr marL="1141413" indent="-169862" algn="l" defTabSz="914400" rtl="0">
        <a:lnSpc>
          <a:spcPct val="100000"/>
        </a:lnSpc>
        <a:spcBef>
          <a:spcPct val="0"/>
        </a:spcBef>
        <a:buFont typeface="Arial"/>
        <a:buChar char="•"/>
        <a:defRPr sz="1800">
          <a:solidFill>
            <a:schemeClr val="tx1"/>
          </a:solidFill>
          <a:latin typeface="Segoe UI"/>
          <a:ea typeface="+mn-ea"/>
          <a:cs typeface="Segoe UI"/>
        </a:defRPr>
      </a:lvl4pPr>
      <a:lvl5pPr marL="1376363" indent="-179388" algn="l" defTabSz="914400" rtl="0">
        <a:lnSpc>
          <a:spcPct val="100000"/>
        </a:lnSpc>
        <a:spcBef>
          <a:spcPct val="0"/>
        </a:spcBef>
        <a:buFont typeface="Arial"/>
        <a:buChar char="•"/>
        <a:defRPr sz="1800">
          <a:solidFill>
            <a:schemeClr val="tx1"/>
          </a:solidFill>
          <a:latin typeface="Segoe UI"/>
          <a:ea typeface="+mn-ea"/>
          <a:cs typeface="Segoe UI"/>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1139362887" name="GRID" hidden="1"/>
          <p:cNvGrpSpPr/>
          <p:nvPr userDrawn="1"/>
        </p:nvGrpSpPr>
        <p:grpSpPr>
          <a:xfrm>
            <a:off x="0" y="0"/>
            <a:ext cx="12192000" cy="6858000"/>
            <a:chOff x="0" y="0"/>
            <a:chExt cx="12192000" cy="6858000"/>
          </a:xfrm>
        </p:grpSpPr>
        <p:cxnSp>
          <p:nvCxnSpPr>
            <p:cNvPr id="7" name="Straight Connector 6"/>
            <p:cNvCxnSpPr/>
            <p:nvPr/>
          </p:nvCxnSpPr>
          <p:spPr bwMode="auto">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auto">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auto">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auto">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auto">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auto">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auto">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auto">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auto">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auto">
            <a:xfrm flipH="1">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auto">
            <a:xfrm flipH="1">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auto">
            <a:xfrm flipH="1">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auto">
            <a:xfrm flipH="1">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auto">
            <a:xfrm flipH="1">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auto">
            <a:xfrm flipH="1">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auto">
            <a:xfrm flipH="1">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auto">
            <a:xfrm flipH="1">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auto">
            <a:xfrm flipH="1">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auto">
            <a:xfrm flipH="1">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auto">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auto">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auto">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auto">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auto">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auto">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auto">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userDrawn="1"/>
          </p:nvCxnSpPr>
          <p:spPr bwMode="auto">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userDrawn="1"/>
          </p:nvCxnSpPr>
          <p:spPr bwMode="auto">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userDrawn="1"/>
          </p:nvCxnSpPr>
          <p:spPr bwMode="auto">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userDrawn="1"/>
          </p:nvCxnSpPr>
          <p:spPr bwMode="auto">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userDrawn="1"/>
          </p:nvCxnSpPr>
          <p:spPr bwMode="auto">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userDrawn="1"/>
          </p:nvCxnSpPr>
          <p:spPr bwMode="auto">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userDrawn="1"/>
          </p:nvCxnSpPr>
          <p:spPr bwMode="auto">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userDrawn="1"/>
          </p:nvCxnSpPr>
          <p:spPr bwMode="auto">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1032596493" name="Title Placeholder 1"/>
          <p:cNvSpPr>
            <a:spLocks noGrp="1"/>
          </p:cNvSpPr>
          <p:nvPr userDrawn="1">
            <p:ph type="title"/>
          </p:nvPr>
        </p:nvSpPr>
        <p:spPr bwMode="auto">
          <a:xfrm>
            <a:off x="588263" y="585216"/>
            <a:ext cx="10430257" cy="307777"/>
          </a:xfrm>
          <a:prstGeom prst="rect">
            <a:avLst/>
          </a:prstGeom>
        </p:spPr>
        <p:txBody>
          <a:bodyPr vert="horz" wrap="square" lIns="0" tIns="0" rIns="0" bIns="0" rtlCol="0" anchor="t">
            <a:spAutoFit/>
          </a:bodyPr>
          <a:lstStyle/>
          <a:p>
            <a:pPr>
              <a:defRPr/>
            </a:pPr>
            <a:r>
              <a:rPr lang="en-US"/>
              <a:t>Click to edit Master title style</a:t>
            </a:r>
            <a:endParaRPr/>
          </a:p>
        </p:txBody>
      </p:sp>
      <p:sp>
        <p:nvSpPr>
          <p:cNvPr id="614890441" name="Text Placeholder 3"/>
          <p:cNvSpPr>
            <a:spLocks noGrp="1"/>
          </p:cNvSpPr>
          <p:nvPr>
            <p:ph type="body" idx="1"/>
          </p:nvPr>
        </p:nvSpPr>
        <p:spPr bwMode="auto">
          <a:xfrm>
            <a:off x="584200" y="1591056"/>
            <a:ext cx="10426700" cy="726353"/>
          </a:xfrm>
          <a:prstGeom prst="rect">
            <a:avLst/>
          </a:prstGeom>
        </p:spPr>
        <p:txBody>
          <a:bodyPr vert="horz" wrap="square" lIns="0" tIns="0" rIns="0" bIns="0" rtlCol="0">
            <a:spAutoFit/>
          </a:body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93364423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Lst>
  <p:transition/>
  <p:hf sldNum="0" hdr="0" dt="0"/>
  <p:txStyles>
    <p:titleStyle>
      <a:lvl1pPr algn="l" defTabSz="932742" rtl="0">
        <a:lnSpc>
          <a:spcPct val="100000"/>
        </a:lnSpc>
        <a:spcBef>
          <a:spcPct val="0"/>
        </a:spcBef>
        <a:buNone/>
        <a:defRPr lang="en-US" sz="2000" b="0" cap="none" spc="0">
          <a:ln w="3175">
            <a:noFill/>
          </a:ln>
          <a:solidFill>
            <a:schemeClr val="tx1"/>
          </a:solidFill>
          <a:latin typeface="+mj-lt"/>
          <a:ea typeface="+mn-ea"/>
          <a:cs typeface="Segoe UI"/>
        </a:defRPr>
      </a:lvl1pPr>
    </p:titleStyle>
    <p:bodyStyle>
      <a:lvl1pPr marL="137160" marR="0" indent="-137160" algn="l" defTabSz="932742" rtl="0">
        <a:lnSpc>
          <a:spcPct val="100000"/>
        </a:lnSpc>
        <a:spcBef>
          <a:spcPct val="0"/>
        </a:spcBef>
        <a:spcAft>
          <a:spcPct val="0"/>
        </a:spcAft>
        <a:buClrTx/>
        <a:buSzPct val="90000"/>
        <a:buFont typeface="Arial"/>
        <a:buChar char="•"/>
        <a:defRPr sz="1600" spc="0">
          <a:solidFill>
            <a:schemeClr val="tx1"/>
          </a:solidFill>
          <a:latin typeface="+mn-lt"/>
          <a:ea typeface="+mn-ea"/>
          <a:cs typeface="Segoe UI"/>
        </a:defRPr>
      </a:lvl1pPr>
      <a:lvl2pPr marL="265176" marR="0" indent="-109728" algn="l" defTabSz="932742" rtl="0">
        <a:lnSpc>
          <a:spcPct val="100000"/>
        </a:lnSpc>
        <a:spcBef>
          <a:spcPct val="0"/>
        </a:spcBef>
        <a:spcAft>
          <a:spcPct val="0"/>
        </a:spcAft>
        <a:buClrTx/>
        <a:buSzPct val="90000"/>
        <a:buFont typeface="Arial"/>
        <a:buChar char="•"/>
        <a:defRPr sz="1400" spc="0">
          <a:solidFill>
            <a:schemeClr val="tx1"/>
          </a:solidFill>
          <a:latin typeface="+mn-lt"/>
          <a:ea typeface="+mn-ea"/>
          <a:cs typeface="+mn-cs"/>
        </a:defRPr>
      </a:lvl2pPr>
      <a:lvl3pPr marL="384048" marR="0" indent="-118872" algn="l" defTabSz="932742" rtl="0">
        <a:lnSpc>
          <a:spcPct val="100000"/>
        </a:lnSpc>
        <a:spcBef>
          <a:spcPct val="0"/>
        </a:spcBef>
        <a:spcAft>
          <a:spcPct val="0"/>
        </a:spcAft>
        <a:buClrTx/>
        <a:buSzPct val="90000"/>
        <a:buFont typeface="Arial"/>
        <a:buChar char="•"/>
        <a:defRPr sz="1200" spc="0">
          <a:solidFill>
            <a:schemeClr val="tx1"/>
          </a:solidFill>
          <a:latin typeface="+mn-lt"/>
          <a:ea typeface="+mn-ea"/>
          <a:cs typeface="+mn-cs"/>
        </a:defRPr>
      </a:lvl3pPr>
      <a:lvl4pPr marL="842963" marR="0" indent="-180975" algn="l" defTabSz="932742" rtl="0">
        <a:lnSpc>
          <a:spcPct val="100000"/>
        </a:lnSpc>
        <a:spcBef>
          <a:spcPct val="0"/>
        </a:spcBef>
        <a:spcAft>
          <a:spcPct val="0"/>
        </a:spcAft>
        <a:buClrTx/>
        <a:buSzPct val="90000"/>
        <a:buFont typeface="Wingdings"/>
        <a:buChar char=""/>
        <a:defRPr sz="1000" spc="0">
          <a:gradFill>
            <a:gsLst>
              <a:gs pos="1250">
                <a:schemeClr val="tx1"/>
              </a:gs>
              <a:gs pos="100000">
                <a:schemeClr val="tx1"/>
              </a:gs>
            </a:gsLst>
            <a:lin ang="5400000" scaled="0"/>
          </a:gradFill>
          <a:latin typeface="+mn-lt"/>
          <a:ea typeface="+mn-ea"/>
          <a:cs typeface="+mn-cs"/>
        </a:defRPr>
      </a:lvl4pPr>
      <a:lvl5pPr marL="1023938" marR="0" indent="-168275" algn="l" defTabSz="932742" rtl="0">
        <a:lnSpc>
          <a:spcPct val="100000"/>
        </a:lnSpc>
        <a:spcBef>
          <a:spcPct val="0"/>
        </a:spcBef>
        <a:spcAft>
          <a:spcPct val="0"/>
        </a:spcAft>
        <a:buClrTx/>
        <a:buSzPct val="90000"/>
        <a:buFont typeface="Wingdings"/>
        <a:buChar char=""/>
        <a:defRPr sz="800" spc="0">
          <a:gradFill>
            <a:gsLst>
              <a:gs pos="1250">
                <a:schemeClr val="tx1"/>
              </a:gs>
              <a:gs pos="100000">
                <a:schemeClr val="tx1"/>
              </a:gs>
            </a:gsLst>
            <a:lin ang="5400000" scaled="0"/>
          </a:gradFill>
          <a:latin typeface="+mn-lt"/>
          <a:ea typeface="+mn-ea"/>
          <a:cs typeface="+mn-cs"/>
        </a:defRPr>
      </a:lvl5pPr>
      <a:lvl6pPr marL="2565040" indent="-233186" algn="l" defTabSz="932742" rtl="0">
        <a:spcBef>
          <a:spcPct val="0"/>
        </a:spcBef>
        <a:buFont typeface="Arial"/>
        <a:buChar char="•"/>
        <a:defRPr sz="2000">
          <a:solidFill>
            <a:schemeClr val="tx1"/>
          </a:solidFill>
          <a:latin typeface="+mn-lt"/>
          <a:ea typeface="+mn-ea"/>
          <a:cs typeface="+mn-cs"/>
        </a:defRPr>
      </a:lvl6pPr>
      <a:lvl7pPr marL="3031412" indent="-233186" algn="l" defTabSz="932742" rtl="0">
        <a:spcBef>
          <a:spcPct val="0"/>
        </a:spcBef>
        <a:buFont typeface="Arial"/>
        <a:buChar char="•"/>
        <a:defRPr sz="2000">
          <a:solidFill>
            <a:schemeClr val="tx1"/>
          </a:solidFill>
          <a:latin typeface="+mn-lt"/>
          <a:ea typeface="+mn-ea"/>
          <a:cs typeface="+mn-cs"/>
        </a:defRPr>
      </a:lvl7pPr>
      <a:lvl8pPr marL="3497783" indent="-233186" algn="l" defTabSz="932742" rtl="0">
        <a:spcBef>
          <a:spcPct val="0"/>
        </a:spcBef>
        <a:buFont typeface="Arial"/>
        <a:buChar char="•"/>
        <a:defRPr sz="2000">
          <a:solidFill>
            <a:schemeClr val="tx1"/>
          </a:solidFill>
          <a:latin typeface="+mn-lt"/>
          <a:ea typeface="+mn-ea"/>
          <a:cs typeface="+mn-cs"/>
        </a:defRPr>
      </a:lvl8pPr>
      <a:lvl9pPr marL="3964155" indent="-233186" algn="l" defTabSz="932742" rtl="0">
        <a:spcBef>
          <a:spcPct val="0"/>
        </a:spcBef>
        <a:buFont typeface="Arial"/>
        <a:buChar char="•"/>
        <a:defRPr sz="2000">
          <a:solidFill>
            <a:schemeClr val="tx1"/>
          </a:solidFill>
          <a:latin typeface="+mn-lt"/>
          <a:ea typeface="+mn-ea"/>
          <a:cs typeface="+mn-cs"/>
        </a:defRPr>
      </a:lvl9pPr>
    </p:bodyStyle>
    <p:otherStyle>
      <a:defPPr>
        <a:defRPr lang="en-US"/>
      </a:defPPr>
      <a:lvl1pPr marL="0" algn="l" defTabSz="932742" rtl="0">
        <a:defRPr sz="1800">
          <a:solidFill>
            <a:schemeClr val="tx1"/>
          </a:solidFill>
          <a:latin typeface="+mn-lt"/>
          <a:ea typeface="+mn-ea"/>
          <a:cs typeface="+mn-cs"/>
        </a:defRPr>
      </a:lvl1pPr>
      <a:lvl2pPr marL="466371" algn="l" defTabSz="932742" rtl="0">
        <a:defRPr sz="1800">
          <a:solidFill>
            <a:schemeClr val="tx1"/>
          </a:solidFill>
          <a:latin typeface="+mn-lt"/>
          <a:ea typeface="+mn-ea"/>
          <a:cs typeface="+mn-cs"/>
        </a:defRPr>
      </a:lvl2pPr>
      <a:lvl3pPr marL="932742" algn="l" defTabSz="932742" rtl="0">
        <a:defRPr sz="1800">
          <a:solidFill>
            <a:schemeClr val="tx1"/>
          </a:solidFill>
          <a:latin typeface="+mn-lt"/>
          <a:ea typeface="+mn-ea"/>
          <a:cs typeface="+mn-cs"/>
        </a:defRPr>
      </a:lvl3pPr>
      <a:lvl4pPr marL="1399113" algn="l" defTabSz="932742" rtl="0">
        <a:defRPr sz="1800">
          <a:solidFill>
            <a:schemeClr val="tx1"/>
          </a:solidFill>
          <a:latin typeface="+mn-lt"/>
          <a:ea typeface="+mn-ea"/>
          <a:cs typeface="+mn-cs"/>
        </a:defRPr>
      </a:lvl4pPr>
      <a:lvl5pPr marL="1865484" algn="l" defTabSz="932742" rtl="0">
        <a:defRPr sz="1800">
          <a:solidFill>
            <a:schemeClr val="tx1"/>
          </a:solidFill>
          <a:latin typeface="+mn-lt"/>
          <a:ea typeface="+mn-ea"/>
          <a:cs typeface="+mn-cs"/>
        </a:defRPr>
      </a:lvl5pPr>
      <a:lvl6pPr marL="2331856" algn="l" defTabSz="932742" rtl="0">
        <a:defRPr sz="1800">
          <a:solidFill>
            <a:schemeClr val="tx1"/>
          </a:solidFill>
          <a:latin typeface="+mn-lt"/>
          <a:ea typeface="+mn-ea"/>
          <a:cs typeface="+mn-cs"/>
        </a:defRPr>
      </a:lvl6pPr>
      <a:lvl7pPr marL="2798226" algn="l" defTabSz="932742" rtl="0">
        <a:defRPr sz="1800">
          <a:solidFill>
            <a:schemeClr val="tx1"/>
          </a:solidFill>
          <a:latin typeface="+mn-lt"/>
          <a:ea typeface="+mn-ea"/>
          <a:cs typeface="+mn-cs"/>
        </a:defRPr>
      </a:lvl7pPr>
      <a:lvl8pPr marL="3264597" algn="l" defTabSz="932742" rtl="0">
        <a:defRPr sz="1800">
          <a:solidFill>
            <a:schemeClr val="tx1"/>
          </a:solidFill>
          <a:latin typeface="+mn-lt"/>
          <a:ea typeface="+mn-ea"/>
          <a:cs typeface="+mn-cs"/>
        </a:defRPr>
      </a:lvl8pPr>
      <a:lvl9pPr marL="3730969" algn="l" defTabSz="932742" rtl="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hyperlink" Target="https://go.microsoft.com/fwlink/?linkid=2346552" TargetMode="External"/><Relationship Id="rId2" Type="http://schemas.openxmlformats.org/officeDocument/2006/relationships/notesSlide" Target="../notesSlides/notesSlide9.xml"/><Relationship Id="rId1" Type="http://schemas.openxmlformats.org/officeDocument/2006/relationships/slideLayout" Target="../slideLayouts/slideLayout42.xml"/><Relationship Id="rId4" Type="http://schemas.openxmlformats.org/officeDocument/2006/relationships/image" Target="../media/image20.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hyperlink" Target="https://go.microsoft.com/fwlink/?linkid=2347415" TargetMode="External"/><Relationship Id="rId2" Type="http://schemas.openxmlformats.org/officeDocument/2006/relationships/notesSlide" Target="../notesSlides/notesSlide20.xml"/><Relationship Id="rId1" Type="http://schemas.openxmlformats.org/officeDocument/2006/relationships/slideLayout" Target="../slideLayouts/slideLayout42.xml"/><Relationship Id="rId4" Type="http://schemas.openxmlformats.org/officeDocument/2006/relationships/image" Target="../media/image20.jpe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07625063" name="Title 6"/>
          <p:cNvSpPr>
            <a:spLocks noGrp="1"/>
          </p:cNvSpPr>
          <p:nvPr>
            <p:ph type="title"/>
          </p:nvPr>
        </p:nvSpPr>
        <p:spPr bwMode="auto">
          <a:xfrm>
            <a:off x="569910" y="2491740"/>
            <a:ext cx="5388930" cy="2169801"/>
          </a:xfrm>
        </p:spPr>
        <p:txBody>
          <a:bodyPr/>
          <a:lstStyle/>
          <a:p>
            <a:pPr>
              <a:defRPr/>
            </a:pPr>
            <a:r>
              <a:rPr lang="es-ES" sz="2800" b="0" i="0" strike="noStrike" cap="none" baseline="0" dirty="0">
                <a:solidFill>
                  <a:srgbClr val="000000"/>
                </a:solidFill>
                <a:effectLst/>
                <a:latin typeface="Segoe UI"/>
                <a:ea typeface="Segoe UI"/>
                <a:cs typeface="Segoe UI"/>
              </a:rPr>
              <a:t>AI-200T00A</a:t>
            </a:r>
            <a:br>
              <a:rPr sz="4000" dirty="0"/>
            </a:br>
            <a:r>
              <a:rPr lang="es-ES" sz="4000" b="0" i="0" strike="noStrike" cap="none" baseline="0" dirty="0">
                <a:solidFill>
                  <a:srgbClr val="000000"/>
                </a:solidFill>
                <a:effectLst/>
                <a:latin typeface="Segoe UI"/>
                <a:ea typeface="Segoe UI"/>
                <a:cs typeface="Segoe UI"/>
              </a:rPr>
              <a:t>Implementación del hospedaje de aplicación contenedora en Azure</a:t>
            </a:r>
            <a:endParaRPr lang="en-US"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640016" name="Title 3"/>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Agenda</a:t>
            </a:r>
            <a:endParaRPr/>
          </a:p>
        </p:txBody>
      </p:sp>
      <p:sp>
        <p:nvSpPr>
          <p:cNvPr id="384369342" name="Content Placeholder 4"/>
          <p:cNvSpPr>
            <a:spLocks noGrp="1"/>
          </p:cNvSpPr>
          <p:nvPr>
            <p:ph sz="quarter" idx="10"/>
          </p:nvPr>
        </p:nvSpPr>
        <p:spPr bwMode="auto"/>
        <p:txBody>
          <a:bodyPr/>
          <a:lstStyle/>
          <a:p>
            <a:pPr>
              <a:spcAft>
                <a:spcPts val="600"/>
              </a:spcAft>
              <a:defRPr/>
            </a:pPr>
            <a:r>
              <a:rPr lang="es-ES" sz="2800" b="0" i="0" strike="noStrike" cap="none" baseline="0">
                <a:solidFill>
                  <a:srgbClr val="000000"/>
                </a:solidFill>
                <a:effectLst/>
                <a:latin typeface="Segoe UI"/>
                <a:ea typeface="Segoe UI"/>
                <a:cs typeface="Segoe UI"/>
              </a:rPr>
              <a:t>Almacenamiento y administración de contenedores en Azure Container Registry</a:t>
            </a:r>
            <a:endParaRPr/>
          </a:p>
          <a:p>
            <a:pPr>
              <a:spcAft>
                <a:spcPts val="600"/>
              </a:spcAft>
              <a:defRPr/>
            </a:pPr>
            <a:r>
              <a:rPr lang="es-ES" sz="2800" b="0" i="0" strike="noStrike" cap="none" baseline="0">
                <a:solidFill>
                  <a:srgbClr val="000000"/>
                </a:solidFill>
                <a:effectLst/>
                <a:latin typeface="Segoe UI"/>
                <a:ea typeface="Segoe UI"/>
                <a:cs typeface="Segoe UI"/>
              </a:rPr>
              <a:t>Implementación de contenedores en Azure App Service</a:t>
            </a:r>
            <a:endParaRPr lang="en-US"/>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85114717" name="Title 3"/>
          <p:cNvSpPr>
            <a:spLocks noGrp="1"/>
          </p:cNvSpPr>
          <p:nvPr>
            <p:ph type="title"/>
          </p:nvPr>
        </p:nvSpPr>
        <p:spPr bwMode="auto">
          <a:xfrm>
            <a:off x="581338" y="1256793"/>
            <a:ext cx="6473912" cy="2824439"/>
          </a:xfrm>
        </p:spPr>
        <p:txBody>
          <a:bodyPr/>
          <a:lstStyle/>
          <a:p>
            <a:pPr marL="0" lvl="0" indent="0">
              <a:buNone/>
              <a:defRPr/>
            </a:pPr>
            <a:r>
              <a:rPr lang="es-ES" sz="4100" b="0" i="0" strike="noStrike" cap="none" baseline="0">
                <a:solidFill>
                  <a:srgbClr val="000000"/>
                </a:solidFill>
                <a:effectLst/>
                <a:latin typeface="Segoe UI"/>
                <a:ea typeface="Segoe UI"/>
                <a:cs typeface="Segoe UI"/>
              </a:rPr>
              <a:t>Módulo 1: Almacenamiento y administración de contenedores en Azure Container Registry</a:t>
            </a:r>
            <a:endParaRPr sz="410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7817526" name="Title 4"/>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Objetivos de aprendizaje</a:t>
            </a:r>
            <a:endParaRPr/>
          </a:p>
        </p:txBody>
      </p:sp>
      <p:sp>
        <p:nvSpPr>
          <p:cNvPr id="1375294568" name="Content Placeholder 3"/>
          <p:cNvSpPr>
            <a:spLocks noGrp="1"/>
          </p:cNvSpPr>
          <p:nvPr>
            <p:ph sz="quarter" idx="10"/>
          </p:nvPr>
        </p:nvSpPr>
        <p:spPr bwMode="auto">
          <a:xfrm>
            <a:off x="457200" y="1235075"/>
            <a:ext cx="10431284" cy="4816475"/>
          </a:xfrm>
        </p:spPr>
        <p:txBody>
          <a:bodyPr vert="horz" lIns="0" tIns="0" rIns="0" bIns="0" rtlCol="0" anchor="t">
            <a:normAutofit/>
          </a:bodyPr>
          <a:lstStyle/>
          <a:p>
            <a:pPr>
              <a:lnSpc>
                <a:spcPct val="100000"/>
              </a:lnSpc>
              <a:spcBef>
                <a:spcPct val="0"/>
              </a:spcBef>
              <a:spcAft>
                <a:spcPts val="791"/>
              </a:spcAft>
              <a:defRPr/>
            </a:pPr>
            <a:r>
              <a:rPr lang="es-ES" sz="2400" b="0" i="0" strike="noStrike" cap="none" baseline="0">
                <a:solidFill>
                  <a:srgbClr val="000000"/>
                </a:solidFill>
                <a:effectLst/>
                <a:latin typeface="Segoe UI"/>
                <a:ea typeface="Segoe UI"/>
                <a:cs typeface="Segoe UI"/>
              </a:rPr>
              <a:t>Explicar cómo Azure Container Registry organiza las imágenes mediante registros, repositorios y artefactos.</a:t>
            </a:r>
            <a:endParaRPr sz="2400" b="0" i="0" u="none" strike="noStrike" cap="none" spc="0">
              <a:solidFill>
                <a:schemeClr val="tx1"/>
              </a:solidFill>
              <a:latin typeface="Segoe UI"/>
              <a:cs typeface="Segoe UI"/>
            </a:endParaRPr>
          </a:p>
          <a:p>
            <a:pPr>
              <a:lnSpc>
                <a:spcPct val="100000"/>
              </a:lnSpc>
              <a:spcBef>
                <a:spcPct val="0"/>
              </a:spcBef>
              <a:spcAft>
                <a:spcPts val="791"/>
              </a:spcAft>
              <a:defRPr/>
            </a:pPr>
            <a:r>
              <a:rPr lang="es-ES" sz="2400" b="0" i="0" strike="noStrike" cap="none" baseline="0">
                <a:solidFill>
                  <a:srgbClr val="000000"/>
                </a:solidFill>
                <a:effectLst/>
                <a:latin typeface="Segoe UI"/>
                <a:ea typeface="Segoe UI"/>
                <a:cs typeface="Segoe UI"/>
              </a:rPr>
              <a:t>Compilación y administración de imágenes de contenedor en la nube con ACR Tasks</a:t>
            </a:r>
            <a:endParaRPr sz="2400" b="0" i="0" u="none" strike="noStrike" cap="none" spc="0">
              <a:solidFill>
                <a:schemeClr val="tx1"/>
              </a:solidFill>
              <a:latin typeface="Segoe UI"/>
              <a:cs typeface="Segoe UI"/>
            </a:endParaRPr>
          </a:p>
          <a:p>
            <a:pPr>
              <a:lnSpc>
                <a:spcPct val="100000"/>
              </a:lnSpc>
              <a:spcBef>
                <a:spcPct val="0"/>
              </a:spcBef>
              <a:spcAft>
                <a:spcPts val="791"/>
              </a:spcAft>
              <a:defRPr/>
            </a:pPr>
            <a:r>
              <a:rPr lang="es-ES" sz="2400" b="0" i="0" strike="noStrike" cap="none" baseline="0">
                <a:solidFill>
                  <a:srgbClr val="000000"/>
                </a:solidFill>
                <a:effectLst/>
                <a:latin typeface="Segoe UI"/>
                <a:ea typeface="Segoe UI"/>
                <a:cs typeface="Segoe UI"/>
              </a:rPr>
              <a:t>Implementación de estrategias de etiquetado y control de versiones para implementaciones de contenedores confiables</a:t>
            </a:r>
            <a:endParaRPr sz="2400" b="0" i="0" u="none" strike="noStrike" cap="none" spc="0">
              <a:solidFill>
                <a:schemeClr val="tx1"/>
              </a:solidFill>
              <a:latin typeface="Segoe UI"/>
              <a:cs typeface="Segoe UI"/>
            </a:endParaRPr>
          </a:p>
          <a:p>
            <a:pPr defTabSz="932742">
              <a:lnSpc>
                <a:spcPct val="100000"/>
              </a:lnSpc>
              <a:spcBef>
                <a:spcPct val="0"/>
              </a:spcBef>
              <a:spcAft>
                <a:spcPts val="791"/>
              </a:spcAft>
              <a:defRPr/>
            </a:pPr>
            <a:r>
              <a:rPr lang="es-ES" sz="2400" b="0" i="0" strike="noStrike" cap="none" baseline="0">
                <a:solidFill>
                  <a:srgbClr val="000000"/>
                </a:solidFill>
                <a:effectLst/>
                <a:latin typeface="Segoe UI"/>
                <a:ea typeface="Segoe UI"/>
                <a:cs typeface="Segoe UI"/>
              </a:rPr>
              <a:t>Uso de la CLI de Azure para administrar imágenes de contenedor y ejecutar tareas rápidas de ACR</a:t>
            </a:r>
            <a:endParaRPr sz="2400">
              <a:latin typeface="+mn-lt"/>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3253136" name="Title 2"/>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Introducción</a:t>
            </a:r>
            <a:endParaRPr/>
          </a:p>
        </p:txBody>
      </p:sp>
      <p:sp>
        <p:nvSpPr>
          <p:cNvPr id="299590916" name="Content Placeholder 3"/>
          <p:cNvSpPr>
            <a:spLocks noGrp="1"/>
          </p:cNvSpPr>
          <p:nvPr>
            <p:ph sz="quarter" idx="10"/>
          </p:nvPr>
        </p:nvSpPr>
        <p:spPr bwMode="auto">
          <a:xfrm>
            <a:off x="457199" y="1235073"/>
            <a:ext cx="9406511" cy="4816473"/>
          </a:xfrm>
        </p:spPr>
        <p:txBody>
          <a:bodyPr vert="horz" lIns="0" tIns="0" rIns="0" bIns="0" rtlCol="0" anchor="t">
            <a:normAutofit/>
          </a:bodyPr>
          <a:lstStyle/>
          <a:p>
            <a:pPr>
              <a:lnSpc>
                <a:spcPct val="100000"/>
              </a:lnSpc>
              <a:spcBef>
                <a:spcPct val="0"/>
              </a:spcBef>
              <a:spcAft>
                <a:spcPts val="719"/>
              </a:spcAft>
              <a:defRPr/>
            </a:pPr>
            <a:r>
              <a:rPr lang="es-ES" sz="2400" b="0" i="0" strike="noStrike" cap="none" baseline="0">
                <a:solidFill>
                  <a:srgbClr val="000000"/>
                </a:solidFill>
                <a:effectLst/>
                <a:latin typeface="Segoe UI"/>
                <a:ea typeface="Segoe UI"/>
                <a:cs typeface="Segoe UI"/>
              </a:rPr>
              <a:t>Servicio administrado y privado de registro de contenedor en Azure</a:t>
            </a:r>
            <a:endParaRPr sz="2400" b="0" i="0" u="none" strike="noStrike" cap="none" spc="0">
              <a:solidFill>
                <a:schemeClr val="tx1"/>
              </a:solidFill>
              <a:latin typeface="Segoe UI"/>
              <a:cs typeface="Segoe UI"/>
            </a:endParaRPr>
          </a:p>
          <a:p>
            <a:pPr>
              <a:lnSpc>
                <a:spcPct val="100000"/>
              </a:lnSpc>
              <a:spcBef>
                <a:spcPct val="0"/>
              </a:spcBef>
              <a:spcAft>
                <a:spcPts val="719"/>
              </a:spcAft>
              <a:defRPr/>
            </a:pPr>
            <a:r>
              <a:rPr lang="es-ES" sz="2400" b="0" i="0" strike="noStrike" cap="none" baseline="0">
                <a:solidFill>
                  <a:srgbClr val="000000"/>
                </a:solidFill>
                <a:effectLst/>
                <a:latin typeface="Segoe UI"/>
                <a:ea typeface="Segoe UI"/>
                <a:cs typeface="Segoe UI"/>
              </a:rPr>
              <a:t>Almacena y distribuye imágenes de contenedor y artefactos de OCI</a:t>
            </a:r>
            <a:endParaRPr sz="2400" b="0" i="0" u="none" strike="noStrike" cap="none" spc="0">
              <a:solidFill>
                <a:schemeClr val="tx1"/>
              </a:solidFill>
              <a:latin typeface="Segoe UI"/>
              <a:cs typeface="Segoe UI"/>
            </a:endParaRPr>
          </a:p>
          <a:p>
            <a:pPr>
              <a:lnSpc>
                <a:spcPct val="100000"/>
              </a:lnSpc>
              <a:spcBef>
                <a:spcPct val="0"/>
              </a:spcBef>
              <a:spcAft>
                <a:spcPts val="719"/>
              </a:spcAft>
              <a:defRPr/>
            </a:pPr>
            <a:r>
              <a:rPr lang="es-ES" sz="2400" b="0" i="0" strike="noStrike" cap="none" baseline="0">
                <a:solidFill>
                  <a:srgbClr val="000000"/>
                </a:solidFill>
                <a:effectLst/>
                <a:latin typeface="Segoe UI"/>
                <a:ea typeface="Segoe UI"/>
                <a:cs typeface="Segoe UI"/>
              </a:rPr>
              <a:t>Integración directa con Azure Kubernetes Service, Container Apps y App Service</a:t>
            </a:r>
            <a:endParaRPr sz="2400" b="0" i="0" u="none" strike="noStrike" cap="none" spc="0">
              <a:solidFill>
                <a:schemeClr val="tx1"/>
              </a:solidFill>
              <a:latin typeface="Segoe UI"/>
              <a:cs typeface="Segoe UI"/>
            </a:endParaRPr>
          </a:p>
          <a:p>
            <a:pPr>
              <a:lnSpc>
                <a:spcPct val="100000"/>
              </a:lnSpc>
              <a:spcBef>
                <a:spcPct val="0"/>
              </a:spcBef>
              <a:spcAft>
                <a:spcPts val="719"/>
              </a:spcAft>
              <a:defRPr/>
            </a:pPr>
            <a:r>
              <a:rPr lang="es-ES" sz="2400" b="0" i="0" strike="noStrike" cap="none" baseline="0">
                <a:solidFill>
                  <a:srgbClr val="000000"/>
                </a:solidFill>
                <a:effectLst/>
                <a:latin typeface="Segoe UI"/>
                <a:ea typeface="Segoe UI"/>
                <a:cs typeface="Segoe UI"/>
              </a:rPr>
              <a:t>Es compatible con imágenes de Docker, gráficos de Helm y contenido compatible con OCI</a:t>
            </a:r>
          </a:p>
          <a:p>
            <a:pPr marL="228600" marR="0" indent="-228600" algn="l">
              <a:lnSpc>
                <a:spcPct val="100000"/>
              </a:lnSpc>
              <a:spcBef>
                <a:spcPct val="0"/>
              </a:spcBef>
              <a:spcAft>
                <a:spcPts val="718"/>
              </a:spcAft>
              <a:buChar char="•"/>
              <a:defRPr/>
            </a:pPr>
            <a:r>
              <a:rPr lang="es-ES" sz="2400" b="0" i="0" strike="noStrike" cap="none" baseline="0">
                <a:solidFill>
                  <a:srgbClr val="000000"/>
                </a:solidFill>
                <a:effectLst/>
                <a:latin typeface="Segoe UI"/>
                <a:ea typeface="Segoe UI"/>
                <a:cs typeface="Segoe UI"/>
              </a:rPr>
              <a:t>Niveles de servicio Básico, Estándar y Premium</a:t>
            </a:r>
            <a:endParaRPr lang="en-US" sz="2400" b="0" i="0" u="none" strike="noStrike" cap="none" spc="0">
              <a:solidFill>
                <a:schemeClr val="tx1"/>
              </a:solidFill>
              <a:latin typeface="Segoe UI"/>
              <a:cs typeface="Segoe UI"/>
            </a:endParaRPr>
          </a:p>
          <a:p>
            <a:pPr marL="228600" marR="0" indent="-228600" algn="l">
              <a:lnSpc>
                <a:spcPct val="100000"/>
              </a:lnSpc>
              <a:spcBef>
                <a:spcPct val="0"/>
              </a:spcBef>
              <a:spcAft>
                <a:spcPts val="718"/>
              </a:spcAft>
              <a:buChar char="•"/>
              <a:defRPr/>
            </a:pPr>
            <a:r>
              <a:rPr lang="es-ES" sz="2400" b="0" i="0" strike="noStrike" cap="none" baseline="0">
                <a:solidFill>
                  <a:srgbClr val="000000"/>
                </a:solidFill>
                <a:effectLst/>
                <a:latin typeface="Segoe UI"/>
                <a:ea typeface="Segoe UI"/>
                <a:cs typeface="Segoe UI"/>
              </a:rPr>
              <a:t>Replicación geográfica para la distribución global (nivel Premium)</a:t>
            </a:r>
            <a:endParaRPr lang="en-US" sz="2400" b="0" i="0" u="none" strike="noStrike" cap="none" spc="0">
              <a:solidFill>
                <a:schemeClr val="tx1"/>
              </a:solidFill>
              <a:latin typeface="Segoe UI"/>
              <a:cs typeface="Segoe UI"/>
            </a:endParaRPr>
          </a:p>
          <a:p>
            <a:pPr>
              <a:spcAft>
                <a:spcPts val="200"/>
              </a:spcAft>
              <a:defRPr/>
            </a:pPr>
            <a:endParaRPr lang="en-US" sz="2400"/>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104109" name="Title 1"/>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Registros, repositorios y artefactos</a:t>
            </a:r>
            <a:endParaRPr/>
          </a:p>
        </p:txBody>
      </p:sp>
      <p:pic>
        <p:nvPicPr>
          <p:cNvPr id="616289700" name="Picture 1" descr="Diagram showing the three-level ACR hierarchy: Registry provides a login server, Repository groups image versions, and Artifact holds the actual image or OCI content, with namespace support for organization&#10;"/>
          <p:cNvPicPr>
            <a:picLocks noGrp="1" noChangeAspect="1"/>
          </p:cNvPicPr>
          <p:nvPr/>
        </p:nvPicPr>
        <p:blipFill>
          <a:blip>
            <a:extLst>
              <a:ext uri="{96DAC541-7B7A-43D3-8B79-37D633B846F1}">
                <asvg:svgBlip xmlns:asvg="http://schemas.microsoft.com/office/drawing/2016/SVG/main" r:embed="rId3"/>
              </a:ext>
            </a:extLst>
          </a:blip>
          <a:stretch>
            <a:fillRect/>
          </a:stretch>
        </p:blipFill>
        <p:spPr bwMode="auto">
          <a:xfrm>
            <a:off x="512064" y="1188719"/>
            <a:ext cx="3648456" cy="4764024"/>
          </a:xfrm>
          <a:prstGeom prst="rect">
            <a:avLst/>
          </a:prstGeom>
          <a:noFill/>
          <a:ln w="9525">
            <a:noFill/>
          </a:ln>
        </p:spPr>
      </p:pic>
      <p:sp>
        <p:nvSpPr>
          <p:cNvPr id="1174345301" name="Content Placeholder 3"/>
          <p:cNvSpPr>
            <a:spLocks noGrp="1"/>
          </p:cNvSpPr>
          <p:nvPr>
            <p:ph sz="quarter" idx="10"/>
          </p:nvPr>
        </p:nvSpPr>
        <p:spPr bwMode="auto">
          <a:xfrm>
            <a:off x="5285232" y="1298448"/>
            <a:ext cx="6398259" cy="4816474"/>
          </a:xfrm>
        </p:spPr>
        <p:txBody>
          <a:bodyPr vertOverflow="overflow" horzOverflow="overflow" vert="horz" wrap="square" lIns="0" tIns="0" rIns="0" bIns="0" numCol="1" spcCol="0" rtlCol="0" fromWordArt="0" anchor="t" anchorCtr="0" forceAA="0" compatLnSpc="0">
            <a:noAutofit/>
          </a:bodyPr>
          <a:lstStyle/>
          <a:p>
            <a:pPr marL="0" marR="0" lvl="0" indent="0" algn="l">
              <a:lnSpc>
                <a:spcPct val="96000"/>
              </a:lnSpc>
              <a:spcBef>
                <a:spcPct val="0"/>
              </a:spcBef>
              <a:spcAft>
                <a:spcPts val="719"/>
              </a:spcAft>
              <a:buFont typeface="Arial"/>
              <a:buNone/>
              <a:defRPr/>
            </a:pPr>
            <a:r>
              <a:rPr lang="es-ES" sz="2200" b="0" i="0" strike="noStrike" cap="none" baseline="0">
                <a:solidFill>
                  <a:srgbClr val="000000"/>
                </a:solidFill>
                <a:effectLst/>
                <a:latin typeface="Segoe UI Semibold"/>
                <a:ea typeface="Segoe UI Semibold"/>
                <a:cs typeface="Segoe UI Semibold"/>
              </a:rPr>
              <a:t>Etiquetas, capas y manifiestos</a:t>
            </a:r>
            <a:endParaRPr sz="1800"/>
          </a:p>
          <a:p>
            <a:pPr marL="228600" marR="0" lvl="0" indent="-228600" algn="l">
              <a:lnSpc>
                <a:spcPct val="100000"/>
              </a:lnSpc>
              <a:spcBef>
                <a:spcPct val="0"/>
              </a:spcBef>
              <a:spcAft>
                <a:spcPts val="359"/>
              </a:spcAft>
              <a:defRPr/>
            </a:pPr>
            <a:r>
              <a:rPr lang="es-ES" sz="1800" b="0" i="0" strike="noStrike" cap="none" baseline="0">
                <a:solidFill>
                  <a:srgbClr val="000000"/>
                </a:solidFill>
                <a:effectLst/>
                <a:latin typeface="Segoe UI"/>
                <a:ea typeface="Segoe UI"/>
                <a:cs typeface="Segoe UI"/>
              </a:rPr>
              <a:t>Etiquetas: referencias mutables y legibles (</a:t>
            </a:r>
            <a:r>
              <a:rPr lang="es-ES" sz="1800" b="0" i="0" strike="noStrike" cap="none" baseline="0">
                <a:solidFill>
                  <a:srgbClr val="000000"/>
                </a:solidFill>
                <a:effectLst/>
                <a:latin typeface="Consolas"/>
                <a:ea typeface="Consolas"/>
                <a:cs typeface="Consolas"/>
              </a:rPr>
              <a:t>repo:tag</a:t>
            </a:r>
            <a:r>
              <a:rPr lang="es-ES" sz="1800" b="0" i="0" strike="noStrike" cap="none" baseline="0">
                <a:solidFill>
                  <a:srgbClr val="000000"/>
                </a:solidFill>
                <a:effectLst/>
                <a:latin typeface="Segoe UI"/>
                <a:ea typeface="Segoe UI"/>
                <a:cs typeface="Segoe UI"/>
              </a:rPr>
              <a:t>). Varias etiquetas pueden apuntar al mismo artefacto.</a:t>
            </a:r>
            <a:endParaRPr sz="1800" b="0" i="0" u="none" strike="noStrike" cap="none" spc="0">
              <a:solidFill>
                <a:schemeClr val="tx1"/>
              </a:solidFill>
              <a:latin typeface="Segoe UI"/>
              <a:cs typeface="Segoe UI"/>
            </a:endParaRPr>
          </a:p>
          <a:p>
            <a:pPr marL="228600" marR="0" lvl="0" indent="-228600" algn="l">
              <a:lnSpc>
                <a:spcPct val="100000"/>
              </a:lnSpc>
              <a:spcBef>
                <a:spcPct val="0"/>
              </a:spcBef>
              <a:spcAft>
                <a:spcPts val="359"/>
              </a:spcAft>
              <a:defRPr/>
            </a:pPr>
            <a:r>
              <a:rPr lang="es-ES" sz="1800" b="0" i="0" strike="noStrike" cap="none" baseline="0">
                <a:solidFill>
                  <a:srgbClr val="000000"/>
                </a:solidFill>
                <a:effectLst/>
                <a:latin typeface="Segoe UI"/>
                <a:ea typeface="Segoe UI"/>
                <a:cs typeface="Segoe UI"/>
              </a:rPr>
              <a:t>Capas: direccionables por contenido. ACR desduplica las capas compartidas entre imágenes.</a:t>
            </a:r>
            <a:endParaRPr sz="1800" b="0" i="0" u="none" strike="noStrike" cap="none" spc="0">
              <a:solidFill>
                <a:schemeClr val="tx1"/>
              </a:solidFill>
              <a:latin typeface="Segoe UI"/>
              <a:cs typeface="Segoe UI"/>
            </a:endParaRPr>
          </a:p>
          <a:p>
            <a:pPr marL="228600" marR="0" lvl="0" indent="-228600" algn="l">
              <a:lnSpc>
                <a:spcPct val="100000"/>
              </a:lnSpc>
              <a:spcBef>
                <a:spcPct val="0"/>
              </a:spcBef>
              <a:spcAft>
                <a:spcPts val="359"/>
              </a:spcAft>
              <a:defRPr/>
            </a:pPr>
            <a:r>
              <a:rPr lang="es-ES" sz="1800" b="0" i="0" strike="noStrike" cap="none" baseline="0">
                <a:solidFill>
                  <a:srgbClr val="000000"/>
                </a:solidFill>
                <a:effectLst/>
                <a:latin typeface="Segoe UI"/>
                <a:ea typeface="Segoe UI"/>
                <a:cs typeface="Segoe UI"/>
              </a:rPr>
              <a:t>Manifiestos: resumen SHA-256 inmutable (</a:t>
            </a:r>
            <a:r>
              <a:rPr lang="es-ES" sz="1800" b="0" i="0" strike="noStrike" cap="none" baseline="0">
                <a:solidFill>
                  <a:srgbClr val="000000"/>
                </a:solidFill>
                <a:effectLst/>
                <a:latin typeface="Consolas"/>
                <a:ea typeface="Consolas"/>
                <a:cs typeface="Consolas"/>
              </a:rPr>
              <a:t>sha256:abc...</a:t>
            </a:r>
            <a:r>
              <a:rPr lang="es-ES" sz="1800" b="0" i="0" strike="noStrike" cap="none" baseline="0">
                <a:solidFill>
                  <a:srgbClr val="000000"/>
                </a:solidFill>
                <a:effectLst/>
                <a:latin typeface="Segoe UI"/>
                <a:ea typeface="Segoe UI"/>
                <a:cs typeface="Segoe UI"/>
              </a:rPr>
              <a:t>). Extrae por resúmenes para garantizar la reproducibilidad.</a:t>
            </a:r>
            <a:endParaRPr sz="2000" b="0" i="0" u="none" strike="noStrike" cap="none" spc="0">
              <a:solidFill>
                <a:schemeClr val="tx1"/>
              </a:solidFill>
              <a:latin typeface="Segoe UI"/>
              <a:cs typeface="Segoe UI"/>
            </a:endParaRPr>
          </a:p>
          <a:p>
            <a:pPr marL="0" marR="0" lvl="0" indent="0" algn="l">
              <a:lnSpc>
                <a:spcPct val="96000"/>
              </a:lnSpc>
              <a:spcBef>
                <a:spcPts val="719"/>
              </a:spcBef>
              <a:spcAft>
                <a:spcPts val="719"/>
              </a:spcAft>
              <a:buFont typeface="Arial"/>
              <a:buNone/>
              <a:defRPr/>
            </a:pPr>
            <a:endParaRPr lang="en-US" sz="1800" b="0" i="0" u="none" strike="noStrike" cap="none" spc="0">
              <a:solidFill>
                <a:schemeClr val="tx1"/>
              </a:solidFill>
              <a:latin typeface="undefined"/>
              <a:cs typeface="undefined"/>
            </a:endParaRPr>
          </a:p>
          <a:p>
            <a:pPr marL="0" marR="0" lvl="0" indent="0" algn="l">
              <a:lnSpc>
                <a:spcPct val="96000"/>
              </a:lnSpc>
              <a:spcBef>
                <a:spcPts val="719"/>
              </a:spcBef>
              <a:spcAft>
                <a:spcPts val="719"/>
              </a:spcAft>
              <a:buFont typeface="Arial"/>
              <a:buNone/>
              <a:defRPr/>
            </a:pPr>
            <a:r>
              <a:rPr lang="es-ES" sz="2200" b="0" i="0" strike="noStrike" cap="none" baseline="0">
                <a:solidFill>
                  <a:srgbClr val="000000"/>
                </a:solidFill>
                <a:effectLst/>
                <a:latin typeface="Segoe UI Semibold"/>
                <a:ea typeface="Segoe UI Semibold"/>
                <a:cs typeface="Segoe UI Semibold"/>
              </a:rPr>
              <a:t>Direccionamiento de imágenes</a:t>
            </a:r>
            <a:endParaRPr lang="en-US" sz="2200" b="0" i="0" u="none" strike="noStrike" cap="none" spc="0">
              <a:solidFill>
                <a:schemeClr val="tx1"/>
              </a:solidFill>
              <a:latin typeface="Times New Roman"/>
              <a:cs typeface="Times New Roman"/>
            </a:endParaRPr>
          </a:p>
          <a:p>
            <a:pPr marL="228600" marR="0" lvl="0" indent="-228600" algn="l">
              <a:lnSpc>
                <a:spcPct val="100000"/>
              </a:lnSpc>
              <a:spcBef>
                <a:spcPct val="0"/>
              </a:spcBef>
              <a:spcAft>
                <a:spcPts val="359"/>
              </a:spcAft>
              <a:buChar char="•"/>
              <a:defRPr/>
            </a:pPr>
            <a:r>
              <a:rPr lang="es-ES" sz="1800" b="0" i="0" strike="noStrike" cap="none" baseline="0">
                <a:solidFill>
                  <a:srgbClr val="000000"/>
                </a:solidFill>
                <a:effectLst/>
                <a:latin typeface="Segoe UI"/>
                <a:ea typeface="Segoe UI"/>
                <a:cs typeface="Segoe UI"/>
              </a:rPr>
              <a:t>Por etiqueta: </a:t>
            </a:r>
            <a:r>
              <a:rPr lang="es-ES" sz="1800" b="0" i="0" strike="noStrike" cap="none" baseline="0">
                <a:solidFill>
                  <a:srgbClr val="000000"/>
                </a:solidFill>
                <a:effectLst/>
                <a:latin typeface="Consolas"/>
                <a:ea typeface="Consolas"/>
                <a:cs typeface="Consolas"/>
              </a:rPr>
              <a:t>registry.azurecr.io/api:v1.2.0</a:t>
            </a:r>
            <a:endParaRPr sz="1800" b="0" i="0" u="none" strike="noStrike" cap="none" spc="0">
              <a:solidFill>
                <a:schemeClr val="tx1"/>
              </a:solidFill>
              <a:latin typeface="Consolas"/>
              <a:cs typeface="Consolas"/>
            </a:endParaRPr>
          </a:p>
          <a:p>
            <a:pPr marL="228600" marR="0" lvl="0" indent="-228600" algn="l">
              <a:lnSpc>
                <a:spcPct val="100000"/>
              </a:lnSpc>
              <a:spcBef>
                <a:spcPct val="0"/>
              </a:spcBef>
              <a:spcAft>
                <a:spcPts val="359"/>
              </a:spcAft>
              <a:buChar char="•"/>
              <a:defRPr/>
            </a:pPr>
            <a:r>
              <a:rPr lang="es-ES" sz="1800" b="0" i="0" strike="noStrike" cap="none" baseline="0">
                <a:solidFill>
                  <a:srgbClr val="000000"/>
                </a:solidFill>
                <a:effectLst/>
                <a:latin typeface="Segoe UI"/>
                <a:ea typeface="Segoe UI"/>
                <a:cs typeface="Segoe UI"/>
              </a:rPr>
              <a:t>Por resumen: </a:t>
            </a:r>
            <a:r>
              <a:rPr lang="es-ES" sz="1800" b="0" i="0" strike="noStrike" cap="none" baseline="0">
                <a:solidFill>
                  <a:srgbClr val="000000"/>
                </a:solidFill>
                <a:effectLst/>
                <a:latin typeface="Consolas"/>
                <a:ea typeface="Consolas"/>
                <a:cs typeface="Consolas"/>
              </a:rPr>
              <a:t>registry.azurecr.io/api@sha256:0a2e...</a:t>
            </a:r>
            <a:endParaRPr sz="1200">
              <a:latin typeface="Consolas"/>
              <a:cs typeface="Consolas"/>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9285338" name="Title 1"/>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Creación y ejecución de imágenes con ACR Tasks</a:t>
            </a:r>
            <a:endParaRPr/>
          </a:p>
        </p:txBody>
      </p:sp>
      <p:sp>
        <p:nvSpPr>
          <p:cNvPr id="1649583110" name="Content Placeholder 3"/>
          <p:cNvSpPr>
            <a:spLocks noGrp="1"/>
          </p:cNvSpPr>
          <p:nvPr>
            <p:ph sz="quarter" idx="10"/>
          </p:nvPr>
        </p:nvSpPr>
        <p:spPr bwMode="auto">
          <a:xfrm>
            <a:off x="457198" y="1358776"/>
            <a:ext cx="5562601" cy="4816474"/>
          </a:xfrm>
        </p:spPr>
        <p:txBody>
          <a:bodyPr vertOverflow="overflow" horzOverflow="overflow" vert="horz" wrap="square" lIns="0" tIns="0" rIns="0" bIns="0" numCol="1" spcCol="0" rtlCol="0" fromWordArt="0" anchor="t" anchorCtr="0" forceAA="0" compatLnSpc="0">
            <a:noAutofit/>
          </a:bodyPr>
          <a:lstStyle/>
          <a:p>
            <a:pPr>
              <a:lnSpc>
                <a:spcPct val="100000"/>
              </a:lnSpc>
              <a:spcBef>
                <a:spcPct val="0"/>
              </a:spcBef>
              <a:spcAft>
                <a:spcPts val="719"/>
              </a:spcAft>
              <a:defRPr/>
            </a:pPr>
            <a:r>
              <a:rPr lang="es-ES" sz="2200" b="0" i="0" strike="noStrike" cap="none" baseline="0" dirty="0">
                <a:solidFill>
                  <a:srgbClr val="000000"/>
                </a:solidFill>
                <a:effectLst/>
                <a:latin typeface="Segoe UI"/>
                <a:ea typeface="Segoe UI"/>
                <a:cs typeface="Segoe UI"/>
              </a:rPr>
              <a:t>Tareas rápidas: compilación e inserción en un comando</a:t>
            </a:r>
            <a:endParaRPr lang="en-US" sz="2200" b="0" i="0" u="none" strike="noStrike" cap="none" spc="0" dirty="0">
              <a:solidFill>
                <a:schemeClr val="tx1"/>
              </a:solidFill>
              <a:latin typeface="Segoe UI"/>
              <a:cs typeface="Segoe UI"/>
            </a:endParaRPr>
          </a:p>
          <a:p>
            <a:pPr>
              <a:lnSpc>
                <a:spcPct val="100000"/>
              </a:lnSpc>
              <a:spcBef>
                <a:spcPts val="359"/>
              </a:spcBef>
              <a:spcAft>
                <a:spcPts val="719"/>
              </a:spcAft>
              <a:defRPr/>
            </a:pPr>
            <a:r>
              <a:rPr lang="es-ES" sz="2200" b="0" i="0" strike="noStrike" cap="none" baseline="0" dirty="0">
                <a:solidFill>
                  <a:srgbClr val="000000"/>
                </a:solidFill>
                <a:effectLst/>
                <a:latin typeface="Segoe UI"/>
                <a:ea typeface="Segoe UI"/>
                <a:cs typeface="Segoe UI"/>
              </a:rPr>
              <a:t>Ejemplo de desencadenador de código fuente</a:t>
            </a:r>
            <a:endParaRPr sz="2200" b="0" i="0" u="none" strike="noStrike" cap="none" spc="0" dirty="0">
              <a:solidFill>
                <a:schemeClr val="tx1"/>
              </a:solidFill>
              <a:latin typeface="Segoe UI"/>
              <a:cs typeface="Segoe UI"/>
            </a:endParaRPr>
          </a:p>
          <a:p>
            <a:pPr marL="228600" marR="0" indent="0">
              <a:buFont typeface="Arial"/>
              <a:buNone/>
              <a:defRPr/>
            </a:pPr>
            <a:r>
              <a:rPr lang="es-ES" sz="1600" b="0" i="0" strike="noStrike" cap="none" baseline="0" dirty="0" err="1">
                <a:solidFill>
                  <a:srgbClr val="0000FF"/>
                </a:solidFill>
                <a:effectLst/>
                <a:latin typeface="Consolas"/>
                <a:ea typeface="Consolas"/>
                <a:cs typeface="Consolas"/>
              </a:rPr>
              <a:t>az</a:t>
            </a:r>
            <a:r>
              <a:rPr lang="es-ES" sz="1600" b="0" i="0" strike="noStrike" cap="none" baseline="0" dirty="0">
                <a:solidFill>
                  <a:srgbClr val="0000FF"/>
                </a:solidFill>
                <a:effectLst/>
                <a:latin typeface="Consolas"/>
                <a:ea typeface="Consolas"/>
                <a:cs typeface="Consolas"/>
              </a:rPr>
              <a:t> </a:t>
            </a:r>
            <a:r>
              <a:rPr lang="es-ES" sz="1600" b="0" i="0" strike="noStrike" cap="none" baseline="0" dirty="0" err="1">
                <a:solidFill>
                  <a:srgbClr val="0000FF"/>
                </a:solidFill>
                <a:effectLst/>
                <a:latin typeface="Consolas"/>
                <a:ea typeface="Consolas"/>
                <a:cs typeface="Consolas"/>
              </a:rPr>
              <a:t>acr</a:t>
            </a:r>
            <a:r>
              <a:rPr lang="es-ES" sz="1600" b="0" i="0" strike="noStrike" cap="none" baseline="0" dirty="0">
                <a:solidFill>
                  <a:srgbClr val="0000FF"/>
                </a:solidFill>
                <a:effectLst/>
                <a:latin typeface="Consolas"/>
                <a:ea typeface="Consolas"/>
                <a:cs typeface="Consolas"/>
              </a:rPr>
              <a:t> </a:t>
            </a:r>
            <a:r>
              <a:rPr lang="es-ES" sz="1600" b="0" i="0" strike="noStrike" cap="none" baseline="0" dirty="0" err="1">
                <a:solidFill>
                  <a:srgbClr val="0000FF"/>
                </a:solidFill>
                <a:effectLst/>
                <a:latin typeface="Consolas"/>
                <a:ea typeface="Consolas"/>
                <a:cs typeface="Consolas"/>
              </a:rPr>
              <a:t>task</a:t>
            </a:r>
            <a:r>
              <a:rPr lang="es-ES" sz="1600" b="0" i="0" strike="noStrike" cap="none" baseline="0" dirty="0">
                <a:solidFill>
                  <a:srgbClr val="0000FF"/>
                </a:solidFill>
                <a:effectLst/>
                <a:latin typeface="Consolas"/>
                <a:ea typeface="Consolas"/>
                <a:cs typeface="Consolas"/>
              </a:rPr>
              <a:t> </a:t>
            </a:r>
            <a:r>
              <a:rPr lang="es-ES" sz="1600" b="0" i="0" strike="noStrike" cap="none" baseline="0" dirty="0" err="1">
                <a:solidFill>
                  <a:srgbClr val="0000FF"/>
                </a:solidFill>
                <a:effectLst/>
                <a:latin typeface="Consolas"/>
                <a:ea typeface="Consolas"/>
                <a:cs typeface="Consolas"/>
              </a:rPr>
              <a:t>create</a:t>
            </a:r>
            <a:r>
              <a:rPr lang="es-ES" sz="1600" b="0" i="0" strike="noStrike" cap="none" baseline="0" dirty="0">
                <a:solidFill>
                  <a:srgbClr val="0000FF"/>
                </a:solidFill>
                <a:effectLst/>
                <a:latin typeface="Consolas"/>
                <a:ea typeface="Consolas"/>
                <a:cs typeface="Consolas"/>
              </a:rPr>
              <a:t> \</a:t>
            </a:r>
            <a:endParaRPr sz="4800" dirty="0"/>
          </a:p>
          <a:p>
            <a:pPr marL="228600" marR="0" indent="0">
              <a:buFont typeface="Arial"/>
              <a:buNone/>
              <a:defRPr/>
            </a:pPr>
            <a:r>
              <a:rPr lang="es-ES" sz="1600" b="0" i="0" strike="noStrike" cap="none" baseline="0" dirty="0">
                <a:solidFill>
                  <a:srgbClr val="0000FF"/>
                </a:solidFill>
                <a:effectLst/>
                <a:latin typeface="Consolas"/>
                <a:ea typeface="Consolas"/>
                <a:cs typeface="Consolas"/>
              </a:rPr>
              <a:t> </a:t>
            </a:r>
            <a:r>
              <a:rPr lang="es-ES" sz="1600" b="0" i="0" strike="noStrike" cap="none" baseline="0" dirty="0">
                <a:solidFill>
                  <a:srgbClr val="000000"/>
                </a:solidFill>
                <a:effectLst/>
                <a:latin typeface="Consolas"/>
                <a:ea typeface="Consolas"/>
                <a:cs typeface="Consolas"/>
              </a:rPr>
              <a:t>--</a:t>
            </a:r>
            <a:r>
              <a:rPr lang="es-ES" sz="1600" b="0" i="0" strike="noStrike" cap="none" baseline="0" dirty="0" err="1">
                <a:solidFill>
                  <a:srgbClr val="000000"/>
                </a:solidFill>
                <a:effectLst/>
                <a:latin typeface="Consolas"/>
                <a:ea typeface="Consolas"/>
                <a:cs typeface="Consolas"/>
              </a:rPr>
              <a:t>registry</a:t>
            </a:r>
            <a:r>
              <a:rPr lang="es-ES" sz="1600" b="0" i="0" strike="noStrike" cap="none" baseline="0" dirty="0">
                <a:solidFill>
                  <a:srgbClr val="000000"/>
                </a:solidFill>
                <a:effectLst/>
                <a:latin typeface="Consolas"/>
                <a:ea typeface="Consolas"/>
                <a:cs typeface="Consolas"/>
              </a:rPr>
              <a:t> </a:t>
            </a:r>
            <a:r>
              <a:rPr lang="es-ES" sz="1600" b="0" i="0" strike="noStrike" cap="none" baseline="0" dirty="0" err="1">
                <a:solidFill>
                  <a:srgbClr val="A31515"/>
                </a:solidFill>
                <a:effectLst/>
                <a:latin typeface="Consolas"/>
                <a:ea typeface="Consolas"/>
                <a:cs typeface="Consolas"/>
              </a:rPr>
              <a:t>myregistry</a:t>
            </a:r>
            <a:r>
              <a:rPr lang="es-ES" sz="1600" b="0" i="0" strike="noStrike" cap="none" baseline="0" dirty="0">
                <a:solidFill>
                  <a:srgbClr val="A31515"/>
                </a:solidFill>
                <a:effectLst/>
                <a:latin typeface="Consolas"/>
                <a:ea typeface="Consolas"/>
                <a:cs typeface="Consolas"/>
              </a:rPr>
              <a:t> \</a:t>
            </a:r>
            <a:endParaRPr sz="4800" dirty="0"/>
          </a:p>
          <a:p>
            <a:pPr marL="228600" marR="0" indent="0">
              <a:buFont typeface="Arial"/>
              <a:buNone/>
              <a:defRPr/>
            </a:pPr>
            <a:r>
              <a:rPr lang="es-ES" sz="1600" b="0" i="0" strike="noStrike" cap="none" baseline="0" dirty="0">
                <a:solidFill>
                  <a:srgbClr val="0000FF"/>
                </a:solidFill>
                <a:effectLst/>
                <a:latin typeface="Consolas"/>
                <a:ea typeface="Consolas"/>
                <a:cs typeface="Consolas"/>
              </a:rPr>
              <a:t> </a:t>
            </a:r>
            <a:r>
              <a:rPr lang="es-ES" sz="1600" b="0" i="0" strike="noStrike" cap="none" baseline="0" dirty="0">
                <a:solidFill>
                  <a:srgbClr val="000000"/>
                </a:solidFill>
                <a:effectLst/>
                <a:latin typeface="Consolas"/>
                <a:ea typeface="Consolas"/>
                <a:cs typeface="Consolas"/>
              </a:rPr>
              <a:t>--</a:t>
            </a:r>
            <a:r>
              <a:rPr lang="es-ES" sz="1600" b="0" i="0" strike="noStrike" cap="none" baseline="0" dirty="0" err="1">
                <a:solidFill>
                  <a:srgbClr val="000000"/>
                </a:solidFill>
                <a:effectLst/>
                <a:latin typeface="Consolas"/>
                <a:ea typeface="Consolas"/>
                <a:cs typeface="Consolas"/>
              </a:rPr>
              <a:t>name</a:t>
            </a:r>
            <a:r>
              <a:rPr lang="es-ES" sz="1600" b="0" i="0" strike="noStrike" cap="none" baseline="0" dirty="0">
                <a:solidFill>
                  <a:srgbClr val="000000"/>
                </a:solidFill>
                <a:effectLst/>
                <a:latin typeface="Consolas"/>
                <a:ea typeface="Consolas"/>
                <a:cs typeface="Consolas"/>
              </a:rPr>
              <a:t> </a:t>
            </a:r>
            <a:r>
              <a:rPr lang="es-ES" sz="1600" b="0" i="0" strike="noStrike" cap="none" baseline="0" dirty="0" err="1">
                <a:solidFill>
                  <a:srgbClr val="A31515"/>
                </a:solidFill>
                <a:effectLst/>
                <a:latin typeface="Consolas"/>
                <a:ea typeface="Consolas"/>
                <a:cs typeface="Consolas"/>
              </a:rPr>
              <a:t>build</a:t>
            </a:r>
            <a:r>
              <a:rPr lang="es-ES" sz="1600" b="0" i="0" strike="noStrike" cap="none" baseline="0" dirty="0">
                <a:solidFill>
                  <a:srgbClr val="A31515"/>
                </a:solidFill>
                <a:effectLst/>
                <a:latin typeface="Consolas"/>
                <a:ea typeface="Consolas"/>
                <a:cs typeface="Consolas"/>
              </a:rPr>
              <a:t>-</a:t>
            </a:r>
            <a:r>
              <a:rPr lang="es-ES" sz="1600" b="0" i="0" strike="noStrike" cap="none" baseline="0" dirty="0" err="1">
                <a:solidFill>
                  <a:srgbClr val="A31515"/>
                </a:solidFill>
                <a:effectLst/>
                <a:latin typeface="Consolas"/>
                <a:ea typeface="Consolas"/>
                <a:cs typeface="Consolas"/>
              </a:rPr>
              <a:t>inference</a:t>
            </a:r>
            <a:r>
              <a:rPr lang="es-ES" sz="1600" b="0" i="0" strike="noStrike" cap="none" baseline="0" dirty="0">
                <a:solidFill>
                  <a:srgbClr val="A31515"/>
                </a:solidFill>
                <a:effectLst/>
                <a:latin typeface="Consolas"/>
                <a:ea typeface="Consolas"/>
                <a:cs typeface="Consolas"/>
              </a:rPr>
              <a:t>-api \</a:t>
            </a:r>
            <a:endParaRPr sz="4800" dirty="0"/>
          </a:p>
          <a:p>
            <a:pPr marL="228600" marR="0" indent="0">
              <a:buFont typeface="Arial"/>
              <a:buNone/>
              <a:defRPr/>
            </a:pPr>
            <a:r>
              <a:rPr lang="es-ES" sz="1600" b="0" i="0" strike="noStrike" cap="none" baseline="0" dirty="0">
                <a:solidFill>
                  <a:srgbClr val="0000FF"/>
                </a:solidFill>
                <a:effectLst/>
                <a:latin typeface="Consolas"/>
                <a:ea typeface="Consolas"/>
                <a:cs typeface="Consolas"/>
              </a:rPr>
              <a:t> </a:t>
            </a:r>
            <a:r>
              <a:rPr lang="es-ES" sz="1600" b="0" i="0" strike="noStrike" cap="none" baseline="0" dirty="0">
                <a:solidFill>
                  <a:srgbClr val="000000"/>
                </a:solidFill>
                <a:effectLst/>
                <a:latin typeface="Consolas"/>
                <a:ea typeface="Consolas"/>
                <a:cs typeface="Consolas"/>
              </a:rPr>
              <a:t>--</a:t>
            </a:r>
            <a:r>
              <a:rPr lang="es-ES" sz="1600" b="0" i="0" strike="noStrike" cap="none" baseline="0" dirty="0" err="1">
                <a:solidFill>
                  <a:srgbClr val="000000"/>
                </a:solidFill>
                <a:effectLst/>
                <a:latin typeface="Consolas"/>
                <a:ea typeface="Consolas"/>
                <a:cs typeface="Consolas"/>
              </a:rPr>
              <a:t>image</a:t>
            </a:r>
            <a:r>
              <a:rPr lang="es-ES" sz="1600" b="0" i="0" strike="noStrike" cap="none" baseline="0" dirty="0">
                <a:solidFill>
                  <a:srgbClr val="000000"/>
                </a:solidFill>
                <a:effectLst/>
                <a:latin typeface="Consolas"/>
                <a:ea typeface="Consolas"/>
                <a:cs typeface="Consolas"/>
              </a:rPr>
              <a:t> </a:t>
            </a:r>
            <a:r>
              <a:rPr lang="es-ES" sz="1600" b="0" i="0" strike="noStrike" cap="none" baseline="0" dirty="0" err="1">
                <a:solidFill>
                  <a:srgbClr val="A31515"/>
                </a:solidFill>
                <a:effectLst/>
                <a:latin typeface="Consolas"/>
                <a:ea typeface="Consolas"/>
                <a:cs typeface="Consolas"/>
              </a:rPr>
              <a:t>inference</a:t>
            </a:r>
            <a:r>
              <a:rPr lang="es-ES" sz="1600" b="0" i="0" strike="noStrike" cap="none" baseline="0" dirty="0">
                <a:solidFill>
                  <a:srgbClr val="A31515"/>
                </a:solidFill>
                <a:effectLst/>
                <a:latin typeface="Consolas"/>
                <a:ea typeface="Consolas"/>
                <a:cs typeface="Consolas"/>
              </a:rPr>
              <a:t>-api:{{.</a:t>
            </a:r>
            <a:r>
              <a:rPr lang="es-ES" sz="1600" b="0" i="0" strike="noStrike" cap="none" baseline="0" dirty="0" err="1">
                <a:solidFill>
                  <a:srgbClr val="A31515"/>
                </a:solidFill>
                <a:effectLst/>
                <a:latin typeface="Consolas"/>
                <a:ea typeface="Consolas"/>
                <a:cs typeface="Consolas"/>
              </a:rPr>
              <a:t>Run.ID</a:t>
            </a:r>
            <a:r>
              <a:rPr lang="es-ES" sz="1600" b="0" i="0" strike="noStrike" cap="none" baseline="0" dirty="0">
                <a:solidFill>
                  <a:srgbClr val="A31515"/>
                </a:solidFill>
                <a:effectLst/>
                <a:latin typeface="Consolas"/>
                <a:ea typeface="Consolas"/>
                <a:cs typeface="Consolas"/>
              </a:rPr>
              <a:t>}} \</a:t>
            </a:r>
            <a:endParaRPr sz="4800" dirty="0"/>
          </a:p>
          <a:p>
            <a:pPr marL="228600" marR="0" indent="0">
              <a:buFont typeface="Arial"/>
              <a:buNone/>
              <a:defRPr/>
            </a:pPr>
            <a:r>
              <a:rPr lang="es-ES" sz="1600" b="0" i="0" strike="noStrike" cap="none" baseline="0" dirty="0">
                <a:solidFill>
                  <a:srgbClr val="0000FF"/>
                </a:solidFill>
                <a:effectLst/>
                <a:latin typeface="Consolas"/>
                <a:ea typeface="Consolas"/>
                <a:cs typeface="Consolas"/>
              </a:rPr>
              <a:t> </a:t>
            </a:r>
            <a:r>
              <a:rPr lang="es-ES" sz="1600" b="0" i="0" strike="noStrike" cap="none" baseline="0" dirty="0">
                <a:solidFill>
                  <a:srgbClr val="000000"/>
                </a:solidFill>
                <a:effectLst/>
                <a:latin typeface="Consolas"/>
                <a:ea typeface="Consolas"/>
                <a:cs typeface="Consolas"/>
              </a:rPr>
              <a:t>--</a:t>
            </a:r>
            <a:r>
              <a:rPr lang="es-ES" sz="1600" b="0" i="0" strike="noStrike" cap="none" baseline="0" dirty="0" err="1">
                <a:solidFill>
                  <a:srgbClr val="000000"/>
                </a:solidFill>
                <a:effectLst/>
                <a:latin typeface="Consolas"/>
                <a:ea typeface="Consolas"/>
                <a:cs typeface="Consolas"/>
              </a:rPr>
              <a:t>context</a:t>
            </a:r>
            <a:r>
              <a:rPr lang="es-ES" sz="1600" b="0" i="0" strike="noStrike" cap="none" baseline="0" dirty="0">
                <a:solidFill>
                  <a:srgbClr val="000000"/>
                </a:solidFill>
                <a:effectLst/>
                <a:latin typeface="Consolas"/>
                <a:ea typeface="Consolas"/>
                <a:cs typeface="Consolas"/>
              </a:rPr>
              <a:t> </a:t>
            </a:r>
            <a:r>
              <a:rPr lang="es-ES" sz="1600" b="0" i="0" strike="noStrike" cap="none" baseline="0" dirty="0">
                <a:solidFill>
                  <a:srgbClr val="A31515"/>
                </a:solidFill>
                <a:effectLst/>
                <a:latin typeface="Consolas"/>
                <a:ea typeface="Consolas"/>
                <a:cs typeface="Consolas"/>
              </a:rPr>
              <a:t>https://github.com/myorg/</a:t>
            </a:r>
            <a:endParaRPr sz="4800" dirty="0"/>
          </a:p>
          <a:p>
            <a:pPr marL="228600" marR="0" indent="0">
              <a:buFont typeface="Arial"/>
              <a:buNone/>
              <a:defRPr/>
            </a:pPr>
            <a:r>
              <a:rPr lang="es-ES" sz="1600" b="0" i="0" strike="noStrike" cap="none" baseline="0" dirty="0">
                <a:solidFill>
                  <a:srgbClr val="0000FF"/>
                </a:solidFill>
                <a:effectLst/>
                <a:latin typeface="Consolas"/>
                <a:ea typeface="Consolas"/>
                <a:cs typeface="Consolas"/>
              </a:rPr>
              <a:t> </a:t>
            </a:r>
            <a:r>
              <a:rPr lang="es-ES" sz="1600" b="0" i="0" strike="noStrike" cap="none" baseline="0" dirty="0" err="1">
                <a:solidFill>
                  <a:srgbClr val="0000FF"/>
                </a:solidFill>
                <a:effectLst/>
                <a:latin typeface="Consolas"/>
                <a:ea typeface="Consolas"/>
                <a:cs typeface="Consolas"/>
              </a:rPr>
              <a:t>inference-api.git</a:t>
            </a:r>
            <a:r>
              <a:rPr lang="es-ES" sz="1600" b="0" i="0" strike="noStrike" cap="none" baseline="0" dirty="0" err="1">
                <a:solidFill>
                  <a:srgbClr val="008000"/>
                </a:solidFill>
                <a:effectLst/>
                <a:latin typeface="Consolas"/>
                <a:ea typeface="Consolas"/>
                <a:cs typeface="Consolas"/>
              </a:rPr>
              <a:t>#main</a:t>
            </a:r>
            <a:r>
              <a:rPr lang="es-ES" sz="1600" b="0" i="0" strike="noStrike" cap="none" baseline="0" dirty="0">
                <a:solidFill>
                  <a:srgbClr val="008000"/>
                </a:solidFill>
                <a:effectLst/>
                <a:latin typeface="Consolas"/>
                <a:ea typeface="Consolas"/>
                <a:cs typeface="Consolas"/>
              </a:rPr>
              <a:t> \</a:t>
            </a:r>
            <a:endParaRPr sz="4800" dirty="0"/>
          </a:p>
          <a:p>
            <a:pPr marL="228600" marR="0" indent="0">
              <a:buFont typeface="Arial"/>
              <a:buNone/>
              <a:defRPr/>
            </a:pPr>
            <a:r>
              <a:rPr lang="es-ES" sz="1600" b="0" i="0" strike="noStrike" cap="none" baseline="0" dirty="0">
                <a:solidFill>
                  <a:srgbClr val="0000FF"/>
                </a:solidFill>
                <a:effectLst/>
                <a:latin typeface="Consolas"/>
                <a:ea typeface="Consolas"/>
                <a:cs typeface="Consolas"/>
              </a:rPr>
              <a:t> </a:t>
            </a:r>
            <a:r>
              <a:rPr lang="es-ES" sz="1600" b="0" i="0" strike="noStrike" cap="none" baseline="0" dirty="0">
                <a:solidFill>
                  <a:srgbClr val="000000"/>
                </a:solidFill>
                <a:effectLst/>
                <a:latin typeface="Consolas"/>
                <a:ea typeface="Consolas"/>
                <a:cs typeface="Consolas"/>
              </a:rPr>
              <a:t>--file </a:t>
            </a:r>
            <a:r>
              <a:rPr lang="es-ES" sz="1600" b="0" i="0" strike="noStrike" cap="none" baseline="0" dirty="0" err="1">
                <a:solidFill>
                  <a:srgbClr val="A31515"/>
                </a:solidFill>
                <a:effectLst/>
                <a:latin typeface="Consolas"/>
                <a:ea typeface="Consolas"/>
                <a:cs typeface="Consolas"/>
              </a:rPr>
              <a:t>Dockerfile</a:t>
            </a:r>
            <a:r>
              <a:rPr lang="es-ES" sz="1600" b="0" i="0" strike="noStrike" cap="none" baseline="0" dirty="0">
                <a:solidFill>
                  <a:srgbClr val="A31515"/>
                </a:solidFill>
                <a:effectLst/>
                <a:latin typeface="Consolas"/>
                <a:ea typeface="Consolas"/>
                <a:cs typeface="Consolas"/>
              </a:rPr>
              <a:t> \</a:t>
            </a:r>
            <a:endParaRPr sz="4800" dirty="0"/>
          </a:p>
          <a:p>
            <a:pPr marL="228600" marR="0" indent="0">
              <a:buFont typeface="Arial"/>
              <a:buNone/>
              <a:defRPr/>
            </a:pPr>
            <a:r>
              <a:rPr lang="es-ES" sz="1600" b="0" i="0" strike="noStrike" cap="none" baseline="0" dirty="0">
                <a:solidFill>
                  <a:srgbClr val="0000FF"/>
                </a:solidFill>
                <a:effectLst/>
                <a:latin typeface="Consolas"/>
                <a:ea typeface="Consolas"/>
                <a:cs typeface="Consolas"/>
              </a:rPr>
              <a:t> </a:t>
            </a:r>
            <a:r>
              <a:rPr lang="es-ES" sz="1600" b="0" i="0" strike="noStrike" cap="none" baseline="0" dirty="0">
                <a:solidFill>
                  <a:srgbClr val="000000"/>
                </a:solidFill>
                <a:effectLst/>
                <a:latin typeface="Consolas"/>
                <a:ea typeface="Consolas"/>
                <a:cs typeface="Consolas"/>
              </a:rPr>
              <a:t>--</a:t>
            </a:r>
            <a:r>
              <a:rPr lang="es-ES" sz="1600" b="0" i="0" strike="noStrike" cap="none" baseline="0" dirty="0" err="1">
                <a:solidFill>
                  <a:srgbClr val="000000"/>
                </a:solidFill>
                <a:effectLst/>
                <a:latin typeface="Consolas"/>
                <a:ea typeface="Consolas"/>
                <a:cs typeface="Consolas"/>
              </a:rPr>
              <a:t>git</a:t>
            </a:r>
            <a:r>
              <a:rPr lang="es-ES" sz="1600" b="0" i="0" strike="noStrike" cap="none" baseline="0" dirty="0">
                <a:solidFill>
                  <a:srgbClr val="000000"/>
                </a:solidFill>
                <a:effectLst/>
                <a:latin typeface="Consolas"/>
                <a:ea typeface="Consolas"/>
                <a:cs typeface="Consolas"/>
              </a:rPr>
              <a:t>-</a:t>
            </a:r>
            <a:r>
              <a:rPr lang="es-ES" sz="1600" b="0" i="0" strike="noStrike" cap="none" baseline="0" dirty="0" err="1">
                <a:solidFill>
                  <a:srgbClr val="000000"/>
                </a:solidFill>
                <a:effectLst/>
                <a:latin typeface="Consolas"/>
                <a:ea typeface="Consolas"/>
                <a:cs typeface="Consolas"/>
              </a:rPr>
              <a:t>access</a:t>
            </a:r>
            <a:r>
              <a:rPr lang="es-ES" sz="1600" b="0" i="0" strike="noStrike" cap="none" baseline="0" dirty="0">
                <a:solidFill>
                  <a:srgbClr val="000000"/>
                </a:solidFill>
                <a:effectLst/>
                <a:latin typeface="Consolas"/>
                <a:ea typeface="Consolas"/>
                <a:cs typeface="Consolas"/>
              </a:rPr>
              <a:t>-token </a:t>
            </a:r>
            <a:r>
              <a:rPr lang="es-ES" sz="1600" b="0" i="0" strike="noStrike" cap="none" baseline="0" dirty="0">
                <a:solidFill>
                  <a:srgbClr val="A31515"/>
                </a:solidFill>
                <a:effectLst/>
                <a:latin typeface="Consolas"/>
                <a:ea typeface="Consolas"/>
                <a:cs typeface="Consolas"/>
              </a:rPr>
              <a:t>$PAT</a:t>
            </a:r>
            <a:endParaRPr lang="en-US" sz="2200" b="0" i="0" u="none" strike="noStrike" cap="none" spc="0" dirty="0">
              <a:solidFill>
                <a:schemeClr val="tx1"/>
              </a:solidFill>
              <a:latin typeface="Segoe UI"/>
              <a:cs typeface="Segoe UI"/>
            </a:endParaRPr>
          </a:p>
          <a:p>
            <a:pPr marL="228600" marR="0" lvl="0" indent="-228600" algn="l">
              <a:lnSpc>
                <a:spcPct val="100000"/>
              </a:lnSpc>
              <a:spcBef>
                <a:spcPts val="719"/>
              </a:spcBef>
              <a:spcAft>
                <a:spcPts val="719"/>
              </a:spcAft>
              <a:buFont typeface="Arial"/>
              <a:buChar char="•"/>
              <a:defRPr/>
            </a:pPr>
            <a:r>
              <a:rPr lang="es-ES" sz="2200" b="0" i="0" strike="noStrike" cap="none" baseline="0" dirty="0">
                <a:solidFill>
                  <a:srgbClr val="000000"/>
                </a:solidFill>
                <a:effectLst/>
                <a:latin typeface="Segoe UI"/>
                <a:ea typeface="Segoe UI"/>
                <a:cs typeface="Segoe UI"/>
              </a:rPr>
              <a:t>Las tareas de varios pasos definen flujos de trabajo </a:t>
            </a:r>
            <a:r>
              <a:rPr lang="es-ES" sz="2200" b="0" i="0" strike="noStrike" cap="none" baseline="0" dirty="0" err="1">
                <a:solidFill>
                  <a:srgbClr val="000000"/>
                </a:solidFill>
                <a:effectLst/>
                <a:latin typeface="Segoe UI"/>
                <a:ea typeface="Segoe UI"/>
                <a:cs typeface="Segoe UI"/>
              </a:rPr>
              <a:t>build</a:t>
            </a:r>
            <a:r>
              <a:rPr lang="es-ES" sz="2200" b="0" i="0" strike="noStrike" cap="none" baseline="0" dirty="0">
                <a:solidFill>
                  <a:srgbClr val="000000"/>
                </a:solidFill>
                <a:effectLst/>
                <a:latin typeface="Segoe UI"/>
                <a:ea typeface="Segoe UI"/>
                <a:cs typeface="Segoe UI"/>
              </a:rPr>
              <a:t>-test-</a:t>
            </a:r>
            <a:r>
              <a:rPr lang="es-ES" sz="2200" b="0" i="0" strike="noStrike" cap="none" baseline="0" dirty="0" err="1">
                <a:solidFill>
                  <a:srgbClr val="000000"/>
                </a:solidFill>
                <a:effectLst/>
                <a:latin typeface="Segoe UI"/>
                <a:ea typeface="Segoe UI"/>
                <a:cs typeface="Segoe UI"/>
              </a:rPr>
              <a:t>push</a:t>
            </a:r>
            <a:r>
              <a:rPr lang="es-ES" sz="2200" b="0" i="0" strike="noStrike" cap="none" baseline="0" dirty="0">
                <a:solidFill>
                  <a:srgbClr val="000000"/>
                </a:solidFill>
                <a:effectLst/>
                <a:latin typeface="Segoe UI"/>
                <a:ea typeface="Segoe UI"/>
                <a:cs typeface="Segoe UI"/>
              </a:rPr>
              <a:t> en YAML</a:t>
            </a:r>
            <a:endParaRPr sz="2200" dirty="0"/>
          </a:p>
        </p:txBody>
      </p:sp>
      <p:pic>
        <p:nvPicPr>
          <p:cNvPr id="1079340672" name="Picture 1" descr="Diagram showing ACR Tasks build workflow: source context flows to the cloud build engine, producing a container image pushed to the registry, with automatic triggers for source commits, base image updates, and scheduled builds&#10;"/>
          <p:cNvPicPr>
            <a:picLocks noGrp="1" noChangeAspect="1"/>
          </p:cNvPicPr>
          <p:nvPr/>
        </p:nvPicPr>
        <p:blipFill>
          <a:blip>
            <a:extLst>
              <a:ext uri="{96DAC541-7B7A-43D3-8B79-37D633B846F1}">
                <asvg:svgBlip xmlns:asvg="http://schemas.microsoft.com/office/drawing/2016/SVG/main" r:embed="rId3"/>
              </a:ext>
            </a:extLst>
          </a:blip>
          <a:stretch>
            <a:fillRect/>
          </a:stretch>
        </p:blipFill>
        <p:spPr bwMode="auto">
          <a:xfrm>
            <a:off x="7278624" y="1263353"/>
            <a:ext cx="3463966" cy="5007318"/>
          </a:xfrm>
          <a:prstGeom prst="rect">
            <a:avLst/>
          </a:prstGeom>
          <a:noFill/>
          <a:ln w="9525">
            <a:noFill/>
          </a:ln>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17009876" name="Title 1"/>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Imágenes de etiqueta y versión</a:t>
            </a:r>
            <a:endParaRPr/>
          </a:p>
        </p:txBody>
      </p:sp>
      <p:pic>
        <p:nvPicPr>
          <p:cNvPr id="1458312351" name="Picture 1" descr="Comparison diagram of stable tags where the same tag moves between images causing unpredictability, versus unique tags where each build gets a distinct immutable tag for consistency&#10;"/>
          <p:cNvPicPr>
            <a:picLocks noGrp="1" noChangeAspect="1"/>
          </p:cNvPicPr>
          <p:nvPr/>
        </p:nvPicPr>
        <p:blipFill>
          <a:blip>
            <a:extLst>
              <a:ext uri="{96DAC541-7B7A-43D3-8B79-37D633B846F1}">
                <asvg:svgBlip xmlns:asvg="http://schemas.microsoft.com/office/drawing/2016/SVG/main" r:embed="rId3"/>
              </a:ext>
            </a:extLst>
          </a:blip>
          <a:stretch>
            <a:fillRect/>
          </a:stretch>
        </p:blipFill>
        <p:spPr bwMode="auto">
          <a:xfrm>
            <a:off x="457200" y="1106424"/>
            <a:ext cx="4233671" cy="4535424"/>
          </a:xfrm>
          <a:prstGeom prst="rect">
            <a:avLst/>
          </a:prstGeom>
          <a:noFill/>
          <a:ln w="9525">
            <a:noFill/>
          </a:ln>
        </p:spPr>
      </p:pic>
      <p:sp>
        <p:nvSpPr>
          <p:cNvPr id="1828702882" name="Content Placeholder 3"/>
          <p:cNvSpPr>
            <a:spLocks noGrp="1"/>
          </p:cNvSpPr>
          <p:nvPr/>
        </p:nvSpPr>
        <p:spPr bwMode="auto">
          <a:xfrm>
            <a:off x="5426399" y="1106424"/>
            <a:ext cx="6164097" cy="5090162"/>
          </a:xfrm>
        </p:spPr>
        <p:txBody>
          <a:bodyPr vertOverflow="overflow" horzOverflow="overflow" vert="horz" wrap="square" lIns="0" tIns="0" rIns="0" bIns="0" numCol="1" spcCol="0" rtlCol="0" fromWordArt="0" anchor="t" anchorCtr="0" forceAA="0" compatLnSpc="0">
            <a:noAutofit/>
          </a:bodyPr>
          <a:lstStyle>
            <a:lvl1pPr marL="228600" indent="-228600" algn="l" defTabSz="914400" rtl="0">
              <a:lnSpc>
                <a:spcPct val="100000"/>
              </a:lnSpc>
              <a:spcBef>
                <a:spcPct val="0"/>
              </a:spcBef>
              <a:buFont typeface="Arial"/>
              <a:buChar char="•"/>
              <a:defRPr sz="2800">
                <a:solidFill>
                  <a:schemeClr val="tx1"/>
                </a:solidFill>
                <a:latin typeface="Segoe UI"/>
                <a:ea typeface="+mn-ea"/>
                <a:cs typeface="Segoe UI"/>
              </a:defRPr>
            </a:lvl1pPr>
            <a:lvl2pPr marL="574674" indent="-234949" algn="l" defTabSz="914400" rtl="0">
              <a:lnSpc>
                <a:spcPct val="100000"/>
              </a:lnSpc>
              <a:spcBef>
                <a:spcPct val="0"/>
              </a:spcBef>
              <a:buFont typeface="Arial"/>
              <a:buChar char="•"/>
              <a:defRPr sz="2400">
                <a:solidFill>
                  <a:schemeClr val="tx1"/>
                </a:solidFill>
                <a:latin typeface="Segoe UI"/>
                <a:ea typeface="+mn-ea"/>
                <a:cs typeface="Segoe UI"/>
              </a:defRPr>
            </a:lvl2pPr>
            <a:lvl3pPr marL="914400" indent="-227012" algn="l" defTabSz="914400" rtl="0">
              <a:lnSpc>
                <a:spcPct val="100000"/>
              </a:lnSpc>
              <a:spcBef>
                <a:spcPct val="0"/>
              </a:spcBef>
              <a:buFont typeface="Arial"/>
              <a:buChar char="•"/>
              <a:defRPr sz="2000">
                <a:solidFill>
                  <a:schemeClr val="tx1"/>
                </a:solidFill>
                <a:latin typeface="Segoe UI"/>
                <a:ea typeface="+mn-ea"/>
                <a:cs typeface="Segoe UI"/>
              </a:defRPr>
            </a:lvl3pPr>
            <a:lvl4pPr marL="1141412" indent="-169861" algn="l" defTabSz="914400" rtl="0">
              <a:lnSpc>
                <a:spcPct val="100000"/>
              </a:lnSpc>
              <a:spcBef>
                <a:spcPct val="0"/>
              </a:spcBef>
              <a:buFont typeface="Arial"/>
              <a:buChar char="•"/>
              <a:defRPr sz="1800">
                <a:solidFill>
                  <a:schemeClr val="tx1"/>
                </a:solidFill>
                <a:latin typeface="Segoe UI"/>
                <a:ea typeface="+mn-ea"/>
                <a:cs typeface="Segoe UI"/>
              </a:defRPr>
            </a:lvl4pPr>
            <a:lvl5pPr marL="1376361" indent="-179387" algn="l" defTabSz="914400" rtl="0">
              <a:lnSpc>
                <a:spcPct val="100000"/>
              </a:lnSpc>
              <a:spcBef>
                <a:spcPct val="0"/>
              </a:spcBef>
              <a:buFont typeface="Arial"/>
              <a:buChar char="•"/>
              <a:defRPr sz="1800">
                <a:solidFill>
                  <a:schemeClr val="tx1"/>
                </a:solidFill>
                <a:latin typeface="Segoe UI"/>
                <a:ea typeface="+mn-ea"/>
                <a:cs typeface="Segoe UI"/>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lvl="0" algn="l" defTabSz="914400" rtl="0">
              <a:lnSpc>
                <a:spcPct val="100000"/>
              </a:lnSpc>
              <a:spcBef>
                <a:spcPct val="0"/>
              </a:spcBef>
              <a:spcAft>
                <a:spcPts val="719"/>
              </a:spcAft>
              <a:defRPr lang="en-US" sz="2800" b="0" i="0" u="none" strike="noStrike" cap="none" spc="0">
                <a:solidFill>
                  <a:srgbClr val="000000"/>
                </a:solidFill>
                <a:latin typeface="Segoe UI"/>
                <a:ea typeface="Arial"/>
                <a:cs typeface="Segoe UI"/>
              </a:defRPr>
            </a:pPr>
            <a:r>
              <a:rPr lang="es-ES" sz="2000" b="0" i="0" strike="noStrike" cap="none" baseline="0" dirty="0">
                <a:solidFill>
                  <a:srgbClr val="000000"/>
                </a:solidFill>
                <a:effectLst/>
                <a:latin typeface="Segoe UI"/>
                <a:ea typeface="Segoe UI"/>
                <a:cs typeface="Segoe UI"/>
              </a:rPr>
              <a:t>Bloqueo de imágenes de </a:t>
            </a:r>
            <a:r>
              <a:rPr lang="es-ES" sz="2000" b="0" i="0" strike="noStrike" cap="none" baseline="0" dirty="0" err="1">
                <a:solidFill>
                  <a:srgbClr val="000000"/>
                </a:solidFill>
                <a:effectLst/>
                <a:latin typeface="Segoe UI"/>
                <a:ea typeface="Segoe UI"/>
                <a:cs typeface="Segoe UI"/>
              </a:rPr>
              <a:t>producción:</a:t>
            </a:r>
            <a:r>
              <a:rPr lang="es-ES" sz="1800" b="0" i="0" strike="noStrike" cap="none" baseline="0" dirty="0" err="1">
                <a:solidFill>
                  <a:srgbClr val="000000"/>
                </a:solidFill>
                <a:effectLst/>
                <a:latin typeface="Segoe UI"/>
                <a:ea typeface="Segoe UI"/>
                <a:cs typeface="Segoe UI"/>
              </a:rPr>
              <a:t>impide</a:t>
            </a:r>
            <a:r>
              <a:rPr lang="es-ES" sz="1800" b="0" i="0" strike="noStrike" cap="none" baseline="0" dirty="0">
                <a:solidFill>
                  <a:srgbClr val="000000"/>
                </a:solidFill>
                <a:effectLst/>
                <a:latin typeface="Segoe UI"/>
                <a:ea typeface="Segoe UI"/>
                <a:cs typeface="Segoe UI"/>
              </a:rPr>
              <a:t> la eliminación, la </a:t>
            </a:r>
            <a:r>
              <a:rPr lang="es-ES" sz="1800" b="0" i="0" strike="noStrike" cap="none" baseline="0" dirty="0" err="1">
                <a:solidFill>
                  <a:srgbClr val="000000"/>
                </a:solidFill>
                <a:effectLst/>
                <a:latin typeface="Segoe UI"/>
                <a:ea typeface="Segoe UI"/>
                <a:cs typeface="Segoe UI"/>
              </a:rPr>
              <a:t>sobrescritura</a:t>
            </a:r>
            <a:r>
              <a:rPr lang="es-ES" sz="1800" b="0" i="0" strike="noStrike" cap="none" baseline="0" dirty="0">
                <a:solidFill>
                  <a:srgbClr val="000000"/>
                </a:solidFill>
                <a:effectLst/>
                <a:latin typeface="Segoe UI"/>
                <a:ea typeface="Segoe UI"/>
                <a:cs typeface="Segoe UI"/>
              </a:rPr>
              <a:t> y sobrevive a las directivas de retención</a:t>
            </a:r>
            <a:endParaRPr lang="en-US" sz="1800" b="0" i="0" u="none" strike="noStrike" cap="none" spc="0" dirty="0">
              <a:solidFill>
                <a:schemeClr val="tx1"/>
              </a:solidFill>
              <a:latin typeface="Segoe UI Semibold"/>
              <a:ea typeface="Segoe UI Semibold"/>
              <a:cs typeface="Segoe UI Semibold"/>
            </a:endParaRPr>
          </a:p>
          <a:p>
            <a:pPr marL="228599" marR="0" indent="0">
              <a:buFont typeface="Arial"/>
              <a:buNone/>
              <a:defRPr/>
            </a:pPr>
            <a:r>
              <a:rPr lang="es-ES" sz="1600" b="0" i="0" strike="noStrike" cap="none" baseline="0" dirty="0" err="1">
                <a:solidFill>
                  <a:srgbClr val="0000FF"/>
                </a:solidFill>
                <a:effectLst/>
                <a:latin typeface="Consolas"/>
                <a:ea typeface="Consolas"/>
                <a:cs typeface="Consolas"/>
              </a:rPr>
              <a:t>az</a:t>
            </a:r>
            <a:r>
              <a:rPr lang="es-ES" sz="1600" b="0" i="0" strike="noStrike" cap="none" baseline="0" dirty="0">
                <a:solidFill>
                  <a:srgbClr val="0000FF"/>
                </a:solidFill>
                <a:effectLst/>
                <a:latin typeface="Consolas"/>
                <a:ea typeface="Consolas"/>
                <a:cs typeface="Consolas"/>
              </a:rPr>
              <a:t> </a:t>
            </a:r>
            <a:r>
              <a:rPr lang="es-ES" sz="1600" b="0" i="0" strike="noStrike" cap="none" baseline="0" dirty="0" err="1">
                <a:solidFill>
                  <a:srgbClr val="0000FF"/>
                </a:solidFill>
                <a:effectLst/>
                <a:latin typeface="Consolas"/>
                <a:ea typeface="Consolas"/>
                <a:cs typeface="Consolas"/>
              </a:rPr>
              <a:t>acr</a:t>
            </a:r>
            <a:r>
              <a:rPr lang="es-ES" sz="1600" b="0" i="0" strike="noStrike" cap="none" baseline="0" dirty="0">
                <a:solidFill>
                  <a:srgbClr val="0000FF"/>
                </a:solidFill>
                <a:effectLst/>
                <a:latin typeface="Consolas"/>
                <a:ea typeface="Consolas"/>
                <a:cs typeface="Consolas"/>
              </a:rPr>
              <a:t> </a:t>
            </a:r>
            <a:r>
              <a:rPr lang="es-ES" sz="1600" b="0" i="0" strike="noStrike" cap="none" baseline="0" dirty="0" err="1">
                <a:solidFill>
                  <a:srgbClr val="0000FF"/>
                </a:solidFill>
                <a:effectLst/>
                <a:latin typeface="Consolas"/>
                <a:ea typeface="Consolas"/>
                <a:cs typeface="Consolas"/>
              </a:rPr>
              <a:t>repository</a:t>
            </a:r>
            <a:r>
              <a:rPr lang="es-ES" sz="1600" b="0" i="0" strike="noStrike" cap="none" baseline="0" dirty="0">
                <a:solidFill>
                  <a:srgbClr val="0000FF"/>
                </a:solidFill>
                <a:effectLst/>
                <a:latin typeface="Consolas"/>
                <a:ea typeface="Consolas"/>
                <a:cs typeface="Consolas"/>
              </a:rPr>
              <a:t> </a:t>
            </a:r>
            <a:r>
              <a:rPr lang="es-ES" sz="1600" b="0" i="0" strike="noStrike" cap="none" baseline="0" dirty="0" err="1">
                <a:solidFill>
                  <a:srgbClr val="0000FF"/>
                </a:solidFill>
                <a:effectLst/>
                <a:latin typeface="Consolas"/>
                <a:ea typeface="Consolas"/>
                <a:cs typeface="Consolas"/>
              </a:rPr>
              <a:t>update</a:t>
            </a:r>
            <a:r>
              <a:rPr lang="es-ES" sz="1600" b="0" i="0" strike="noStrike" cap="none" baseline="0" dirty="0">
                <a:solidFill>
                  <a:srgbClr val="0000FF"/>
                </a:solidFill>
                <a:effectLst/>
                <a:latin typeface="Consolas"/>
                <a:ea typeface="Consolas"/>
                <a:cs typeface="Consolas"/>
              </a:rPr>
              <a:t> \</a:t>
            </a:r>
            <a:endParaRPr sz="4800" dirty="0"/>
          </a:p>
          <a:p>
            <a:pPr marL="228599" marR="0" indent="0">
              <a:buFont typeface="Arial"/>
              <a:buNone/>
              <a:defRPr/>
            </a:pPr>
            <a:r>
              <a:rPr lang="es-ES" sz="1600" b="0" i="0" strike="noStrike" cap="none" baseline="0" dirty="0">
                <a:solidFill>
                  <a:srgbClr val="0000FF"/>
                </a:solidFill>
                <a:effectLst/>
                <a:latin typeface="Consolas"/>
                <a:ea typeface="Consolas"/>
                <a:cs typeface="Consolas"/>
              </a:rPr>
              <a:t> </a:t>
            </a:r>
            <a:r>
              <a:rPr lang="es-ES" sz="1600" b="0" i="0" strike="noStrike" cap="none" baseline="0" dirty="0">
                <a:solidFill>
                  <a:srgbClr val="000000"/>
                </a:solidFill>
                <a:effectLst/>
                <a:latin typeface="Consolas"/>
                <a:ea typeface="Consolas"/>
                <a:cs typeface="Consolas"/>
              </a:rPr>
              <a:t>--</a:t>
            </a:r>
            <a:r>
              <a:rPr lang="es-ES" sz="1600" b="0" i="0" strike="noStrike" cap="none" baseline="0" dirty="0" err="1">
                <a:solidFill>
                  <a:srgbClr val="000000"/>
                </a:solidFill>
                <a:effectLst/>
                <a:latin typeface="Consolas"/>
                <a:ea typeface="Consolas"/>
                <a:cs typeface="Consolas"/>
              </a:rPr>
              <a:t>name</a:t>
            </a:r>
            <a:r>
              <a:rPr lang="es-ES" sz="1600" b="0" i="0" strike="noStrike" cap="none" baseline="0" dirty="0">
                <a:solidFill>
                  <a:srgbClr val="000000"/>
                </a:solidFill>
                <a:effectLst/>
                <a:latin typeface="Consolas"/>
                <a:ea typeface="Consolas"/>
                <a:cs typeface="Consolas"/>
              </a:rPr>
              <a:t> </a:t>
            </a:r>
            <a:r>
              <a:rPr lang="es-ES" sz="1600" b="0" i="0" strike="noStrike" cap="none" baseline="0" dirty="0" err="1">
                <a:solidFill>
                  <a:srgbClr val="A31515"/>
                </a:solidFill>
                <a:effectLst/>
                <a:latin typeface="Consolas"/>
                <a:ea typeface="Consolas"/>
                <a:cs typeface="Consolas"/>
              </a:rPr>
              <a:t>myregistry</a:t>
            </a:r>
            <a:r>
              <a:rPr lang="es-ES" sz="1600" b="0" i="0" strike="noStrike" cap="none" baseline="0" dirty="0">
                <a:solidFill>
                  <a:srgbClr val="A31515"/>
                </a:solidFill>
                <a:effectLst/>
                <a:latin typeface="Consolas"/>
                <a:ea typeface="Consolas"/>
                <a:cs typeface="Consolas"/>
              </a:rPr>
              <a:t> \</a:t>
            </a:r>
            <a:endParaRPr sz="4800" dirty="0"/>
          </a:p>
          <a:p>
            <a:pPr marL="228599" marR="0" indent="0">
              <a:buFont typeface="Arial"/>
              <a:buNone/>
              <a:defRPr/>
            </a:pPr>
            <a:r>
              <a:rPr lang="es-ES" sz="1600" b="0" i="0" strike="noStrike" cap="none" baseline="0" dirty="0">
                <a:solidFill>
                  <a:srgbClr val="0000FF"/>
                </a:solidFill>
                <a:effectLst/>
                <a:latin typeface="Consolas"/>
                <a:ea typeface="Consolas"/>
                <a:cs typeface="Consolas"/>
              </a:rPr>
              <a:t> </a:t>
            </a:r>
            <a:r>
              <a:rPr lang="es-ES" sz="1600" b="0" i="0" strike="noStrike" cap="none" baseline="0" dirty="0">
                <a:solidFill>
                  <a:srgbClr val="000000"/>
                </a:solidFill>
                <a:effectLst/>
                <a:latin typeface="Consolas"/>
                <a:ea typeface="Consolas"/>
                <a:cs typeface="Consolas"/>
              </a:rPr>
              <a:t>--</a:t>
            </a:r>
            <a:r>
              <a:rPr lang="es-ES" sz="1600" b="0" i="0" strike="noStrike" cap="none" baseline="0" dirty="0" err="1">
                <a:solidFill>
                  <a:srgbClr val="000000"/>
                </a:solidFill>
                <a:effectLst/>
                <a:latin typeface="Consolas"/>
                <a:ea typeface="Consolas"/>
                <a:cs typeface="Consolas"/>
              </a:rPr>
              <a:t>image</a:t>
            </a:r>
            <a:r>
              <a:rPr lang="es-ES" sz="1600" b="0" i="0" strike="noStrike" cap="none" baseline="0" dirty="0">
                <a:solidFill>
                  <a:srgbClr val="000000"/>
                </a:solidFill>
                <a:effectLst/>
                <a:latin typeface="Consolas"/>
                <a:ea typeface="Consolas"/>
                <a:cs typeface="Consolas"/>
              </a:rPr>
              <a:t> </a:t>
            </a:r>
            <a:r>
              <a:rPr lang="es-ES" sz="1600" b="0" i="0" strike="noStrike" cap="none" baseline="0" dirty="0">
                <a:solidFill>
                  <a:srgbClr val="A31515"/>
                </a:solidFill>
                <a:effectLst/>
                <a:latin typeface="Consolas"/>
                <a:ea typeface="Consolas"/>
                <a:cs typeface="Consolas"/>
              </a:rPr>
              <a:t>inference-api:v1.2.0 \</a:t>
            </a:r>
            <a:endParaRPr sz="4800" dirty="0"/>
          </a:p>
          <a:p>
            <a:pPr marL="228599" marR="0" lvl="0" indent="0">
              <a:buFont typeface="Arial"/>
              <a:buNone/>
              <a:defRPr/>
            </a:pPr>
            <a:r>
              <a:rPr lang="es-ES" sz="1600" b="0" i="0" strike="noStrike" cap="none" baseline="0" dirty="0">
                <a:solidFill>
                  <a:srgbClr val="0000FF"/>
                </a:solidFill>
                <a:effectLst/>
                <a:latin typeface="Consolas"/>
                <a:ea typeface="Consolas"/>
                <a:cs typeface="Consolas"/>
              </a:rPr>
              <a:t> </a:t>
            </a:r>
            <a:r>
              <a:rPr lang="es-ES" sz="1600" b="0" i="0" strike="noStrike" cap="none" baseline="0" dirty="0">
                <a:solidFill>
                  <a:srgbClr val="000000"/>
                </a:solidFill>
                <a:effectLst/>
                <a:latin typeface="Consolas"/>
                <a:ea typeface="Consolas"/>
                <a:cs typeface="Consolas"/>
              </a:rPr>
              <a:t>--</a:t>
            </a:r>
            <a:r>
              <a:rPr lang="es-ES" sz="1600" b="0" i="0" strike="noStrike" cap="none" baseline="0" dirty="0" err="1">
                <a:solidFill>
                  <a:srgbClr val="000000"/>
                </a:solidFill>
                <a:effectLst/>
                <a:latin typeface="Consolas"/>
                <a:ea typeface="Consolas"/>
                <a:cs typeface="Consolas"/>
              </a:rPr>
              <a:t>write-enabled</a:t>
            </a:r>
            <a:r>
              <a:rPr lang="es-ES" sz="1600" b="0" i="0" strike="noStrike" cap="none" baseline="0" dirty="0">
                <a:solidFill>
                  <a:srgbClr val="000000"/>
                </a:solidFill>
                <a:effectLst/>
                <a:latin typeface="Consolas"/>
                <a:ea typeface="Consolas"/>
                <a:cs typeface="Consolas"/>
              </a:rPr>
              <a:t> </a:t>
            </a:r>
            <a:r>
              <a:rPr lang="es-ES" sz="1600" b="0" i="0" strike="noStrike" cap="none" baseline="0" dirty="0">
                <a:solidFill>
                  <a:srgbClr val="A31515"/>
                </a:solidFill>
                <a:effectLst/>
                <a:latin typeface="Consolas"/>
                <a:ea typeface="Consolas"/>
                <a:cs typeface="Consolas"/>
              </a:rPr>
              <a:t>false</a:t>
            </a:r>
            <a:endParaRPr lang="en-US" sz="1000" b="0" i="0" u="none" strike="noStrike" cap="none" spc="0" dirty="0">
              <a:solidFill>
                <a:schemeClr val="tx1"/>
              </a:solidFill>
              <a:latin typeface="Times New Roman"/>
              <a:cs typeface="Times New Roman"/>
            </a:endParaRPr>
          </a:p>
          <a:p>
            <a:pPr lvl="0" algn="l">
              <a:lnSpc>
                <a:spcPct val="100000"/>
              </a:lnSpc>
              <a:spcBef>
                <a:spcPts val="359"/>
              </a:spcBef>
              <a:spcAft>
                <a:spcPts val="719"/>
              </a:spcAft>
              <a:defRPr/>
            </a:pPr>
            <a:r>
              <a:rPr lang="es-ES" sz="2000" b="0" i="0" strike="noStrike" cap="none" baseline="0" dirty="0">
                <a:solidFill>
                  <a:srgbClr val="000000"/>
                </a:solidFill>
                <a:effectLst/>
                <a:latin typeface="Segoe UI"/>
                <a:ea typeface="Segoe UI"/>
                <a:cs typeface="Segoe UI"/>
              </a:rPr>
              <a:t>Limpieza de imágenes sin etiqueta</a:t>
            </a:r>
            <a:endParaRPr sz="1800" dirty="0"/>
          </a:p>
          <a:p>
            <a:pPr marL="228599" marR="0" indent="0">
              <a:buFont typeface="Arial"/>
              <a:buNone/>
              <a:defRPr/>
            </a:pPr>
            <a:r>
              <a:rPr lang="es-ES" sz="1600" b="0" i="0" strike="noStrike" cap="none" baseline="0" dirty="0" err="1">
                <a:solidFill>
                  <a:srgbClr val="0000FF"/>
                </a:solidFill>
                <a:effectLst/>
                <a:latin typeface="Consolas"/>
                <a:ea typeface="Consolas"/>
                <a:cs typeface="Consolas"/>
              </a:rPr>
              <a:t>az</a:t>
            </a:r>
            <a:r>
              <a:rPr lang="es-ES" sz="1600" b="0" i="0" strike="noStrike" cap="none" baseline="0" dirty="0">
                <a:solidFill>
                  <a:srgbClr val="0000FF"/>
                </a:solidFill>
                <a:effectLst/>
                <a:latin typeface="Consolas"/>
                <a:ea typeface="Consolas"/>
                <a:cs typeface="Consolas"/>
              </a:rPr>
              <a:t> </a:t>
            </a:r>
            <a:r>
              <a:rPr lang="es-ES" sz="1600" b="0" i="0" strike="noStrike" cap="none" baseline="0" dirty="0" err="1">
                <a:solidFill>
                  <a:srgbClr val="0000FF"/>
                </a:solidFill>
                <a:effectLst/>
                <a:latin typeface="Consolas"/>
                <a:ea typeface="Consolas"/>
                <a:cs typeface="Consolas"/>
              </a:rPr>
              <a:t>acr</a:t>
            </a:r>
            <a:r>
              <a:rPr lang="es-ES" sz="1600" b="0" i="0" strike="noStrike" cap="none" baseline="0" dirty="0">
                <a:solidFill>
                  <a:srgbClr val="0000FF"/>
                </a:solidFill>
                <a:effectLst/>
                <a:latin typeface="Consolas"/>
                <a:ea typeface="Consolas"/>
                <a:cs typeface="Consolas"/>
              </a:rPr>
              <a:t> </a:t>
            </a:r>
            <a:r>
              <a:rPr lang="es-ES" sz="1600" b="0" i="0" strike="noStrike" cap="none" baseline="0" dirty="0" err="1">
                <a:solidFill>
                  <a:srgbClr val="0000FF"/>
                </a:solidFill>
                <a:effectLst/>
                <a:latin typeface="Consolas"/>
                <a:ea typeface="Consolas"/>
                <a:cs typeface="Consolas"/>
              </a:rPr>
              <a:t>task</a:t>
            </a:r>
            <a:r>
              <a:rPr lang="es-ES" sz="1600" b="0" i="0" strike="noStrike" cap="none" baseline="0" dirty="0">
                <a:solidFill>
                  <a:srgbClr val="0000FF"/>
                </a:solidFill>
                <a:effectLst/>
                <a:latin typeface="Consolas"/>
                <a:ea typeface="Consolas"/>
                <a:cs typeface="Consolas"/>
              </a:rPr>
              <a:t> </a:t>
            </a:r>
            <a:r>
              <a:rPr lang="es-ES" sz="1600" b="0" i="0" strike="noStrike" cap="none" baseline="0" dirty="0" err="1">
                <a:solidFill>
                  <a:srgbClr val="0000FF"/>
                </a:solidFill>
                <a:effectLst/>
                <a:latin typeface="Consolas"/>
                <a:ea typeface="Consolas"/>
                <a:cs typeface="Consolas"/>
              </a:rPr>
              <a:t>create</a:t>
            </a:r>
            <a:r>
              <a:rPr lang="es-ES" sz="1600" b="0" i="0" strike="noStrike" cap="none" baseline="0" dirty="0">
                <a:solidFill>
                  <a:srgbClr val="0000FF"/>
                </a:solidFill>
                <a:effectLst/>
                <a:latin typeface="Consolas"/>
                <a:ea typeface="Consolas"/>
                <a:cs typeface="Consolas"/>
              </a:rPr>
              <a:t> \</a:t>
            </a:r>
            <a:endParaRPr sz="4800" dirty="0"/>
          </a:p>
          <a:p>
            <a:pPr marL="228599" marR="0" indent="0">
              <a:buFont typeface="Arial"/>
              <a:buNone/>
              <a:defRPr/>
            </a:pPr>
            <a:r>
              <a:rPr lang="es-ES" sz="1600" b="0" i="0" strike="noStrike" cap="none" baseline="0" dirty="0">
                <a:solidFill>
                  <a:srgbClr val="0000FF"/>
                </a:solidFill>
                <a:effectLst/>
                <a:latin typeface="Consolas"/>
                <a:ea typeface="Consolas"/>
                <a:cs typeface="Consolas"/>
              </a:rPr>
              <a:t> </a:t>
            </a:r>
            <a:r>
              <a:rPr lang="es-ES" sz="1600" b="0" i="0" strike="noStrike" cap="none" baseline="0" dirty="0">
                <a:solidFill>
                  <a:srgbClr val="000000"/>
                </a:solidFill>
                <a:effectLst/>
                <a:latin typeface="Consolas"/>
                <a:ea typeface="Consolas"/>
                <a:cs typeface="Consolas"/>
              </a:rPr>
              <a:t>--</a:t>
            </a:r>
            <a:r>
              <a:rPr lang="es-ES" sz="1600" b="0" i="0" strike="noStrike" cap="none" baseline="0" dirty="0" err="1">
                <a:solidFill>
                  <a:srgbClr val="000000"/>
                </a:solidFill>
                <a:effectLst/>
                <a:latin typeface="Consolas"/>
                <a:ea typeface="Consolas"/>
                <a:cs typeface="Consolas"/>
              </a:rPr>
              <a:t>registry</a:t>
            </a:r>
            <a:r>
              <a:rPr lang="es-ES" sz="1600" b="0" i="0" strike="noStrike" cap="none" baseline="0" dirty="0">
                <a:solidFill>
                  <a:srgbClr val="000000"/>
                </a:solidFill>
                <a:effectLst/>
                <a:latin typeface="Consolas"/>
                <a:ea typeface="Consolas"/>
                <a:cs typeface="Consolas"/>
              </a:rPr>
              <a:t> </a:t>
            </a:r>
            <a:r>
              <a:rPr lang="es-ES" sz="1600" b="0" i="0" strike="noStrike" cap="none" baseline="0" dirty="0" err="1">
                <a:solidFill>
                  <a:srgbClr val="A31515"/>
                </a:solidFill>
                <a:effectLst/>
                <a:latin typeface="Consolas"/>
                <a:ea typeface="Consolas"/>
                <a:cs typeface="Consolas"/>
              </a:rPr>
              <a:t>myregistry</a:t>
            </a:r>
            <a:r>
              <a:rPr lang="es-ES" sz="1600" b="0" i="0" strike="noStrike" cap="none" baseline="0" dirty="0">
                <a:solidFill>
                  <a:srgbClr val="A31515"/>
                </a:solidFill>
                <a:effectLst/>
                <a:latin typeface="Consolas"/>
                <a:ea typeface="Consolas"/>
                <a:cs typeface="Consolas"/>
              </a:rPr>
              <a:t> \</a:t>
            </a:r>
            <a:endParaRPr sz="4800" dirty="0"/>
          </a:p>
          <a:p>
            <a:pPr marL="228599" marR="0" indent="0">
              <a:buFont typeface="Arial"/>
              <a:buNone/>
              <a:defRPr/>
            </a:pPr>
            <a:r>
              <a:rPr lang="es-ES" sz="1600" b="0" i="0" strike="noStrike" cap="none" baseline="0" dirty="0">
                <a:solidFill>
                  <a:srgbClr val="0000FF"/>
                </a:solidFill>
                <a:effectLst/>
                <a:latin typeface="Consolas"/>
                <a:ea typeface="Consolas"/>
                <a:cs typeface="Consolas"/>
              </a:rPr>
              <a:t> </a:t>
            </a:r>
            <a:r>
              <a:rPr lang="es-ES" sz="1600" b="0" i="0" strike="noStrike" cap="none" baseline="0" dirty="0">
                <a:solidFill>
                  <a:srgbClr val="000000"/>
                </a:solidFill>
                <a:effectLst/>
                <a:latin typeface="Consolas"/>
                <a:ea typeface="Consolas"/>
                <a:cs typeface="Consolas"/>
              </a:rPr>
              <a:t>--</a:t>
            </a:r>
            <a:r>
              <a:rPr lang="es-ES" sz="1600" b="0" i="0" strike="noStrike" cap="none" baseline="0" dirty="0" err="1">
                <a:solidFill>
                  <a:srgbClr val="000000"/>
                </a:solidFill>
                <a:effectLst/>
                <a:latin typeface="Consolas"/>
                <a:ea typeface="Consolas"/>
                <a:cs typeface="Consolas"/>
              </a:rPr>
              <a:t>name</a:t>
            </a:r>
            <a:r>
              <a:rPr lang="es-ES" sz="1600" b="0" i="0" strike="noStrike" cap="none" baseline="0" dirty="0">
                <a:solidFill>
                  <a:srgbClr val="000000"/>
                </a:solidFill>
                <a:effectLst/>
                <a:latin typeface="Consolas"/>
                <a:ea typeface="Consolas"/>
                <a:cs typeface="Consolas"/>
              </a:rPr>
              <a:t> </a:t>
            </a:r>
            <a:r>
              <a:rPr lang="es-ES" sz="1600" b="0" i="0" strike="noStrike" cap="none" baseline="0" dirty="0" err="1">
                <a:solidFill>
                  <a:srgbClr val="A31515"/>
                </a:solidFill>
                <a:effectLst/>
                <a:latin typeface="Consolas"/>
                <a:ea typeface="Consolas"/>
                <a:cs typeface="Consolas"/>
              </a:rPr>
              <a:t>cleanup-untagged</a:t>
            </a:r>
            <a:r>
              <a:rPr lang="es-ES" sz="1600" b="0" i="0" strike="noStrike" cap="none" baseline="0" dirty="0">
                <a:solidFill>
                  <a:srgbClr val="A31515"/>
                </a:solidFill>
                <a:effectLst/>
                <a:latin typeface="Consolas"/>
                <a:ea typeface="Consolas"/>
                <a:cs typeface="Consolas"/>
              </a:rPr>
              <a:t> \</a:t>
            </a:r>
            <a:endParaRPr sz="4800" dirty="0"/>
          </a:p>
          <a:p>
            <a:pPr marL="228599" marR="0" indent="0">
              <a:buFont typeface="Arial"/>
              <a:buNone/>
              <a:defRPr/>
            </a:pPr>
            <a:r>
              <a:rPr lang="es-ES" sz="1600" b="0" i="0" strike="noStrike" cap="none" baseline="0" dirty="0">
                <a:solidFill>
                  <a:srgbClr val="0000FF"/>
                </a:solidFill>
                <a:effectLst/>
                <a:latin typeface="Consolas"/>
                <a:ea typeface="Consolas"/>
                <a:cs typeface="Consolas"/>
              </a:rPr>
              <a:t> </a:t>
            </a:r>
            <a:r>
              <a:rPr lang="es-ES" sz="1600" b="0" i="0" strike="noStrike" cap="none" baseline="0" dirty="0">
                <a:solidFill>
                  <a:srgbClr val="000000"/>
                </a:solidFill>
                <a:effectLst/>
                <a:latin typeface="Consolas"/>
                <a:ea typeface="Consolas"/>
                <a:cs typeface="Consolas"/>
              </a:rPr>
              <a:t>--</a:t>
            </a:r>
            <a:r>
              <a:rPr lang="es-ES" sz="1600" b="0" i="0" strike="noStrike" cap="none" baseline="0" dirty="0" err="1">
                <a:solidFill>
                  <a:srgbClr val="000000"/>
                </a:solidFill>
                <a:effectLst/>
                <a:latin typeface="Consolas"/>
                <a:ea typeface="Consolas"/>
                <a:cs typeface="Consolas"/>
              </a:rPr>
              <a:t>cmd</a:t>
            </a:r>
            <a:r>
              <a:rPr lang="es-ES" sz="1600" b="0" i="0" strike="noStrike" cap="none" baseline="0" dirty="0">
                <a:solidFill>
                  <a:srgbClr val="000000"/>
                </a:solidFill>
                <a:effectLst/>
                <a:latin typeface="Consolas"/>
                <a:ea typeface="Consolas"/>
                <a:cs typeface="Consolas"/>
              </a:rPr>
              <a:t> </a:t>
            </a:r>
            <a:r>
              <a:rPr lang="es-ES" sz="1600" b="0" i="0" strike="noStrike" cap="none" baseline="0" dirty="0">
                <a:solidFill>
                  <a:srgbClr val="A31515"/>
                </a:solidFill>
                <a:effectLst/>
                <a:latin typeface="Consolas"/>
                <a:ea typeface="Consolas"/>
                <a:cs typeface="Consolas"/>
              </a:rPr>
              <a:t>"</a:t>
            </a:r>
            <a:r>
              <a:rPr lang="es-ES" sz="1600" b="0" i="0" strike="noStrike" cap="none" baseline="0" dirty="0" err="1">
                <a:solidFill>
                  <a:srgbClr val="A31515"/>
                </a:solidFill>
                <a:effectLst/>
                <a:latin typeface="Consolas"/>
                <a:ea typeface="Consolas"/>
                <a:cs typeface="Consolas"/>
              </a:rPr>
              <a:t>acr</a:t>
            </a:r>
            <a:r>
              <a:rPr lang="es-ES" sz="1600" b="0" i="0" strike="noStrike" cap="none" baseline="0" dirty="0">
                <a:solidFill>
                  <a:srgbClr val="A31515"/>
                </a:solidFill>
                <a:effectLst/>
                <a:latin typeface="Consolas"/>
                <a:ea typeface="Consolas"/>
                <a:cs typeface="Consolas"/>
              </a:rPr>
              <a:t> </a:t>
            </a:r>
            <a:r>
              <a:rPr lang="es-ES" sz="1600" b="0" i="0" strike="noStrike" cap="none" baseline="0" dirty="0" err="1">
                <a:solidFill>
                  <a:srgbClr val="A31515"/>
                </a:solidFill>
                <a:effectLst/>
                <a:latin typeface="Consolas"/>
                <a:ea typeface="Consolas"/>
                <a:cs typeface="Consolas"/>
              </a:rPr>
              <a:t>purge</a:t>
            </a:r>
            <a:r>
              <a:rPr lang="es-ES" sz="1600" b="0" i="0" strike="noStrike" cap="none" baseline="0" dirty="0">
                <a:solidFill>
                  <a:srgbClr val="A31515"/>
                </a:solidFill>
                <a:effectLst/>
                <a:latin typeface="Consolas"/>
                <a:ea typeface="Consolas"/>
                <a:cs typeface="Consolas"/>
              </a:rPr>
              <a:t> </a:t>
            </a:r>
            <a:r>
              <a:rPr lang="es-ES" sz="1600" b="0" i="0" strike="noStrike" cap="none" baseline="0" dirty="0">
                <a:solidFill>
                  <a:srgbClr val="000000"/>
                </a:solidFill>
                <a:effectLst/>
                <a:latin typeface="Consolas"/>
                <a:ea typeface="Consolas"/>
                <a:cs typeface="Consolas"/>
              </a:rPr>
              <a:t>--</a:t>
            </a:r>
            <a:r>
              <a:rPr lang="es-ES" sz="1600" b="0" i="0" strike="noStrike" cap="none" baseline="0" dirty="0" err="1">
                <a:solidFill>
                  <a:srgbClr val="000000"/>
                </a:solidFill>
                <a:effectLst/>
                <a:latin typeface="Consolas"/>
                <a:ea typeface="Consolas"/>
                <a:cs typeface="Consolas"/>
              </a:rPr>
              <a:t>filter</a:t>
            </a:r>
            <a:r>
              <a:rPr lang="es-ES" sz="1600" b="0" i="0" strike="noStrike" cap="none" baseline="0" dirty="0">
                <a:solidFill>
                  <a:srgbClr val="000000"/>
                </a:solidFill>
                <a:effectLst/>
                <a:latin typeface="Consolas"/>
                <a:ea typeface="Consolas"/>
                <a:cs typeface="Consolas"/>
              </a:rPr>
              <a:t> </a:t>
            </a:r>
            <a:r>
              <a:rPr lang="es-ES" sz="1600" b="0" i="0" strike="noStrike" cap="none" baseline="0" dirty="0">
                <a:solidFill>
                  <a:srgbClr val="A31515"/>
                </a:solidFill>
                <a:effectLst/>
                <a:latin typeface="Consolas"/>
                <a:ea typeface="Consolas"/>
                <a:cs typeface="Consolas"/>
              </a:rPr>
              <a:t>'.*:.*' \</a:t>
            </a:r>
            <a:endParaRPr sz="1600" b="0" i="0" u="none" dirty="0">
              <a:solidFill>
                <a:srgbClr val="000000"/>
              </a:solidFill>
              <a:latin typeface="Consolas"/>
              <a:ea typeface="Consolas"/>
              <a:cs typeface="Consolas"/>
            </a:endParaRPr>
          </a:p>
          <a:p>
            <a:pPr marL="228599" marR="0" indent="0">
              <a:buFont typeface="Arial"/>
              <a:buNone/>
              <a:defRPr/>
            </a:pPr>
            <a:r>
              <a:rPr lang="es-ES" sz="1600" b="0" i="0" strike="noStrike" cap="none" baseline="0" dirty="0">
                <a:solidFill>
                  <a:srgbClr val="000000"/>
                </a:solidFill>
                <a:effectLst/>
                <a:latin typeface="Consolas"/>
                <a:ea typeface="Consolas"/>
                <a:cs typeface="Consolas"/>
              </a:rPr>
              <a:t> --</a:t>
            </a:r>
            <a:r>
              <a:rPr lang="es-ES" sz="1600" b="0" i="0" strike="noStrike" cap="none" baseline="0" dirty="0" err="1">
                <a:solidFill>
                  <a:srgbClr val="000000"/>
                </a:solidFill>
                <a:effectLst/>
                <a:latin typeface="Consolas"/>
                <a:ea typeface="Consolas"/>
                <a:cs typeface="Consolas"/>
              </a:rPr>
              <a:t>untagged</a:t>
            </a:r>
            <a:r>
              <a:rPr lang="es-ES" sz="1600" b="0" i="0" strike="noStrike" cap="none" baseline="0" dirty="0">
                <a:solidFill>
                  <a:srgbClr val="000000"/>
                </a:solidFill>
                <a:effectLst/>
                <a:latin typeface="Consolas"/>
                <a:ea typeface="Consolas"/>
                <a:cs typeface="Consolas"/>
              </a:rPr>
              <a:t> --</a:t>
            </a:r>
            <a:r>
              <a:rPr lang="es-ES" sz="1600" b="0" i="0" strike="noStrike" cap="none" baseline="0" dirty="0" err="1">
                <a:solidFill>
                  <a:srgbClr val="000000"/>
                </a:solidFill>
                <a:effectLst/>
                <a:latin typeface="Consolas"/>
                <a:ea typeface="Consolas"/>
                <a:cs typeface="Consolas"/>
              </a:rPr>
              <a:t>ago</a:t>
            </a:r>
            <a:r>
              <a:rPr lang="es-ES" sz="1600" b="0" i="0" strike="noStrike" cap="none" baseline="0" dirty="0">
                <a:solidFill>
                  <a:srgbClr val="000000"/>
                </a:solidFill>
                <a:effectLst/>
                <a:latin typeface="Consolas"/>
                <a:ea typeface="Consolas"/>
                <a:cs typeface="Consolas"/>
              </a:rPr>
              <a:t> </a:t>
            </a:r>
            <a:r>
              <a:rPr lang="es-ES" sz="1600" b="0" i="0" strike="noStrike" cap="none" baseline="0" dirty="0">
                <a:solidFill>
                  <a:srgbClr val="A31515"/>
                </a:solidFill>
                <a:effectLst/>
                <a:latin typeface="Consolas"/>
                <a:ea typeface="Consolas"/>
                <a:cs typeface="Consolas"/>
              </a:rPr>
              <a:t>7d" \</a:t>
            </a:r>
            <a:endParaRPr sz="4800" dirty="0"/>
          </a:p>
          <a:p>
            <a:pPr marL="228599" marR="0" indent="0">
              <a:buFont typeface="Arial"/>
              <a:buNone/>
              <a:defRPr/>
            </a:pPr>
            <a:r>
              <a:rPr lang="es-ES" sz="1600" b="0" i="0" strike="noStrike" cap="none" baseline="0" dirty="0">
                <a:solidFill>
                  <a:srgbClr val="0000FF"/>
                </a:solidFill>
                <a:effectLst/>
                <a:latin typeface="Consolas"/>
                <a:ea typeface="Consolas"/>
                <a:cs typeface="Consolas"/>
              </a:rPr>
              <a:t> </a:t>
            </a:r>
            <a:r>
              <a:rPr lang="es-ES" sz="1600" b="0" i="0" strike="noStrike" cap="none" baseline="0" dirty="0">
                <a:solidFill>
                  <a:srgbClr val="000000"/>
                </a:solidFill>
                <a:effectLst/>
                <a:latin typeface="Consolas"/>
                <a:ea typeface="Consolas"/>
                <a:cs typeface="Consolas"/>
              </a:rPr>
              <a:t>--</a:t>
            </a:r>
            <a:r>
              <a:rPr lang="es-ES" sz="1600" b="0" i="0" strike="noStrike" cap="none" baseline="0" dirty="0" err="1">
                <a:solidFill>
                  <a:srgbClr val="000000"/>
                </a:solidFill>
                <a:effectLst/>
                <a:latin typeface="Consolas"/>
                <a:ea typeface="Consolas"/>
                <a:cs typeface="Consolas"/>
              </a:rPr>
              <a:t>schedule</a:t>
            </a:r>
            <a:r>
              <a:rPr lang="es-ES" sz="1600" b="0" i="0" strike="noStrike" cap="none" baseline="0" dirty="0">
                <a:solidFill>
                  <a:srgbClr val="000000"/>
                </a:solidFill>
                <a:effectLst/>
                <a:latin typeface="Consolas"/>
                <a:ea typeface="Consolas"/>
                <a:cs typeface="Consolas"/>
              </a:rPr>
              <a:t> </a:t>
            </a:r>
            <a:r>
              <a:rPr lang="es-ES" sz="1600" b="0" i="0" strike="noStrike" cap="none" baseline="0" dirty="0">
                <a:solidFill>
                  <a:srgbClr val="A31515"/>
                </a:solidFill>
                <a:effectLst/>
                <a:latin typeface="Consolas"/>
                <a:ea typeface="Consolas"/>
                <a:cs typeface="Consolas"/>
              </a:rPr>
              <a:t>"0 0 * * 0" \</a:t>
            </a:r>
            <a:endParaRPr sz="4800" dirty="0"/>
          </a:p>
          <a:p>
            <a:pPr marL="228599" marR="0" lvl="0" indent="0">
              <a:buFont typeface="Arial"/>
              <a:buNone/>
              <a:defRPr/>
            </a:pPr>
            <a:r>
              <a:rPr lang="es-ES" sz="1600" b="0" i="0" strike="noStrike" cap="none" baseline="0" dirty="0">
                <a:solidFill>
                  <a:srgbClr val="0000FF"/>
                </a:solidFill>
                <a:effectLst/>
                <a:latin typeface="Consolas"/>
                <a:ea typeface="Consolas"/>
                <a:cs typeface="Consolas"/>
              </a:rPr>
              <a:t> </a:t>
            </a:r>
            <a:r>
              <a:rPr lang="es-ES" sz="1600" b="0" i="0" strike="noStrike" cap="none" baseline="0" dirty="0">
                <a:solidFill>
                  <a:srgbClr val="000000"/>
                </a:solidFill>
                <a:effectLst/>
                <a:latin typeface="Consolas"/>
                <a:ea typeface="Consolas"/>
                <a:cs typeface="Consolas"/>
              </a:rPr>
              <a:t>--</a:t>
            </a:r>
            <a:r>
              <a:rPr lang="es-ES" sz="1600" b="0" i="0" strike="noStrike" cap="none" baseline="0" dirty="0" err="1">
                <a:solidFill>
                  <a:srgbClr val="000000"/>
                </a:solidFill>
                <a:effectLst/>
                <a:latin typeface="Consolas"/>
                <a:ea typeface="Consolas"/>
                <a:cs typeface="Consolas"/>
              </a:rPr>
              <a:t>context</a:t>
            </a:r>
            <a:r>
              <a:rPr lang="es-ES" sz="1600" b="0" i="0" strike="noStrike" cap="none" baseline="0" dirty="0">
                <a:solidFill>
                  <a:srgbClr val="000000"/>
                </a:solidFill>
                <a:effectLst/>
                <a:latin typeface="Consolas"/>
                <a:ea typeface="Consolas"/>
                <a:cs typeface="Consolas"/>
              </a:rPr>
              <a:t> </a:t>
            </a:r>
            <a:r>
              <a:rPr lang="es-ES" sz="1600" b="0" i="0" strike="noStrike" cap="none" baseline="0" dirty="0">
                <a:solidFill>
                  <a:srgbClr val="A31515"/>
                </a:solidFill>
                <a:effectLst/>
                <a:latin typeface="Consolas"/>
                <a:ea typeface="Consolas"/>
                <a:cs typeface="Consolas"/>
              </a:rPr>
              <a:t>/</a:t>
            </a:r>
            <a:r>
              <a:rPr lang="es-ES" sz="1600" b="0" i="0" strike="noStrike" cap="none" baseline="0" dirty="0" err="1">
                <a:solidFill>
                  <a:srgbClr val="A31515"/>
                </a:solidFill>
                <a:effectLst/>
                <a:latin typeface="Consolas"/>
                <a:ea typeface="Consolas"/>
                <a:cs typeface="Consolas"/>
              </a:rPr>
              <a:t>dev</a:t>
            </a:r>
            <a:r>
              <a:rPr lang="es-ES" sz="1600" b="0" i="0" strike="noStrike" cap="none" baseline="0" dirty="0">
                <a:solidFill>
                  <a:srgbClr val="A31515"/>
                </a:solidFill>
                <a:effectLst/>
                <a:latin typeface="Consolas"/>
                <a:ea typeface="Consolas"/>
                <a:cs typeface="Consolas"/>
              </a:rPr>
              <a:t>/</a:t>
            </a:r>
            <a:r>
              <a:rPr lang="es-ES" sz="1600" b="0" i="0" strike="noStrike" cap="none" baseline="0" dirty="0" err="1">
                <a:solidFill>
                  <a:srgbClr val="A31515"/>
                </a:solidFill>
                <a:effectLst/>
                <a:latin typeface="Consolas"/>
                <a:ea typeface="Consolas"/>
                <a:cs typeface="Consolas"/>
              </a:rPr>
              <a:t>null</a:t>
            </a:r>
            <a:endParaRPr sz="1800" dirty="0"/>
          </a:p>
          <a:p>
            <a:pPr lvl="0" algn="l">
              <a:lnSpc>
                <a:spcPct val="100000"/>
              </a:lnSpc>
              <a:spcBef>
                <a:spcPts val="359"/>
              </a:spcBef>
              <a:spcAft>
                <a:spcPts val="719"/>
              </a:spcAft>
              <a:defRPr/>
            </a:pPr>
            <a:r>
              <a:rPr lang="es-ES" sz="2000" b="0" i="0" strike="noStrike" cap="none" baseline="0" dirty="0">
                <a:solidFill>
                  <a:srgbClr val="000000"/>
                </a:solidFill>
                <a:effectLst/>
                <a:latin typeface="Segoe UI"/>
                <a:ea typeface="Segoe UI"/>
                <a:cs typeface="Segoe UI"/>
              </a:rPr>
              <a:t>Patrones de etiqueta única:</a:t>
            </a:r>
            <a:r>
              <a:rPr lang="es-ES" sz="2000" b="0" i="0" strike="noStrike" cap="none" baseline="0" dirty="0">
                <a:solidFill>
                  <a:srgbClr val="000000"/>
                </a:solidFill>
                <a:effectLst/>
                <a:latin typeface="Segoe UI Semibold"/>
                <a:ea typeface="Segoe UI Semibold"/>
                <a:cs typeface="Segoe UI Semibold"/>
              </a:rPr>
              <a:t> </a:t>
            </a:r>
            <a:r>
              <a:rPr lang="es-ES" sz="2000" b="0" i="0" strike="noStrike" cap="none" baseline="0" dirty="0">
                <a:solidFill>
                  <a:srgbClr val="000000"/>
                </a:solidFill>
                <a:effectLst/>
                <a:latin typeface="Segoe UI"/>
                <a:ea typeface="Segoe UI"/>
                <a:cs typeface="Segoe UI"/>
              </a:rPr>
              <a:t>Id. de compilación, Git SHA, marca de tiempo o combinación entre ellos</a:t>
            </a:r>
            <a:endParaRPr sz="1800" dirty="0">
              <a:latin typeface="Segoe UI"/>
              <a:cs typeface="Segoe UI"/>
            </a:endParaRPr>
          </a:p>
          <a:p>
            <a:pPr marL="0" marR="0" lvl="0" indent="0" algn="l">
              <a:lnSpc>
                <a:spcPct val="100000"/>
              </a:lnSpc>
              <a:spcBef>
                <a:spcPct val="0"/>
              </a:spcBef>
              <a:spcAft>
                <a:spcPct val="0"/>
              </a:spcAft>
              <a:buFont typeface="Arial"/>
              <a:buNone/>
              <a:defRPr/>
            </a:pPr>
            <a:endParaRPr lang="en-US" sz="2200" b="0" i="0" u="none" strike="noStrike" cap="none" spc="0" dirty="0">
              <a:solidFill>
                <a:schemeClr val="tx1"/>
              </a:solidFill>
              <a:latin typeface="Segoe UI Semibold"/>
              <a:ea typeface="Segoe UI Semibold"/>
              <a:cs typeface="Segoe UI Semibold"/>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96393948" name="Title 1"/>
          <p:cNvSpPr>
            <a:spLocks noGrp="1"/>
          </p:cNvSpPr>
          <p:nvPr>
            <p:ph type="title"/>
          </p:nvPr>
        </p:nvSpPr>
        <p:spPr bwMode="auto">
          <a:xfrm>
            <a:off x="588261" y="585216"/>
            <a:ext cx="5653640" cy="426720"/>
          </a:xfrm>
        </p:spPr>
        <p:txBody>
          <a:bodyPr/>
          <a:lstStyle/>
          <a:p>
            <a:pPr>
              <a:defRPr/>
            </a:pPr>
            <a:r>
              <a:rPr lang="es-ES" sz="2800" b="0" i="0" strike="noStrike" cap="none" baseline="0">
                <a:solidFill>
                  <a:srgbClr val="000000"/>
                </a:solidFill>
                <a:effectLst/>
                <a:latin typeface="Segoe UI Semibold"/>
                <a:ea typeface="Segoe UI Semibold"/>
                <a:cs typeface="Segoe UI Semibold"/>
              </a:rPr>
              <a:t>Ejercicio</a:t>
            </a:r>
            <a:endParaRPr sz="2800"/>
          </a:p>
        </p:txBody>
      </p:sp>
      <p:sp>
        <p:nvSpPr>
          <p:cNvPr id="1343177582" name="Text Placeholder 4"/>
          <p:cNvSpPr>
            <a:spLocks noGrp="1"/>
          </p:cNvSpPr>
          <p:nvPr>
            <p:ph type="body" sz="quarter" idx="16"/>
          </p:nvPr>
        </p:nvSpPr>
        <p:spPr bwMode="auto">
          <a:xfrm>
            <a:off x="584199" y="1594154"/>
            <a:ext cx="5654932" cy="731520"/>
          </a:xfrm>
        </p:spPr>
        <p:txBody>
          <a:bodyPr/>
          <a:lstStyle/>
          <a:p>
            <a:pPr>
              <a:defRPr/>
            </a:pPr>
            <a:r>
              <a:rPr lang="es-ES" sz="1600" b="0" i="0" strike="noStrike" cap="none" baseline="0">
                <a:solidFill>
                  <a:srgbClr val="000000"/>
                </a:solidFill>
                <a:effectLst/>
                <a:latin typeface="Segoe UI Semibold"/>
                <a:ea typeface="Segoe UI Semibold"/>
                <a:cs typeface="Segoe UI Semibold"/>
              </a:rPr>
              <a:t>Compilar y ejecutar una imagen de contenedor con ACR Tasks</a:t>
            </a:r>
            <a:endParaRPr lang="en-US"/>
          </a:p>
          <a:p>
            <a:pPr>
              <a:defRPr/>
            </a:pPr>
            <a:endParaRPr lang="en-US"/>
          </a:p>
        </p:txBody>
      </p:sp>
      <p:sp>
        <p:nvSpPr>
          <p:cNvPr id="72566786" name="Text Placeholder 61"/>
          <p:cNvSpPr>
            <a:spLocks noGrp="1"/>
          </p:cNvSpPr>
          <p:nvPr>
            <p:ph type="body" sz="quarter" idx="15"/>
          </p:nvPr>
        </p:nvSpPr>
        <p:spPr bwMode="auto">
          <a:xfrm>
            <a:off x="585787" y="2085975"/>
            <a:ext cx="5653806" cy="2438401"/>
          </a:xfrm>
        </p:spPr>
        <p:txBody>
          <a:bodyPr vert="horz" wrap="square" lIns="0" tIns="0" rIns="0" bIns="0" rtlCol="0" anchor="t">
            <a:spAutoFit/>
          </a:bodyPr>
          <a:lstStyle/>
          <a:p>
            <a:pPr marL="0" indent="0">
              <a:buNone/>
              <a:defRPr/>
            </a:pPr>
            <a:r>
              <a:rPr lang="es-ES" sz="1600" b="0" i="0" strike="noStrike" cap="none" baseline="0">
                <a:solidFill>
                  <a:srgbClr val="000000"/>
                </a:solidFill>
                <a:effectLst/>
                <a:latin typeface="Segoe UI"/>
                <a:ea typeface="Segoe UI"/>
                <a:cs typeface="Segoe UI"/>
              </a:rPr>
              <a:t>En este ejercicio, usarás Azure Container Registry (ACR) Tasks para compilar y administrar imágenes de contenedor completamente en la nube, sin necesidad de una instalación local de Docker.</a:t>
            </a:r>
            <a:endParaRPr/>
          </a:p>
          <a:p>
            <a:pPr marL="0" indent="0">
              <a:buNone/>
              <a:defRPr/>
            </a:pPr>
            <a:endParaRPr lang="en-US">
              <a:cs typeface="Segoe UI"/>
            </a:endParaRPr>
          </a:p>
          <a:p>
            <a:pPr marL="0" indent="0">
              <a:buNone/>
              <a:defRPr/>
            </a:pPr>
            <a:r>
              <a:rPr lang="es-ES" sz="1600" b="0" i="0" strike="noStrike" cap="none" baseline="0">
                <a:solidFill>
                  <a:srgbClr val="000000"/>
                </a:solidFill>
                <a:effectLst/>
                <a:latin typeface="Segoe UI Semibold"/>
                <a:ea typeface="Segoe UI Semibold"/>
                <a:cs typeface="Segoe UI Semibold"/>
              </a:rPr>
              <a:t>Tiempo estimado: </a:t>
            </a:r>
            <a:r>
              <a:rPr lang="es-ES" sz="1600" b="0" i="0" strike="noStrike" cap="none" baseline="0">
                <a:solidFill>
                  <a:srgbClr val="000000"/>
                </a:solidFill>
                <a:effectLst/>
                <a:latin typeface="Segoe UI"/>
                <a:ea typeface="Segoe UI"/>
                <a:cs typeface="Segoe UI"/>
              </a:rPr>
              <a:t>30 minutos</a:t>
            </a:r>
            <a:endParaRPr/>
          </a:p>
          <a:p>
            <a:pPr>
              <a:defRPr/>
            </a:pPr>
            <a:endParaRPr lang="en-US">
              <a:cs typeface="Segoe UI"/>
            </a:endParaRPr>
          </a:p>
          <a:p>
            <a:pPr marL="0" indent="0">
              <a:buNone/>
              <a:defRPr/>
            </a:pPr>
            <a:r>
              <a:rPr lang="es-ES" sz="1600" b="0" i="0" strike="noStrike" cap="none" baseline="0">
                <a:solidFill>
                  <a:srgbClr val="000000"/>
                </a:solidFill>
                <a:effectLst/>
                <a:latin typeface="Segoe UI"/>
                <a:ea typeface="Segoe UI"/>
                <a:cs typeface="Segoe UI"/>
              </a:rPr>
              <a:t>Inicia el ejercicio en:</a:t>
            </a:r>
            <a:endParaRPr lang="en-US"/>
          </a:p>
          <a:p>
            <a:pPr marL="0" indent="0">
              <a:buNone/>
              <a:defRPr/>
            </a:pPr>
            <a:r>
              <a:rPr lang="es-ES" sz="1600" b="0" i="0" u="sng" strike="noStrike" cap="none" baseline="0">
                <a:solidFill>
                  <a:srgbClr val="0077D3"/>
                </a:solidFill>
                <a:effectLst/>
                <a:uFill>
                  <a:solidFill>
                    <a:srgbClr val="0077D3"/>
                  </a:solidFill>
                </a:uFill>
                <a:latin typeface="Segoe UI"/>
                <a:ea typeface="Segoe UI"/>
                <a:cs typeface="Segoe UI"/>
                <a:hlinkClick r:id="rId3" history="0"/>
              </a:rPr>
              <a:t>https://go.microsoft.com/fwlink/?linkid=2346552</a:t>
            </a:r>
            <a:endParaRPr/>
          </a:p>
          <a:p>
            <a:pPr marL="0" indent="0">
              <a:buNone/>
              <a:defRPr/>
            </a:pPr>
            <a:endParaRPr lang="en-US"/>
          </a:p>
        </p:txBody>
      </p:sp>
      <p:pic>
        <p:nvPicPr>
          <p:cNvPr id="996133441" name="Picture Placeholder 6">
            <a:extLst>
              <a:ext uri="{C183D7F6-B498-43B3-948B-1728B52AA6E4}">
                <adec:decorative xmlns:adec="http://schemas.microsoft.com/office/drawing/2017/decorative" val="1"/>
              </a:ext>
            </a:extLst>
          </p:cNvPr>
          <p:cNvPicPr>
            <a:picLocks noGrp="1" noChangeAspect="1"/>
          </p:cNvPicPr>
          <p:nvPr>
            <p:ph type="pic" sz="quarter" idx="20"/>
          </p:nvPr>
        </p:nvPicPr>
        <p:blipFill>
          <a:blip r:embed="rId4"/>
          <a:srcRect l="118" r="117"/>
          <a:stretch>
            <a:fillRect/>
          </a:stretch>
        </p:blipFill>
        <p:spPr bwMode="ltGray">
          <a:xfrm>
            <a:off x="7724774" y="2043464"/>
            <a:ext cx="4467225" cy="3307646"/>
          </a:xfrm>
          <a:prstGeom prst="rect">
            <a:avLst/>
          </a:prstGeom>
          <a:solidFill>
            <a:srgbClr val="F4F4F7"/>
          </a:solidFill>
          <a:ln>
            <a:noFill/>
          </a:ln>
        </p:spPr>
      </p:pic>
      <p:sp>
        <p:nvSpPr>
          <p:cNvPr id="1015563039" name="Footer Placeholder 4"/>
          <p:cNvSpPr>
            <a:spLocks noGrp="1"/>
          </p:cNvSpPr>
          <p:nvPr>
            <p:ph type="ftr" sz="quarter" idx="3"/>
          </p:nvPr>
        </p:nvSpPr>
        <p:spPr bwMode="auto">
          <a:xfrm>
            <a:off x="579438" y="6421083"/>
            <a:ext cx="4151312" cy="197976"/>
          </a:xfrm>
        </p:spPr>
        <p:txBody>
          <a:bodyPr/>
          <a:lstStyle/>
          <a:p>
            <a:pPr>
              <a:defRPr/>
            </a:pPr>
            <a:r>
              <a:rPr lang="es-ES" sz="1000" b="0" i="0" strike="noStrike" cap="none" baseline="0">
                <a:solidFill>
                  <a:srgbClr val="000000"/>
                </a:solidFill>
                <a:effectLst/>
                <a:latin typeface="Segoe UI"/>
                <a:ea typeface="Segoe UI"/>
                <a:cs typeface="Segoe UI"/>
              </a:rPr>
              <a:t>© Copyright Microsoft Corporation. Todos los derechos reservados.</a:t>
            </a:r>
            <a:endParaRPr/>
          </a:p>
        </p:txBody>
      </p:sp>
      <p:sp>
        <p:nvSpPr>
          <p:cNvPr id="174280046" name="Flowchart: Off-page Connector 7"/>
          <p:cNvSpPr/>
          <p:nvPr/>
        </p:nvSpPr>
        <p:spPr bwMode="auto">
          <a:xfrm rot="5400000">
            <a:off x="6119824" y="2297181"/>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vert270" wrap="square" lIns="274320" tIns="585216" rIns="274320" bIns="182880" numCol="1" spcCol="0" rtlCol="0" fromWordArt="0" anchor="ctr" anchorCtr="0" forceAA="0" compatLnSpc="1">
            <a:prstTxWarp prst="textNoShape">
              <a:avLst/>
            </a:prstTxWarp>
            <a:noAutofit/>
          </a:bodyPr>
          <a:lstStyle>
            <a:defPPr>
              <a:defRPr lang="en-US"/>
            </a:defPPr>
            <a:lvl1pPr marL="0" algn="l" defTabSz="914367" rtl="0">
              <a:defRPr sz="1750">
                <a:solidFill>
                  <a:schemeClr val="lt1"/>
                </a:solidFill>
                <a:latin typeface="+mn-lt"/>
                <a:ea typeface="+mn-ea"/>
                <a:cs typeface="+mn-cs"/>
              </a:defRPr>
            </a:lvl1pPr>
            <a:lvl2pPr marL="457183" algn="l" defTabSz="914367" rtl="0">
              <a:defRPr sz="1750">
                <a:solidFill>
                  <a:schemeClr val="lt1"/>
                </a:solidFill>
                <a:latin typeface="+mn-lt"/>
                <a:ea typeface="+mn-ea"/>
                <a:cs typeface="+mn-cs"/>
              </a:defRPr>
            </a:lvl2pPr>
            <a:lvl3pPr marL="914367" algn="l" defTabSz="914367" rtl="0">
              <a:defRPr sz="1750">
                <a:solidFill>
                  <a:schemeClr val="lt1"/>
                </a:solidFill>
                <a:latin typeface="+mn-lt"/>
                <a:ea typeface="+mn-ea"/>
                <a:cs typeface="+mn-cs"/>
              </a:defRPr>
            </a:lvl3pPr>
            <a:lvl4pPr marL="1371550" algn="l" defTabSz="914367" rtl="0">
              <a:defRPr sz="1750">
                <a:solidFill>
                  <a:schemeClr val="lt1"/>
                </a:solidFill>
                <a:latin typeface="+mn-lt"/>
                <a:ea typeface="+mn-ea"/>
                <a:cs typeface="+mn-cs"/>
              </a:defRPr>
            </a:lvl4pPr>
            <a:lvl5pPr marL="1828734" algn="l" defTabSz="914367" rtl="0">
              <a:defRPr sz="1750">
                <a:solidFill>
                  <a:schemeClr val="lt1"/>
                </a:solidFill>
                <a:latin typeface="+mn-lt"/>
                <a:ea typeface="+mn-ea"/>
                <a:cs typeface="+mn-cs"/>
              </a:defRPr>
            </a:lvl5pPr>
            <a:lvl6pPr marL="2285918" algn="l" defTabSz="914367" rtl="0">
              <a:defRPr sz="1750">
                <a:solidFill>
                  <a:schemeClr val="lt1"/>
                </a:solidFill>
                <a:latin typeface="+mn-lt"/>
                <a:ea typeface="+mn-ea"/>
                <a:cs typeface="+mn-cs"/>
              </a:defRPr>
            </a:lvl6pPr>
            <a:lvl7pPr marL="2743101" algn="l" defTabSz="914367" rtl="0">
              <a:defRPr sz="1750">
                <a:solidFill>
                  <a:schemeClr val="lt1"/>
                </a:solidFill>
                <a:latin typeface="+mn-lt"/>
                <a:ea typeface="+mn-ea"/>
                <a:cs typeface="+mn-cs"/>
              </a:defRPr>
            </a:lvl7pPr>
            <a:lvl8pPr marL="3200283" algn="l" defTabSz="914367" rtl="0">
              <a:defRPr sz="1750">
                <a:solidFill>
                  <a:schemeClr val="lt1"/>
                </a:solidFill>
                <a:latin typeface="+mn-lt"/>
                <a:ea typeface="+mn-ea"/>
                <a:cs typeface="+mn-cs"/>
              </a:defRPr>
            </a:lvl8pPr>
            <a:lvl9pPr marL="3657469" algn="l" defTabSz="914367" rtl="0">
              <a:defRPr sz="1750">
                <a:solidFill>
                  <a:schemeClr val="lt1"/>
                </a:solidFill>
                <a:latin typeface="+mn-lt"/>
                <a:ea typeface="+mn-ea"/>
                <a:cs typeface="+mn-cs"/>
              </a:defRPr>
            </a:lvl9pPr>
          </a:lstStyle>
          <a:p>
            <a:pPr marL="0" marR="0" lvl="0" indent="0" algn="l" defTabSz="932472" rtl="0">
              <a:lnSpc>
                <a:spcPct val="100000"/>
              </a:lnSpc>
              <a:spcBef>
                <a:spcPct val="0"/>
              </a:spcBef>
              <a:spcAft>
                <a:spcPts val="600"/>
              </a:spcAft>
              <a:buClrTx/>
              <a:buSzTx/>
              <a:buFontTx/>
              <a:buNone/>
              <a:defRPr/>
            </a:pPr>
            <a:r>
              <a:rPr lang="es-ES" sz="1600" b="1" i="0" strike="noStrike" cap="none" baseline="0" dirty="0">
                <a:solidFill>
                  <a:srgbClr val="000000"/>
                </a:solidFill>
                <a:effectLst/>
                <a:latin typeface="Segoe UI Semibold"/>
                <a:ea typeface="Segoe UI Semibold"/>
                <a:cs typeface="Segoe UI Semibold"/>
              </a:rPr>
              <a:t>Instructores: </a:t>
            </a:r>
            <a:endParaRPr lang="en-US" sz="1200" b="1" i="0" u="none" strike="noStrike" cap="none" spc="0" dirty="0">
              <a:ln>
                <a:noFill/>
              </a:ln>
              <a:solidFill>
                <a:srgbClr val="000000"/>
              </a:solidFill>
              <a:latin typeface="Segoe UI Semibold"/>
              <a:ea typeface="Segoe UI"/>
              <a:cs typeface="Segoe UI"/>
            </a:endParaRPr>
          </a:p>
          <a:p>
            <a:pPr marL="0" marR="0" lvl="0" indent="0" algn="l" defTabSz="932472" rtl="0">
              <a:lnSpc>
                <a:spcPct val="100000"/>
              </a:lnSpc>
              <a:spcBef>
                <a:spcPct val="0"/>
              </a:spcBef>
              <a:spcAft>
                <a:spcPts val="600"/>
              </a:spcAft>
              <a:buClrTx/>
              <a:buSzTx/>
              <a:buFontTx/>
              <a:buNone/>
              <a:defRPr/>
            </a:pPr>
            <a:r>
              <a:rPr lang="es-ES" sz="1200" b="0" i="0" strike="noStrike" cap="none" baseline="0" dirty="0">
                <a:solidFill>
                  <a:srgbClr val="000000"/>
                </a:solidFill>
                <a:effectLst/>
                <a:latin typeface="Segoe UI"/>
                <a:ea typeface="Segoe UI"/>
                <a:cs typeface="Segoe UI"/>
              </a:rPr>
              <a:t>Personaliza esta diapositiva para incluir el vínculo al entorno de laboratorio hospedado y las instrucciones personalizadas.</a:t>
            </a:r>
            <a:endParaRPr sz="1600" dirty="0"/>
          </a:p>
          <a:p>
            <a:pPr marL="0" marR="0" lvl="0" indent="0" algn="l" defTabSz="932472" rtl="0">
              <a:lnSpc>
                <a:spcPct val="100000"/>
              </a:lnSpc>
              <a:spcBef>
                <a:spcPct val="0"/>
              </a:spcBef>
              <a:spcAft>
                <a:spcPts val="600"/>
              </a:spcAft>
              <a:buClrTx/>
              <a:buSzTx/>
              <a:buFontTx/>
              <a:buNone/>
              <a:defRPr/>
            </a:pPr>
            <a:r>
              <a:rPr lang="es-ES" sz="1200" b="0" i="0" strike="noStrike" cap="none" baseline="0" dirty="0">
                <a:solidFill>
                  <a:srgbClr val="000000"/>
                </a:solidFill>
                <a:effectLst/>
                <a:latin typeface="Segoe UI"/>
                <a:ea typeface="Segoe UI"/>
                <a:cs typeface="Segoe UI"/>
              </a:rPr>
              <a:t>(a continuación, quita esta flecha)</a:t>
            </a:r>
            <a:endParaRPr sz="160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31937612" name="Title 4"/>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Prueba de conocimientos del módulo 1</a:t>
            </a:r>
            <a:endParaRPr/>
          </a:p>
        </p:txBody>
      </p:sp>
      <p:sp>
        <p:nvSpPr>
          <p:cNvPr id="717170586" name="Oval 8">
            <a:extLst>
              <a:ext uri="{C183D7F6-B498-43B3-948B-1728B52AA6E4}">
                <adec:decorative xmlns:adec="http://schemas.microsoft.com/office/drawing/2017/decorative" val="0"/>
              </a:ext>
            </a:extLst>
          </p:cNvPr>
          <p:cNvSpPr/>
          <p:nvPr/>
        </p:nvSpPr>
        <p:spPr bwMode="auto">
          <a:xfrm>
            <a:off x="697223" y="1783918"/>
            <a:ext cx="636371" cy="63637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597">
              <a:defRPr/>
            </a:pPr>
            <a:r>
              <a:rPr lang="es-ES" sz="2400" b="1" i="0" strike="noStrike" cap="none" baseline="0">
                <a:solidFill>
                  <a:srgbClr val="FFFFFF"/>
                </a:solidFill>
                <a:effectLst/>
                <a:latin typeface="Segoe UI"/>
                <a:ea typeface="Segoe UI"/>
                <a:cs typeface="Segoe UI"/>
              </a:rPr>
              <a:t>1</a:t>
            </a:r>
            <a:endParaRPr lang="en-IN" sz="2400" b="1">
              <a:solidFill>
                <a:schemeClr val="bg1"/>
              </a:solidFill>
            </a:endParaRPr>
          </a:p>
        </p:txBody>
      </p:sp>
      <p:sp>
        <p:nvSpPr>
          <p:cNvPr id="1339900077" name="Text Placeholder 43"/>
          <p:cNvSpPr txBox="1"/>
          <p:nvPr/>
        </p:nvSpPr>
        <p:spPr bwMode="auto">
          <a:xfrm>
            <a:off x="1641206" y="1783917"/>
            <a:ext cx="9217197" cy="1932419"/>
          </a:xfrm>
          <a:prstGeom prst="rect">
            <a:avLst/>
          </a:prstGeom>
        </p:spPr>
        <p:txBody>
          <a:bodyPr vert="horz" lIns="0" tIns="0" rIns="0" bIns="0" rtlCol="0" anchor="t">
            <a:noAutofit/>
          </a:bodyPr>
          <a:lstStyle>
            <a:lvl1pPr marL="228600" indent="-228600" algn="l" defTabSz="914400" rtl="0">
              <a:lnSpc>
                <a:spcPct val="100000"/>
              </a:lnSpc>
              <a:spcBef>
                <a:spcPct val="0"/>
              </a:spcBef>
              <a:buFont typeface="Arial"/>
              <a:buChar char="•"/>
              <a:defRPr sz="2800">
                <a:solidFill>
                  <a:schemeClr val="tx1"/>
                </a:solidFill>
                <a:latin typeface="Segoe UI"/>
                <a:ea typeface="+mn-ea"/>
                <a:cs typeface="Segoe UI"/>
              </a:defRPr>
            </a:lvl1pPr>
            <a:lvl2pPr marL="574675" indent="-234950" algn="l" defTabSz="914400" rtl="0">
              <a:lnSpc>
                <a:spcPct val="100000"/>
              </a:lnSpc>
              <a:spcBef>
                <a:spcPct val="0"/>
              </a:spcBef>
              <a:buFont typeface="Arial"/>
              <a:buChar char="•"/>
              <a:defRPr sz="2400">
                <a:solidFill>
                  <a:schemeClr val="tx1"/>
                </a:solidFill>
                <a:latin typeface="Segoe UI"/>
                <a:ea typeface="+mn-ea"/>
                <a:cs typeface="Segoe UI"/>
              </a:defRPr>
            </a:lvl2pPr>
            <a:lvl3pPr marL="914400" indent="-227013" algn="l" defTabSz="914400" rtl="0">
              <a:lnSpc>
                <a:spcPct val="100000"/>
              </a:lnSpc>
              <a:spcBef>
                <a:spcPct val="0"/>
              </a:spcBef>
              <a:buFont typeface="Arial"/>
              <a:buChar char="•"/>
              <a:defRPr sz="2000">
                <a:solidFill>
                  <a:schemeClr val="tx1"/>
                </a:solidFill>
                <a:latin typeface="Segoe UI"/>
                <a:ea typeface="+mn-ea"/>
                <a:cs typeface="Segoe UI"/>
              </a:defRPr>
            </a:lvl3pPr>
            <a:lvl4pPr marL="1141413" indent="-169862" algn="l" defTabSz="914400" rtl="0">
              <a:lnSpc>
                <a:spcPct val="100000"/>
              </a:lnSpc>
              <a:spcBef>
                <a:spcPct val="0"/>
              </a:spcBef>
              <a:buFont typeface="Arial"/>
              <a:buChar char="•"/>
              <a:defRPr sz="1800">
                <a:solidFill>
                  <a:schemeClr val="tx1"/>
                </a:solidFill>
                <a:latin typeface="Segoe UI"/>
                <a:ea typeface="+mn-ea"/>
                <a:cs typeface="Segoe UI"/>
              </a:defRPr>
            </a:lvl4pPr>
            <a:lvl5pPr marL="1376363" indent="-179388" algn="l" defTabSz="914400" rtl="0">
              <a:lnSpc>
                <a:spcPct val="100000"/>
              </a:lnSpc>
              <a:spcBef>
                <a:spcPct val="0"/>
              </a:spcBef>
              <a:buFont typeface="Arial"/>
              <a:buChar char="•"/>
              <a:defRPr sz="1800">
                <a:solidFill>
                  <a:schemeClr val="tx1"/>
                </a:solidFill>
                <a:latin typeface="Segoe UI"/>
                <a:ea typeface="+mn-ea"/>
                <a:cs typeface="Segoe UI"/>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a:lstStyle>
          <a:p>
            <a:pPr marL="0" indent="0">
              <a:lnSpc>
                <a:spcPct val="110000"/>
              </a:lnSpc>
              <a:spcAft>
                <a:spcPts val="600"/>
              </a:spcAft>
              <a:buNone/>
              <a:defRPr/>
            </a:pPr>
            <a:r>
              <a:rPr lang="es-ES" sz="1600" b="0" i="0" strike="noStrike" cap="none" baseline="0">
                <a:solidFill>
                  <a:srgbClr val="000000"/>
                </a:solidFill>
                <a:effectLst/>
                <a:latin typeface="Segoe UI"/>
                <a:ea typeface="Segoe UI"/>
                <a:cs typeface="Segoe UI"/>
              </a:rPr>
              <a:t>El equipo crea imágenes de contenedor en estaciones de trabajo de desarrollador, lo que conduce a resultados incoherentes. Necesitas todas las imágenes integradas en un entorno controlado. ¿Qué característica de ACR aborda esto?</a:t>
            </a:r>
            <a:endParaRPr/>
          </a:p>
          <a:p>
            <a:pPr marL="228600" marR="0" indent="-228600" algn="l">
              <a:lnSpc>
                <a:spcPct val="100000"/>
              </a:lnSpc>
              <a:spcBef>
                <a:spcPct val="0"/>
              </a:spcBef>
              <a:spcAft>
                <a:spcPct val="0"/>
              </a:spcAft>
              <a:buFont typeface="Arial"/>
              <a:buAutoNum type="alphaUcPeriod"/>
              <a:defRPr/>
            </a:pPr>
            <a:r>
              <a:rPr lang="es-ES" sz="1600" b="0" i="0" strike="noStrike" cap="none" baseline="0">
                <a:solidFill>
                  <a:srgbClr val="000000"/>
                </a:solidFill>
                <a:effectLst/>
                <a:latin typeface="Segoe UI"/>
                <a:ea typeface="Segoe UI"/>
                <a:cs typeface="Segoe UI"/>
              </a:rPr>
              <a:t>Creación rápida de ACR Tasks</a:t>
            </a:r>
            <a:endParaRPr lang="en-US" sz="1600" b="0" i="0" u="none" strike="noStrike" cap="none" spc="0">
              <a:solidFill>
                <a:schemeClr val="tx1"/>
              </a:solidFill>
              <a:latin typeface="Segoe UI"/>
              <a:cs typeface="Segoe UI"/>
            </a:endParaRPr>
          </a:p>
          <a:p>
            <a:pPr marL="228600" marR="0" indent="-228600" algn="l">
              <a:lnSpc>
                <a:spcPct val="100000"/>
              </a:lnSpc>
              <a:spcBef>
                <a:spcPct val="0"/>
              </a:spcBef>
              <a:spcAft>
                <a:spcPct val="0"/>
              </a:spcAft>
              <a:buFont typeface="Arial"/>
              <a:buAutoNum type="alphaUcPeriod"/>
              <a:defRPr/>
            </a:pPr>
            <a:r>
              <a:rPr lang="es-ES" sz="1600" b="0" i="0" strike="noStrike" cap="none" baseline="0">
                <a:solidFill>
                  <a:srgbClr val="000000"/>
                </a:solidFill>
                <a:effectLst/>
                <a:latin typeface="Segoe UI"/>
                <a:ea typeface="Segoe UI"/>
                <a:cs typeface="Segoe UI"/>
              </a:rPr>
              <a:t>Replicación geográfica</a:t>
            </a:r>
            <a:endParaRPr lang="en-US" sz="1600" b="0" i="0" u="none" strike="noStrike" cap="none" spc="0">
              <a:solidFill>
                <a:schemeClr val="tx1"/>
              </a:solidFill>
              <a:latin typeface="Segoe UI"/>
              <a:cs typeface="Segoe UI"/>
            </a:endParaRPr>
          </a:p>
          <a:p>
            <a:pPr marL="228600" marR="0" indent="-228600">
              <a:buAutoNum type="alphaUcPeriod"/>
              <a:defRPr/>
            </a:pPr>
            <a:r>
              <a:rPr lang="es-ES" sz="1600" b="0" i="0" strike="noStrike" cap="none" baseline="0">
                <a:solidFill>
                  <a:srgbClr val="000000"/>
                </a:solidFill>
                <a:effectLst/>
                <a:latin typeface="Segoe UI"/>
                <a:ea typeface="Segoe UI"/>
                <a:cs typeface="Segoe UI"/>
              </a:rPr>
              <a:t>Espacios de nombres del repositorio</a:t>
            </a:r>
            <a:endParaRPr sz="2600"/>
          </a:p>
        </p:txBody>
      </p:sp>
      <p:sp>
        <p:nvSpPr>
          <p:cNvPr id="958171917" name="Oval 10">
            <a:extLst>
              <a:ext uri="{C183D7F6-B498-43B3-948B-1728B52AA6E4}">
                <adec:decorative xmlns:adec="http://schemas.microsoft.com/office/drawing/2017/decorative" val="0"/>
              </a:ext>
            </a:extLst>
          </p:cNvPr>
          <p:cNvSpPr/>
          <p:nvPr/>
        </p:nvSpPr>
        <p:spPr bwMode="auto">
          <a:xfrm>
            <a:off x="697223" y="3862417"/>
            <a:ext cx="636371" cy="63637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597">
              <a:defRPr/>
            </a:pPr>
            <a:r>
              <a:rPr lang="es-ES" sz="2400" b="1" i="0" strike="noStrike" cap="none" baseline="0">
                <a:solidFill>
                  <a:srgbClr val="FFFFFF"/>
                </a:solidFill>
                <a:effectLst/>
                <a:latin typeface="Segoe UI"/>
                <a:ea typeface="Segoe UI"/>
                <a:cs typeface="Segoe UI"/>
              </a:rPr>
              <a:t>2</a:t>
            </a:r>
            <a:endParaRPr lang="en-IN" sz="2400" b="1">
              <a:solidFill>
                <a:schemeClr val="bg1"/>
              </a:solidFill>
            </a:endParaRPr>
          </a:p>
        </p:txBody>
      </p:sp>
      <p:sp>
        <p:nvSpPr>
          <p:cNvPr id="1228046879" name="Text Placeholder 43"/>
          <p:cNvSpPr txBox="1"/>
          <p:nvPr/>
        </p:nvSpPr>
        <p:spPr bwMode="auto">
          <a:xfrm>
            <a:off x="1641206" y="3860982"/>
            <a:ext cx="9217198" cy="2242802"/>
          </a:xfrm>
          <a:prstGeom prst="rect">
            <a:avLst/>
          </a:prstGeom>
        </p:spPr>
        <p:txBody>
          <a:bodyPr vert="horz" lIns="0" tIns="0" rIns="0" bIns="0" rtlCol="0" anchor="t">
            <a:noAutofit/>
          </a:bodyPr>
          <a:lstStyle>
            <a:lvl1pPr marL="228600" indent="-228600" algn="l" defTabSz="914400" rtl="0">
              <a:lnSpc>
                <a:spcPct val="100000"/>
              </a:lnSpc>
              <a:spcBef>
                <a:spcPct val="0"/>
              </a:spcBef>
              <a:buFont typeface="Arial"/>
              <a:buChar char="•"/>
              <a:defRPr sz="2800">
                <a:solidFill>
                  <a:schemeClr val="tx1"/>
                </a:solidFill>
                <a:latin typeface="Segoe UI"/>
                <a:ea typeface="+mn-ea"/>
                <a:cs typeface="Segoe UI"/>
              </a:defRPr>
            </a:lvl1pPr>
            <a:lvl2pPr marL="574675" indent="-234950" algn="l" defTabSz="914400" rtl="0">
              <a:lnSpc>
                <a:spcPct val="100000"/>
              </a:lnSpc>
              <a:spcBef>
                <a:spcPct val="0"/>
              </a:spcBef>
              <a:buFont typeface="Arial"/>
              <a:buChar char="•"/>
              <a:defRPr sz="2400">
                <a:solidFill>
                  <a:schemeClr val="tx1"/>
                </a:solidFill>
                <a:latin typeface="Segoe UI"/>
                <a:ea typeface="+mn-ea"/>
                <a:cs typeface="Segoe UI"/>
              </a:defRPr>
            </a:lvl2pPr>
            <a:lvl3pPr marL="914400" indent="-227013" algn="l" defTabSz="914400" rtl="0">
              <a:lnSpc>
                <a:spcPct val="100000"/>
              </a:lnSpc>
              <a:spcBef>
                <a:spcPct val="0"/>
              </a:spcBef>
              <a:buFont typeface="Arial"/>
              <a:buChar char="•"/>
              <a:defRPr sz="2000">
                <a:solidFill>
                  <a:schemeClr val="tx1"/>
                </a:solidFill>
                <a:latin typeface="Segoe UI"/>
                <a:ea typeface="+mn-ea"/>
                <a:cs typeface="Segoe UI"/>
              </a:defRPr>
            </a:lvl3pPr>
            <a:lvl4pPr marL="1141413" indent="-169862" algn="l" defTabSz="914400" rtl="0">
              <a:lnSpc>
                <a:spcPct val="100000"/>
              </a:lnSpc>
              <a:spcBef>
                <a:spcPct val="0"/>
              </a:spcBef>
              <a:buFont typeface="Arial"/>
              <a:buChar char="•"/>
              <a:defRPr sz="1800">
                <a:solidFill>
                  <a:schemeClr val="tx1"/>
                </a:solidFill>
                <a:latin typeface="Segoe UI"/>
                <a:ea typeface="+mn-ea"/>
                <a:cs typeface="Segoe UI"/>
              </a:defRPr>
            </a:lvl4pPr>
            <a:lvl5pPr marL="1376363" indent="-179388" algn="l" defTabSz="914400" rtl="0">
              <a:lnSpc>
                <a:spcPct val="100000"/>
              </a:lnSpc>
              <a:spcBef>
                <a:spcPct val="0"/>
              </a:spcBef>
              <a:buFont typeface="Arial"/>
              <a:buChar char="•"/>
              <a:defRPr sz="1800">
                <a:solidFill>
                  <a:schemeClr val="tx1"/>
                </a:solidFill>
                <a:latin typeface="Segoe UI"/>
                <a:ea typeface="+mn-ea"/>
                <a:cs typeface="Segoe UI"/>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a:lstStyle>
          <a:p>
            <a:pPr marL="0" indent="0">
              <a:lnSpc>
                <a:spcPct val="110000"/>
              </a:lnSpc>
              <a:spcAft>
                <a:spcPts val="600"/>
              </a:spcAft>
              <a:buNone/>
              <a:defRPr/>
            </a:pPr>
            <a:r>
              <a:rPr lang="es-ES" sz="1600" b="0" i="0" strike="noStrike" cap="none" baseline="0">
                <a:solidFill>
                  <a:srgbClr val="000000"/>
                </a:solidFill>
                <a:effectLst/>
                <a:latin typeface="Segoe UI"/>
                <a:ea typeface="Segoe UI"/>
                <a:cs typeface="Segoe UI"/>
              </a:rPr>
              <a:t>Debes implementar una imagen de contenedor en producción y asegurarte de que cada nodo ejecute exactamente la misma versión, incluso si alguien inserta una nueva imagen con la misma etiqueta. ¿Cómo debes hacer referencia a la imagen?</a:t>
            </a:r>
            <a:endParaRPr lang="en-US"/>
          </a:p>
          <a:p>
            <a:pPr marL="261850" indent="-261850">
              <a:buFont typeface="Arial"/>
              <a:buAutoNum type="alphaUcPeriod"/>
              <a:defRPr/>
            </a:pPr>
            <a:r>
              <a:rPr lang="es-ES" sz="1600" b="0" i="0" strike="noStrike" cap="none" baseline="0">
                <a:solidFill>
                  <a:srgbClr val="000000"/>
                </a:solidFill>
                <a:effectLst/>
                <a:latin typeface="Segoe UI"/>
                <a:ea typeface="Segoe UI"/>
                <a:cs typeface="Segoe UI"/>
              </a:rPr>
              <a:t>Por hash de manifiesto</a:t>
            </a:r>
            <a:endParaRPr lang="en-US" sz="1600" b="0" i="0" u="none" strike="noStrike" cap="none" spc="0">
              <a:solidFill>
                <a:schemeClr val="tx1"/>
              </a:solidFill>
              <a:latin typeface="Segoe UI"/>
              <a:cs typeface="Segoe UI"/>
            </a:endParaRPr>
          </a:p>
          <a:p>
            <a:pPr marL="261850" indent="-261850">
              <a:buFont typeface="Arial"/>
              <a:buAutoNum type="alphaUcPeriod"/>
              <a:defRPr/>
            </a:pPr>
            <a:r>
              <a:rPr lang="es-ES" sz="1600" b="0" i="0" strike="noStrike" cap="none" baseline="0">
                <a:solidFill>
                  <a:srgbClr val="000000"/>
                </a:solidFill>
                <a:effectLst/>
                <a:latin typeface="Segoe UI"/>
                <a:ea typeface="Segoe UI"/>
                <a:cs typeface="Segoe UI"/>
              </a:rPr>
              <a:t>Por la etiqueta latest</a:t>
            </a:r>
            <a:endParaRPr lang="en-US" sz="1600" b="0" i="0" u="none" strike="noStrike" cap="none" spc="0">
              <a:solidFill>
                <a:schemeClr val="tx1"/>
              </a:solidFill>
              <a:latin typeface="Segoe UI"/>
              <a:cs typeface="Segoe UI"/>
            </a:endParaRPr>
          </a:p>
          <a:p>
            <a:pPr marL="228600" marR="0" indent="-228600">
              <a:lnSpc>
                <a:spcPct val="100000"/>
              </a:lnSpc>
              <a:spcBef>
                <a:spcPct val="0"/>
              </a:spcBef>
              <a:spcAft>
                <a:spcPct val="0"/>
              </a:spcAft>
              <a:buFont typeface="Arial"/>
              <a:buAutoNum type="alphaUcPeriod"/>
              <a:defRPr/>
            </a:pPr>
            <a:r>
              <a:rPr lang="es-ES" sz="1600" b="0" i="0" strike="noStrike" cap="none" baseline="0">
                <a:solidFill>
                  <a:srgbClr val="000000"/>
                </a:solidFill>
                <a:effectLst/>
                <a:latin typeface="Segoe UI"/>
                <a:ea typeface="Segoe UI"/>
                <a:cs typeface="Segoe UI"/>
              </a:rPr>
              <a:t>Por etiqueta de versión semántica</a:t>
            </a:r>
            <a:endParaRPr sz="2600"/>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1602337357" name="Title 16"/>
          <p:cNvSpPr txBox="1">
            <a:spLocks noGrp="1"/>
          </p:cNvSpPr>
          <p:nvPr>
            <p:ph type="title"/>
          </p:nvPr>
        </p:nvSpPr>
        <p:spPr bwMode="auto">
          <a:xfrm>
            <a:off x="457200" y="411480"/>
            <a:ext cx="11222610" cy="553998"/>
          </a:xfrm>
          <a:prstGeom prst="rect">
            <a:avLst/>
          </a:prstGeom>
          <a:noFill/>
          <a:ln>
            <a:noFill/>
            <a:prstDash val="solid"/>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a:lnSpc>
                <a:spcPct val="100000"/>
              </a:lnSpc>
              <a:spcBef>
                <a:spcPct val="0"/>
              </a:spcBef>
              <a:buNone/>
              <a:defRPr lang="en-US" sz="3200" b="0" i="0" cap="none" spc="0">
                <a:ln w="3175">
                  <a:noFill/>
                </a:ln>
                <a:solidFill>
                  <a:schemeClr val="tx1"/>
                </a:solidFill>
                <a:latin typeface="+mj-lt"/>
                <a:ea typeface="+mn-ea"/>
                <a:cs typeface="Segoe UI Semibold"/>
              </a:defRPr>
            </a:lvl1pPr>
          </a:lstStyle>
          <a:p>
            <a:pPr>
              <a:defRPr/>
            </a:pPr>
            <a:r>
              <a:rPr lang="en-US" sz="3600">
                <a:cs typeface="Segoe UI Semibold"/>
              </a:rPr>
              <a:t>Interactive Knowledge</a:t>
            </a:r>
            <a:r>
              <a:rPr lang="en-US" sz="3600" b="0" i="0" u="none" strike="noStrike" cap="none" spc="0">
                <a:ln w="3175">
                  <a:noFill/>
                </a:ln>
                <a:latin typeface="+mj-lt"/>
                <a:ea typeface="+mn-ea"/>
                <a:cs typeface="Segoe UI Semibold"/>
              </a:rPr>
              <a:t> check </a:t>
            </a:r>
            <a:endParaRPr/>
          </a:p>
        </p:txBody>
      </p:sp>
      <p:sp>
        <p:nvSpPr>
          <p:cNvPr id="1285155467" name="Text Placeholder 1"/>
          <p:cNvSpPr>
            <a:spLocks noGrp="1"/>
          </p:cNvSpPr>
          <p:nvPr>
            <p:ph type="body" sz="quarter" idx="4294967295"/>
          </p:nvPr>
        </p:nvSpPr>
        <p:spPr bwMode="auto">
          <a:xfrm>
            <a:off x="4798237" y="2051474"/>
            <a:ext cx="6732091" cy="3231239"/>
          </a:xfrm>
        </p:spPr>
        <p:txBody>
          <a:bodyPr vert="horz" wrap="square" lIns="0" tIns="0" rIns="0" bIns="0" rtlCol="0" anchor="t">
            <a:spAutoFit/>
          </a:bodyPr>
          <a:lstStyle/>
          <a:p>
            <a:pPr marL="0" indent="0">
              <a:buNone/>
              <a:defRPr/>
            </a:pPr>
            <a:r>
              <a:rPr lang="en-US" sz="2400" b="0">
                <a:latin typeface="Segoe UI Semibold"/>
                <a:ea typeface="Segoe UI Semibold"/>
                <a:cs typeface="Segoe UI Semibold"/>
              </a:rPr>
              <a:t>Test your knowledge with this real time quiz. </a:t>
            </a:r>
            <a:endParaRPr b="0">
              <a:latin typeface="Segoe UI Semibold"/>
              <a:cs typeface="Segoe UI Semibold"/>
            </a:endParaRPr>
          </a:p>
          <a:p>
            <a:pPr marL="0" indent="0">
              <a:buNone/>
              <a:defRPr/>
            </a:pPr>
            <a:r>
              <a:rPr lang="en-US" sz="2400" b="0">
                <a:latin typeface="Segoe UI Semibold"/>
                <a:ea typeface="Segoe UI Semibold"/>
                <a:cs typeface="Segoe UI Semibold"/>
              </a:rPr>
              <a:t>Prompt Microsoft Copilot Chat: </a:t>
            </a:r>
            <a:endParaRPr lang="en-US"/>
          </a:p>
          <a:p>
            <a:pPr marL="0" indent="0">
              <a:buNone/>
              <a:defRPr/>
            </a:pPr>
            <a:endParaRPr lang="en-US" sz="2400" b="1"/>
          </a:p>
          <a:p>
            <a:pPr marL="0" indent="0">
              <a:buNone/>
              <a:defRPr/>
            </a:pPr>
            <a:r>
              <a:rPr lang="en-US" sz="2000">
                <a:latin typeface="Segoe UI"/>
                <a:ea typeface="Segoe UI"/>
                <a:cs typeface="Segoe UI"/>
              </a:rPr>
              <a:t>As an Azure Container Registry (ACR)  expert, please create three multiple-choice questions that assess knowledge of the creating and managing container images on ACR. Present one question at a time and wait for my response before continuing. After each answer, provide a brief explanation of the correct choice before moving on to the next question.</a:t>
            </a:r>
            <a:endParaRPr/>
          </a:p>
        </p:txBody>
      </p:sp>
      <p:pic>
        <p:nvPicPr>
          <p:cNvPr id="988477299" name="Picture 7">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bwMode="auto">
          <a:xfrm>
            <a:off x="807647" y="2160062"/>
            <a:ext cx="3726421" cy="3257795"/>
          </a:xfrm>
          <a:prstGeom prst="rect">
            <a:avLst/>
          </a:prstGeom>
          <a:ln w="38100">
            <a:solidFill>
              <a:srgbClr val="C73ECC"/>
            </a:solid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70306989" name="Title 9"/>
          <p:cNvSpPr>
            <a:spLocks noGrp="1"/>
          </p:cNvSpPr>
          <p:nvPr>
            <p:ph type="title"/>
          </p:nvPr>
        </p:nvSpPr>
        <p:spPr bwMode="auto"/>
        <p:txBody>
          <a:bodyPr>
            <a:noAutofit/>
          </a:bodyPr>
          <a:lstStyle/>
          <a:p>
            <a:pPr>
              <a:defRPr/>
            </a:pPr>
            <a:r>
              <a:rPr lang="es-ES" sz="2800" b="0" i="0" strike="noStrike" cap="none" baseline="0">
                <a:solidFill>
                  <a:srgbClr val="000000"/>
                </a:solidFill>
                <a:effectLst/>
                <a:latin typeface="Segoe UI Semibold"/>
                <a:ea typeface="Segoe UI Semibold"/>
                <a:cs typeface="Segoe UI Semibold"/>
              </a:rPr>
              <a:t>Resumen del módulo 1</a:t>
            </a:r>
            <a:endParaRPr sz="2800"/>
          </a:p>
        </p:txBody>
      </p:sp>
      <p:sp>
        <p:nvSpPr>
          <p:cNvPr id="1901933155" name="Rounded Rectangle 3_1">
            <a:extLst>
              <a:ext uri="{C183D7F6-B498-43B3-948B-1728B52AA6E4}">
                <adec:decorative xmlns:adec="http://schemas.microsoft.com/office/drawing/2017/decorative" val="1"/>
              </a:ext>
            </a:extLst>
          </p:cNvPr>
          <p:cNvSpPr/>
          <p:nvPr/>
        </p:nvSpPr>
        <p:spPr bwMode="auto">
          <a:xfrm>
            <a:off x="594774" y="1097168"/>
            <a:ext cx="10618657" cy="4328362"/>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numCol="1" spcCol="457200" rtlCol="0" anchor="t"/>
          <a:lstStyle/>
          <a:p>
            <a:pPr marL="0" marR="0" lvl="0" indent="0" algn="l" defTabSz="932742" rtl="0">
              <a:lnSpc>
                <a:spcPct val="100000"/>
              </a:lnSpc>
              <a:spcBef>
                <a:spcPts val="1200"/>
              </a:spcBef>
              <a:spcAft>
                <a:spcPct val="0"/>
              </a:spcAft>
              <a:buClrTx/>
              <a:buSzPct val="90000"/>
              <a:buFont typeface="Wingdings"/>
              <a:buNone/>
              <a:defRPr/>
            </a:pPr>
            <a:r>
              <a:rPr lang="es-ES" sz="1800" b="0" i="0" strike="noStrike" cap="none" baseline="0">
                <a:solidFill>
                  <a:srgbClr val="FFFFFF"/>
                </a:solidFill>
                <a:effectLst/>
                <a:latin typeface="Segoe UI"/>
                <a:ea typeface="Segoe UI"/>
                <a:cs typeface="Segoe UI"/>
              </a:rPr>
              <a:t>La clave de partición es tu decisión de diseño más importante (no se puede cambiar más adelante el cliente singleton). Reutiliza CosmosClient para la agrupación de conexiones y el almacenamiento en caché. Usa lecturas puntuales sobre consultas si conoces el Id. y la clave de partición. Parametriza consultas para la seguridad y el almacenamiento en caché del plan de consulta. Las consultas de partición única cuestan menos que las consultas entre particiones. Supervisa el consumo de RU para identificar oportunidades de optimización. </a:t>
            </a:r>
            <a:endParaRPr lang="en-US" sz="1800">
              <a:solidFill>
                <a:schemeClr val="tx1"/>
              </a:solidFill>
              <a:cs typeface="Segoe UI"/>
            </a:endParaRPr>
          </a:p>
        </p:txBody>
      </p:sp>
      <p:sp>
        <p:nvSpPr>
          <p:cNvPr id="511761036" name="TextBox 2"/>
          <p:cNvSpPr txBox="1"/>
          <p:nvPr/>
        </p:nvSpPr>
        <p:spPr bwMode="auto">
          <a:xfrm>
            <a:off x="889964" y="1435230"/>
            <a:ext cx="9828025" cy="3543909"/>
          </a:xfrm>
          <a:prstGeom prst="rect">
            <a:avLst/>
          </a:prstGeom>
          <a:noFill/>
        </p:spPr>
        <p:txBody>
          <a:bodyPr wrap="square" lIns="91440" tIns="45720" rIns="91440" bIns="45720" anchor="t">
            <a:noAutofit/>
          </a:bodyPr>
          <a:lstStyle/>
          <a:p>
            <a:pPr marL="228600" marR="0" lvl="0" indent="-228600">
              <a:lnSpc>
                <a:spcPct val="100000"/>
              </a:lnSpc>
              <a:spcBef>
                <a:spcPct val="0"/>
              </a:spcBef>
              <a:spcAft>
                <a:spcPts val="719"/>
              </a:spcAft>
              <a:buFont typeface="Arial"/>
              <a:buChar char="•"/>
              <a:defRPr/>
            </a:pPr>
            <a:r>
              <a:rPr lang="es-ES" sz="1800" b="0" i="0" strike="noStrike" cap="none" baseline="0">
                <a:solidFill>
                  <a:srgbClr val="000000"/>
                </a:solidFill>
                <a:effectLst/>
                <a:latin typeface="Segoe UI Semibold"/>
                <a:ea typeface="Segoe UI Semibold"/>
                <a:cs typeface="Segoe UI Semibold"/>
              </a:rPr>
              <a:t>Jerarquía del Registro:</a:t>
            </a:r>
            <a:r>
              <a:rPr lang="es-ES" sz="1800" b="0" i="0" strike="noStrike" cap="none" baseline="0">
                <a:solidFill>
                  <a:srgbClr val="000000"/>
                </a:solidFill>
                <a:effectLst/>
                <a:latin typeface="Segoe UI"/>
                <a:ea typeface="Segoe UI"/>
                <a:cs typeface="Segoe UI"/>
              </a:rPr>
              <a:t> Registro, Repositorio y Artefacto con compatibilidad con el espacio de nombres para la organización</a:t>
            </a:r>
            <a:endParaRPr sz="1800"/>
          </a:p>
          <a:p>
            <a:pPr marL="228600" marR="0" lvl="0" indent="-228600" algn="l">
              <a:lnSpc>
                <a:spcPct val="100000"/>
              </a:lnSpc>
              <a:spcBef>
                <a:spcPct val="0"/>
              </a:spcBef>
              <a:spcAft>
                <a:spcPts val="719"/>
              </a:spcAft>
              <a:buFont typeface="Arial"/>
              <a:buChar char="•"/>
              <a:defRPr/>
            </a:pPr>
            <a:r>
              <a:rPr lang="es-ES" sz="1800" b="0" i="0" strike="noStrike" cap="none" baseline="0">
                <a:solidFill>
                  <a:srgbClr val="000000"/>
                </a:solidFill>
                <a:effectLst/>
                <a:latin typeface="Segoe UI Semibold"/>
                <a:ea typeface="Segoe UI Semibold"/>
                <a:cs typeface="Segoe UI Semibold"/>
              </a:rPr>
              <a:t>Etiquetas frente a resúmenes:</a:t>
            </a:r>
            <a:r>
              <a:rPr lang="es-ES" sz="1800" b="0" i="0" strike="noStrike" cap="none" baseline="0">
                <a:solidFill>
                  <a:srgbClr val="000000"/>
                </a:solidFill>
                <a:effectLst/>
                <a:latin typeface="Segoe UI"/>
                <a:ea typeface="Segoe UI"/>
                <a:cs typeface="Segoe UI"/>
              </a:rPr>
              <a:t> las etiquetas son referencias mutables, y los resúmenes son inmutables para garantizar la reproducibilidad</a:t>
            </a:r>
            <a:endParaRPr sz="1800"/>
          </a:p>
          <a:p>
            <a:pPr marL="228600" marR="0" lvl="0" indent="-228600" algn="l">
              <a:lnSpc>
                <a:spcPct val="100000"/>
              </a:lnSpc>
              <a:spcBef>
                <a:spcPct val="0"/>
              </a:spcBef>
              <a:spcAft>
                <a:spcPts val="719"/>
              </a:spcAft>
              <a:buFont typeface="Arial"/>
              <a:buChar char="•"/>
              <a:defRPr/>
            </a:pPr>
            <a:r>
              <a:rPr lang="es-ES" sz="1800" b="0" i="0" strike="noStrike" cap="none" baseline="0">
                <a:solidFill>
                  <a:srgbClr val="000000"/>
                </a:solidFill>
                <a:effectLst/>
                <a:latin typeface="Segoe UI Semibold"/>
                <a:ea typeface="Segoe UI Semibold"/>
                <a:cs typeface="Segoe UI Semibold"/>
              </a:rPr>
              <a:t>ACR Tasks:</a:t>
            </a:r>
            <a:r>
              <a:rPr lang="es-ES" sz="1800" b="0" i="0" strike="noStrike" cap="none" baseline="0">
                <a:solidFill>
                  <a:srgbClr val="000000"/>
                </a:solidFill>
                <a:effectLst/>
                <a:latin typeface="Segoe UI"/>
                <a:ea typeface="Segoe UI"/>
                <a:cs typeface="Segoe UI"/>
              </a:rPr>
              <a:t> compilaciones basadas en la nube mediante tareas rápidas, desencadenadores automáticos y flujos de trabajo de varios pasos</a:t>
            </a:r>
            <a:endParaRPr sz="1800"/>
          </a:p>
          <a:p>
            <a:pPr marL="228600" marR="0" lvl="0" indent="-228600" algn="l">
              <a:lnSpc>
                <a:spcPct val="100000"/>
              </a:lnSpc>
              <a:spcBef>
                <a:spcPct val="0"/>
              </a:spcBef>
              <a:spcAft>
                <a:spcPts val="719"/>
              </a:spcAft>
              <a:buFont typeface="Arial"/>
              <a:buChar char="•"/>
              <a:defRPr/>
            </a:pPr>
            <a:r>
              <a:rPr lang="es-ES" sz="1800" b="0" i="0" strike="noStrike" cap="none" baseline="0">
                <a:solidFill>
                  <a:srgbClr val="000000"/>
                </a:solidFill>
                <a:effectLst/>
                <a:latin typeface="Segoe UI Semibold"/>
                <a:ea typeface="Segoe UI Semibold"/>
                <a:cs typeface="Segoe UI Semibold"/>
              </a:rPr>
              <a:t>Estrategia de etiquetado:</a:t>
            </a:r>
            <a:r>
              <a:rPr lang="es-ES" sz="1800" b="0" i="0" strike="noStrike" cap="none" baseline="0">
                <a:solidFill>
                  <a:srgbClr val="000000"/>
                </a:solidFill>
                <a:effectLst/>
                <a:latin typeface="Segoe UI"/>
                <a:ea typeface="Segoe UI"/>
                <a:cs typeface="Segoe UI"/>
              </a:rPr>
              <a:t> etiquetas únicas para producción, y etiquetas estables para imágenes base</a:t>
            </a:r>
            <a:endParaRPr sz="1800"/>
          </a:p>
          <a:p>
            <a:pPr marL="228600" marR="0" lvl="0" indent="-228600" algn="l">
              <a:lnSpc>
                <a:spcPct val="100000"/>
              </a:lnSpc>
              <a:spcBef>
                <a:spcPct val="0"/>
              </a:spcBef>
              <a:spcAft>
                <a:spcPts val="719"/>
              </a:spcAft>
              <a:buFont typeface="Arial"/>
              <a:buChar char="•"/>
              <a:defRPr/>
            </a:pPr>
            <a:r>
              <a:rPr lang="es-ES" sz="1800" b="0" i="0" strike="noStrike" cap="none" baseline="0">
                <a:solidFill>
                  <a:srgbClr val="000000"/>
                </a:solidFill>
                <a:effectLst/>
                <a:latin typeface="Segoe UI Semibold"/>
                <a:ea typeface="Segoe UI Semibold"/>
                <a:cs typeface="Segoe UI Semibold"/>
              </a:rPr>
              <a:t>Bloqueo de imágenes:</a:t>
            </a:r>
            <a:r>
              <a:rPr lang="es-ES" sz="1800" b="0" i="0" strike="noStrike" cap="none" baseline="0">
                <a:solidFill>
                  <a:srgbClr val="000000"/>
                </a:solidFill>
                <a:effectLst/>
                <a:latin typeface="Segoe UI"/>
                <a:ea typeface="Segoe UI"/>
                <a:cs typeface="Segoe UI"/>
              </a:rPr>
              <a:t> evita la eliminación accidental con </a:t>
            </a:r>
            <a:r>
              <a:rPr lang="es-ES" sz="1800" b="0" i="0" strike="noStrike" cap="none" baseline="0">
                <a:solidFill>
                  <a:srgbClr val="000000"/>
                </a:solidFill>
                <a:effectLst/>
                <a:latin typeface="Consolas"/>
                <a:ea typeface="Consolas"/>
                <a:cs typeface="Consolas"/>
              </a:rPr>
              <a:t>--write-enabled false</a:t>
            </a:r>
            <a:endParaRPr sz="1800">
              <a:latin typeface="Consolas"/>
              <a:cs typeface="Consolas"/>
            </a:endParaRPr>
          </a:p>
          <a:p>
            <a:pPr marL="228600" marR="0" indent="-228600" algn="l">
              <a:lnSpc>
                <a:spcPct val="100000"/>
              </a:lnSpc>
              <a:spcBef>
                <a:spcPct val="0"/>
              </a:spcBef>
              <a:spcAft>
                <a:spcPts val="719"/>
              </a:spcAft>
              <a:buFont typeface="Arial"/>
              <a:buChar char="•"/>
              <a:defRPr/>
            </a:pPr>
            <a:r>
              <a:rPr lang="es-ES" sz="1800" b="0" i="0" strike="noStrike" cap="none" baseline="0">
                <a:solidFill>
                  <a:srgbClr val="000000"/>
                </a:solidFill>
                <a:effectLst/>
                <a:latin typeface="Segoe UI Semibold"/>
                <a:ea typeface="Segoe UI Semibold"/>
                <a:cs typeface="Segoe UI Semibold"/>
              </a:rPr>
              <a:t>Administración del ciclo de vida:</a:t>
            </a:r>
            <a:r>
              <a:rPr lang="es-ES" sz="1800" b="0" i="0" strike="noStrike" cap="none" baseline="0">
                <a:solidFill>
                  <a:srgbClr val="000000"/>
                </a:solidFill>
                <a:effectLst/>
                <a:latin typeface="Segoe UI"/>
                <a:ea typeface="Segoe UI"/>
                <a:cs typeface="Segoe UI"/>
              </a:rPr>
              <a:t> programa la limpieza de imágenes sin etiquetar para controlar costes de almacenamiento</a:t>
            </a:r>
            <a:endParaRPr sz="2000">
              <a:solidFill>
                <a:prstClr val="black"/>
              </a:solidFill>
              <a:latin typeface="Segoe UI"/>
              <a:cs typeface="Segoe UI"/>
            </a:endParaRP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34651746" name="Title 3"/>
          <p:cNvSpPr>
            <a:spLocks noGrp="1"/>
          </p:cNvSpPr>
          <p:nvPr>
            <p:ph type="title"/>
          </p:nvPr>
        </p:nvSpPr>
        <p:spPr bwMode="auto">
          <a:xfrm>
            <a:off x="581339" y="1676728"/>
            <a:ext cx="6472833" cy="2824439"/>
          </a:xfrm>
        </p:spPr>
        <p:txBody>
          <a:bodyPr/>
          <a:lstStyle/>
          <a:p>
            <a:pPr>
              <a:defRPr/>
            </a:pPr>
            <a:r>
              <a:rPr lang="es-ES" sz="4100" b="0" i="0" strike="noStrike" cap="none" baseline="0">
                <a:solidFill>
                  <a:srgbClr val="000000"/>
                </a:solidFill>
                <a:effectLst/>
                <a:latin typeface="Segoe UI"/>
                <a:ea typeface="Segoe UI"/>
                <a:cs typeface="Segoe UI"/>
              </a:rPr>
              <a:t>Módulo 2: Implementación de contenedores en Azure App Service</a:t>
            </a:r>
            <a:endParaRPr/>
          </a:p>
          <a:p>
            <a:pPr>
              <a:defRPr/>
            </a:pPr>
            <a:endParaRPr lang="en-US"/>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46976266" name="Title 3"/>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Objetivos de aprendizaje</a:t>
            </a:r>
            <a:endParaRPr/>
          </a:p>
        </p:txBody>
      </p:sp>
      <p:sp>
        <p:nvSpPr>
          <p:cNvPr id="1115864114" name="Content Placeholder 2"/>
          <p:cNvSpPr>
            <a:spLocks noGrp="1"/>
          </p:cNvSpPr>
          <p:nvPr>
            <p:ph sz="quarter" idx="10"/>
          </p:nvPr>
        </p:nvSpPr>
        <p:spPr bwMode="auto"/>
        <p:txBody>
          <a:bodyPr vert="horz" lIns="0" tIns="0" rIns="0" bIns="0" rtlCol="0" anchor="t">
            <a:normAutofit/>
          </a:bodyPr>
          <a:lstStyle/>
          <a:p>
            <a:pPr lvl="0">
              <a:lnSpc>
                <a:spcPct val="100000"/>
              </a:lnSpc>
              <a:spcBef>
                <a:spcPct val="0"/>
              </a:spcBef>
              <a:spcAft>
                <a:spcPts val="719"/>
              </a:spcAft>
              <a:defRPr/>
            </a:pPr>
            <a:r>
              <a:rPr lang="es-ES" sz="2400" b="0" i="0" strike="noStrike" cap="none" baseline="0">
                <a:solidFill>
                  <a:srgbClr val="000000"/>
                </a:solidFill>
                <a:effectLst/>
                <a:latin typeface="Segoe UI"/>
                <a:ea typeface="Segoe UI"/>
                <a:cs typeface="Segoe UI"/>
              </a:rPr>
              <a:t>Implementar contenedores personalizados en Azure App Service desde registros de contenedores</a:t>
            </a:r>
            <a:endParaRPr sz="2400"/>
          </a:p>
          <a:p>
            <a:pPr lvl="0">
              <a:lnSpc>
                <a:spcPct val="100000"/>
              </a:lnSpc>
              <a:spcBef>
                <a:spcPct val="0"/>
              </a:spcBef>
              <a:spcAft>
                <a:spcPts val="719"/>
              </a:spcAft>
              <a:defRPr/>
            </a:pPr>
            <a:r>
              <a:rPr lang="es-ES" sz="2400" b="0" i="0" strike="noStrike" cap="none" baseline="0">
                <a:solidFill>
                  <a:srgbClr val="000000"/>
                </a:solidFill>
                <a:effectLst/>
                <a:latin typeface="Segoe UI"/>
                <a:ea typeface="Segoe UI"/>
                <a:cs typeface="Segoe UI"/>
              </a:rPr>
              <a:t>Configurar el comportamiento del tiempo de ejecución del contenedor, incluyendo los comandos de inicio, la configuración del puerto y el almacenamiento persistente</a:t>
            </a:r>
            <a:endParaRPr sz="2400"/>
          </a:p>
          <a:p>
            <a:pPr lvl="0">
              <a:lnSpc>
                <a:spcPct val="100000"/>
              </a:lnSpc>
              <a:spcBef>
                <a:spcPct val="0"/>
              </a:spcBef>
              <a:spcAft>
                <a:spcPts val="719"/>
              </a:spcAft>
              <a:defRPr/>
            </a:pPr>
            <a:r>
              <a:rPr lang="es-ES" sz="2400" b="0" i="0" strike="noStrike" cap="none" baseline="0">
                <a:solidFill>
                  <a:srgbClr val="000000"/>
                </a:solidFill>
                <a:effectLst/>
                <a:latin typeface="Segoe UI"/>
                <a:ea typeface="Segoe UI"/>
                <a:cs typeface="Segoe UI"/>
              </a:rPr>
              <a:t>Configurar la configuración de la aplicación y las cadenas de conexión en App Service</a:t>
            </a:r>
            <a:endParaRPr sz="2400"/>
          </a:p>
          <a:p>
            <a:pPr>
              <a:lnSpc>
                <a:spcPct val="100000"/>
              </a:lnSpc>
              <a:spcBef>
                <a:spcPct val="0"/>
              </a:spcBef>
              <a:spcAft>
                <a:spcPts val="719"/>
              </a:spcAft>
              <a:defRPr/>
            </a:pPr>
            <a:r>
              <a:rPr lang="es-ES" sz="2400" b="0" i="0" strike="noStrike" cap="none" baseline="0">
                <a:solidFill>
                  <a:srgbClr val="000000"/>
                </a:solidFill>
                <a:effectLst/>
                <a:latin typeface="Segoe UI"/>
                <a:ea typeface="Segoe UI"/>
                <a:cs typeface="Segoe UI"/>
              </a:rPr>
              <a:t>Observar y solucionar problemas de aplicaciones en contenedores con el uso de las herramientas de diagnóstico de App Service</a:t>
            </a:r>
            <a:endParaRPr lang="en-US"/>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6735625" name="Title 2"/>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Introducción</a:t>
            </a:r>
            <a:endParaRPr/>
          </a:p>
        </p:txBody>
      </p:sp>
      <p:sp>
        <p:nvSpPr>
          <p:cNvPr id="2105496979" name="Content Placeholder 3"/>
          <p:cNvSpPr>
            <a:spLocks noGrp="1"/>
          </p:cNvSpPr>
          <p:nvPr>
            <p:ph sz="quarter" idx="10"/>
          </p:nvPr>
        </p:nvSpPr>
        <p:spPr bwMode="auto"/>
        <p:txBody>
          <a:bodyPr vert="horz" lIns="0" tIns="0" rIns="0" bIns="0" rtlCol="0" anchor="t">
            <a:normAutofit/>
          </a:bodyPr>
          <a:lstStyle/>
          <a:p>
            <a:pPr>
              <a:lnSpc>
                <a:spcPct val="100000"/>
              </a:lnSpc>
              <a:spcBef>
                <a:spcPct val="0"/>
              </a:spcBef>
              <a:spcAft>
                <a:spcPts val="719"/>
              </a:spcAft>
              <a:defRPr/>
            </a:pPr>
            <a:r>
              <a:rPr lang="es-ES" sz="2400" b="0" i="0" strike="noStrike" cap="none" baseline="0">
                <a:solidFill>
                  <a:srgbClr val="000000"/>
                </a:solidFill>
                <a:effectLst/>
                <a:latin typeface="Segoe UI"/>
                <a:ea typeface="Segoe UI"/>
                <a:cs typeface="Segoe UI"/>
              </a:rPr>
              <a:t>Plataforma totalmente administrada para contenedores de Linux personalizados</a:t>
            </a:r>
            <a:endParaRPr sz="2400" b="0" i="0" u="none" strike="noStrike" cap="none" spc="0">
              <a:solidFill>
                <a:schemeClr val="tx1"/>
              </a:solidFill>
              <a:latin typeface="Segoe UI"/>
              <a:cs typeface="Segoe UI"/>
            </a:endParaRPr>
          </a:p>
          <a:p>
            <a:pPr>
              <a:lnSpc>
                <a:spcPct val="100000"/>
              </a:lnSpc>
              <a:spcBef>
                <a:spcPct val="0"/>
              </a:spcBef>
              <a:spcAft>
                <a:spcPts val="719"/>
              </a:spcAft>
              <a:defRPr/>
            </a:pPr>
            <a:r>
              <a:rPr lang="es-ES" sz="2400" b="0" i="0" strike="noStrike" cap="none" baseline="0">
                <a:solidFill>
                  <a:srgbClr val="000000"/>
                </a:solidFill>
                <a:effectLst/>
                <a:latin typeface="Segoe UI"/>
                <a:ea typeface="Segoe UI"/>
                <a:cs typeface="Segoe UI"/>
              </a:rPr>
              <a:t>Trae tu propia imagen desde cualquier registro de Docker V2</a:t>
            </a:r>
            <a:endParaRPr sz="2400" b="0" i="0" u="none" strike="noStrike" cap="none" spc="0">
              <a:solidFill>
                <a:schemeClr val="tx1"/>
              </a:solidFill>
              <a:latin typeface="Segoe UI"/>
              <a:cs typeface="Segoe UI"/>
            </a:endParaRPr>
          </a:p>
          <a:p>
            <a:pPr>
              <a:lnSpc>
                <a:spcPct val="100000"/>
              </a:lnSpc>
              <a:spcBef>
                <a:spcPct val="0"/>
              </a:spcBef>
              <a:spcAft>
                <a:spcPts val="719"/>
              </a:spcAft>
              <a:defRPr/>
            </a:pPr>
            <a:r>
              <a:rPr lang="es-ES" sz="2400" b="0" i="0" strike="noStrike" cap="none" baseline="0">
                <a:solidFill>
                  <a:srgbClr val="000000"/>
                </a:solidFill>
                <a:effectLst/>
                <a:latin typeface="Segoe UI"/>
                <a:ea typeface="Segoe UI"/>
                <a:cs typeface="Segoe UI"/>
              </a:rPr>
              <a:t>Escalado automático integrado, ranuras de implementación y terminación TLS</a:t>
            </a:r>
            <a:endParaRPr sz="2400" b="0" i="0" u="none" strike="noStrike" cap="none" spc="0">
              <a:solidFill>
                <a:schemeClr val="tx1"/>
              </a:solidFill>
              <a:latin typeface="Segoe UI"/>
              <a:cs typeface="Segoe UI"/>
            </a:endParaRPr>
          </a:p>
          <a:p>
            <a:pPr>
              <a:lnSpc>
                <a:spcPct val="100000"/>
              </a:lnSpc>
              <a:spcBef>
                <a:spcPct val="0"/>
              </a:spcBef>
              <a:spcAft>
                <a:spcPts val="719"/>
              </a:spcAft>
              <a:defRPr/>
            </a:pPr>
            <a:r>
              <a:rPr lang="es-ES" sz="2400" b="0" i="0" strike="noStrike" cap="none" baseline="0">
                <a:solidFill>
                  <a:srgbClr val="000000"/>
                </a:solidFill>
                <a:effectLst/>
                <a:latin typeface="Segoe UI"/>
                <a:ea typeface="Segoe UI"/>
                <a:cs typeface="Segoe UI"/>
              </a:rPr>
              <a:t>Configuración del entorno a través de la configuración de la aplicación insertada como env vars</a:t>
            </a:r>
            <a:endParaRPr sz="2400" b="0" i="0" u="none" strike="noStrike" cap="none" spc="0">
              <a:solidFill>
                <a:schemeClr val="tx1"/>
              </a:solidFill>
              <a:latin typeface="Segoe UI"/>
              <a:cs typeface="Segoe UI"/>
            </a:endParaRPr>
          </a:p>
          <a:p>
            <a:pPr>
              <a:lnSpc>
                <a:spcPct val="100000"/>
              </a:lnSpc>
              <a:spcBef>
                <a:spcPct val="0"/>
              </a:spcBef>
              <a:spcAft>
                <a:spcPts val="719"/>
              </a:spcAft>
              <a:defRPr/>
            </a:pPr>
            <a:r>
              <a:rPr lang="es-ES" sz="2400" b="0" i="0" strike="noStrike" cap="none" baseline="0">
                <a:solidFill>
                  <a:srgbClr val="000000"/>
                </a:solidFill>
                <a:effectLst/>
                <a:latin typeface="Segoe UI"/>
                <a:ea typeface="Segoe UI"/>
                <a:cs typeface="Segoe UI"/>
              </a:rPr>
              <a:t>Diagnósticos integrados: flujo de registro, consola de Kudu y Azure Monitor</a:t>
            </a:r>
            <a:endParaRPr sz="2400" b="0" i="0" u="none" strike="noStrike" cap="none" spc="0">
              <a:solidFill>
                <a:schemeClr val="tx1"/>
              </a:solidFill>
              <a:latin typeface="Segoe UI"/>
              <a:cs typeface="Segoe UI"/>
            </a:endParaRPr>
          </a:p>
          <a:p>
            <a:pPr>
              <a:lnSpc>
                <a:spcPct val="100000"/>
              </a:lnSpc>
              <a:spcBef>
                <a:spcPct val="0"/>
              </a:spcBef>
              <a:spcAft>
                <a:spcPts val="719"/>
              </a:spcAft>
              <a:defRPr/>
            </a:pPr>
            <a:r>
              <a:rPr lang="es-ES" sz="2400" b="0" i="0" strike="noStrike" cap="none" baseline="0">
                <a:solidFill>
                  <a:srgbClr val="000000"/>
                </a:solidFill>
                <a:effectLst/>
                <a:latin typeface="Segoe UI"/>
                <a:ea typeface="Segoe UI"/>
                <a:cs typeface="Segoe UI"/>
              </a:rPr>
              <a:t>Sin administración de la infraestructura. Enfoque centrado en el código de aplicación</a:t>
            </a:r>
            <a:endParaRPr sz="2400"/>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2850533" name="Title 1"/>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Implementación de contenedores en Azure App Service</a:t>
            </a:r>
            <a:endParaRPr/>
          </a:p>
        </p:txBody>
      </p:sp>
      <p:sp>
        <p:nvSpPr>
          <p:cNvPr id="1244519407" name="TextBox 2"/>
          <p:cNvSpPr txBox="1"/>
          <p:nvPr/>
        </p:nvSpPr>
        <p:spPr bwMode="auto">
          <a:xfrm>
            <a:off x="457200" y="1225296"/>
            <a:ext cx="6057900" cy="5053574"/>
          </a:xfrm>
          <a:prstGeom prst="rect">
            <a:avLst/>
          </a:prstGeom>
          <a:noFill/>
        </p:spPr>
        <p:txBody>
          <a:bodyPr rot="0" spcFirstLastPara="0" vertOverflow="overflow" horzOverflow="overflow" vert="horz" wrap="square" lIns="91440" tIns="0" rIns="0" bIns="0" numCol="1" spcCol="0" rtlCol="0" fromWordArt="0" anchor="t" anchorCtr="0" forceAA="0" compatLnSpc="1">
            <a:prstTxWarp prst="textNoShape">
              <a:avLst/>
            </a:prstTxWarp>
            <a:noAutofit/>
          </a:bodyPr>
          <a:lstStyle/>
          <a:p>
            <a:pPr marL="0" marR="0" indent="0" algn="l">
              <a:lnSpc>
                <a:spcPct val="96000"/>
              </a:lnSpc>
              <a:spcBef>
                <a:spcPct val="0"/>
              </a:spcBef>
              <a:spcAft>
                <a:spcPts val="718"/>
              </a:spcAft>
              <a:buFont typeface="Arial"/>
              <a:buNone/>
              <a:defRPr/>
            </a:pPr>
            <a:r>
              <a:rPr lang="es-ES" sz="2000" b="0" i="0" strike="noStrike" cap="none" baseline="0" dirty="0">
                <a:solidFill>
                  <a:srgbClr val="000000"/>
                </a:solidFill>
                <a:effectLst/>
                <a:latin typeface="Segoe UI Semibold"/>
                <a:ea typeface="Segoe UI Semibold"/>
                <a:cs typeface="Segoe UI Semibold"/>
              </a:rPr>
              <a:t>Orígenes de la imagen</a:t>
            </a:r>
            <a:endParaRPr lang="en-US" sz="1800" b="0" i="0" u="none" strike="noStrike" cap="none" spc="0" dirty="0">
              <a:solidFill>
                <a:schemeClr val="tx1"/>
              </a:solidFill>
              <a:latin typeface="Segoe UI"/>
              <a:cs typeface="Segoe UI"/>
            </a:endParaRPr>
          </a:p>
          <a:p>
            <a:pPr marL="228600" marR="0" indent="-228600" algn="l">
              <a:lnSpc>
                <a:spcPct val="100000"/>
              </a:lnSpc>
              <a:spcBef>
                <a:spcPct val="0"/>
              </a:spcBef>
              <a:spcAft>
                <a:spcPts val="358"/>
              </a:spcAft>
              <a:buChar char="•"/>
              <a:defRPr/>
            </a:pPr>
            <a:r>
              <a:rPr lang="es-ES" sz="1800" b="0" i="0" strike="noStrike" cap="none" baseline="0" dirty="0">
                <a:solidFill>
                  <a:srgbClr val="000000"/>
                </a:solidFill>
                <a:effectLst/>
                <a:latin typeface="Segoe UI"/>
                <a:ea typeface="Segoe UI"/>
                <a:cs typeface="Segoe UI"/>
              </a:rPr>
              <a:t>Azure Container </a:t>
            </a:r>
            <a:r>
              <a:rPr lang="es-ES" sz="1800" b="0" i="0" strike="noStrike" cap="none" baseline="0" dirty="0" err="1">
                <a:solidFill>
                  <a:srgbClr val="000000"/>
                </a:solidFill>
                <a:effectLst/>
                <a:latin typeface="Segoe UI"/>
                <a:ea typeface="Segoe UI"/>
                <a:cs typeface="Segoe UI"/>
              </a:rPr>
              <a:t>Registry</a:t>
            </a:r>
            <a:r>
              <a:rPr lang="es-ES" sz="1800" b="0" i="0" strike="noStrike" cap="none" baseline="0" dirty="0">
                <a:solidFill>
                  <a:srgbClr val="000000"/>
                </a:solidFill>
                <a:effectLst/>
                <a:latin typeface="Segoe UI"/>
                <a:ea typeface="Segoe UI"/>
                <a:cs typeface="Segoe UI"/>
              </a:rPr>
              <a:t> (recomendado para producción)</a:t>
            </a:r>
            <a:endParaRPr sz="1800" b="0" i="0" u="none" strike="noStrike" cap="none" spc="0" dirty="0">
              <a:solidFill>
                <a:schemeClr val="tx1"/>
              </a:solidFill>
              <a:latin typeface="Segoe UI"/>
              <a:cs typeface="Segoe UI"/>
            </a:endParaRPr>
          </a:p>
          <a:p>
            <a:pPr marL="228600" marR="0" indent="-228600" algn="l">
              <a:lnSpc>
                <a:spcPct val="100000"/>
              </a:lnSpc>
              <a:spcBef>
                <a:spcPct val="0"/>
              </a:spcBef>
              <a:spcAft>
                <a:spcPts val="358"/>
              </a:spcAft>
              <a:buChar char="•"/>
              <a:defRPr/>
            </a:pPr>
            <a:r>
              <a:rPr lang="es-ES" sz="1800" b="0" i="0" strike="noStrike" cap="none" baseline="0" dirty="0">
                <a:solidFill>
                  <a:srgbClr val="000000"/>
                </a:solidFill>
                <a:effectLst/>
                <a:latin typeface="Segoe UI"/>
                <a:ea typeface="Segoe UI"/>
                <a:cs typeface="Segoe UI"/>
              </a:rPr>
              <a:t>Docker Hub, GitHub Container </a:t>
            </a:r>
            <a:r>
              <a:rPr lang="es-ES" sz="1800" b="0" i="0" strike="noStrike" cap="none" baseline="0" dirty="0" err="1">
                <a:solidFill>
                  <a:srgbClr val="000000"/>
                </a:solidFill>
                <a:effectLst/>
                <a:latin typeface="Segoe UI"/>
                <a:ea typeface="Segoe UI"/>
                <a:cs typeface="Segoe UI"/>
              </a:rPr>
              <a:t>Registry</a:t>
            </a:r>
            <a:r>
              <a:rPr lang="es-ES" sz="1800" b="0" i="0" strike="noStrike" cap="none" baseline="0" dirty="0">
                <a:solidFill>
                  <a:srgbClr val="000000"/>
                </a:solidFill>
                <a:effectLst/>
                <a:latin typeface="Segoe UI"/>
                <a:ea typeface="Segoe UI"/>
                <a:cs typeface="Segoe UI"/>
              </a:rPr>
              <a:t> y registros </a:t>
            </a:r>
            <a:r>
              <a:rPr lang="es-ES" sz="1800" b="0" i="0" strike="noStrike" cap="none" baseline="0" dirty="0" err="1">
                <a:solidFill>
                  <a:srgbClr val="000000"/>
                </a:solidFill>
                <a:effectLst/>
                <a:latin typeface="Segoe UI"/>
                <a:ea typeface="Segoe UI"/>
                <a:cs typeface="Segoe UI"/>
              </a:rPr>
              <a:t>autohospedados</a:t>
            </a:r>
            <a:endParaRPr sz="1800" b="0" i="0" u="none" strike="noStrike" cap="none" spc="0" dirty="0">
              <a:solidFill>
                <a:schemeClr val="tx1"/>
              </a:solidFill>
              <a:latin typeface="Segoe UI"/>
              <a:cs typeface="Segoe UI"/>
            </a:endParaRPr>
          </a:p>
          <a:p>
            <a:pPr marL="0" marR="0" indent="0" algn="l">
              <a:lnSpc>
                <a:spcPct val="96000"/>
              </a:lnSpc>
              <a:spcBef>
                <a:spcPts val="359"/>
              </a:spcBef>
              <a:spcAft>
                <a:spcPts val="718"/>
              </a:spcAft>
              <a:buFont typeface="Arial"/>
              <a:buNone/>
              <a:defRPr/>
            </a:pPr>
            <a:r>
              <a:rPr lang="es-ES" sz="2000" b="0" i="0" strike="noStrike" cap="none" baseline="0" dirty="0">
                <a:solidFill>
                  <a:srgbClr val="000000"/>
                </a:solidFill>
                <a:effectLst/>
                <a:latin typeface="Segoe UI Semibold"/>
                <a:ea typeface="Segoe UI Semibold"/>
                <a:cs typeface="Segoe UI Semibold"/>
              </a:rPr>
              <a:t>Autenticación de ACR</a:t>
            </a:r>
            <a:endParaRPr sz="1800" b="0" i="0" u="none" strike="noStrike" cap="none" spc="0" dirty="0">
              <a:solidFill>
                <a:schemeClr val="tx1"/>
              </a:solidFill>
              <a:latin typeface="Segoe UI"/>
              <a:cs typeface="Segoe UI"/>
            </a:endParaRPr>
          </a:p>
          <a:p>
            <a:pPr marL="228600" marR="0" indent="-228600" algn="l">
              <a:lnSpc>
                <a:spcPct val="100000"/>
              </a:lnSpc>
              <a:spcBef>
                <a:spcPct val="0"/>
              </a:spcBef>
              <a:spcAft>
                <a:spcPts val="358"/>
              </a:spcAft>
              <a:buChar char="•"/>
              <a:defRPr/>
            </a:pPr>
            <a:r>
              <a:rPr lang="es-ES" sz="1800" b="0" i="0" strike="noStrike" cap="none" baseline="0" dirty="0">
                <a:solidFill>
                  <a:srgbClr val="000000"/>
                </a:solidFill>
                <a:effectLst/>
                <a:latin typeface="Segoe UI"/>
                <a:ea typeface="Segoe UI"/>
                <a:cs typeface="Segoe UI"/>
              </a:rPr>
              <a:t>Identidad administrada (asignada por el sistema o por el usuario) con rol </a:t>
            </a:r>
            <a:r>
              <a:rPr lang="es-ES" sz="1800" b="0" i="0" strike="noStrike" cap="none" baseline="0" dirty="0" err="1">
                <a:solidFill>
                  <a:srgbClr val="000000"/>
                </a:solidFill>
                <a:effectLst/>
                <a:latin typeface="Segoe UI"/>
                <a:ea typeface="Segoe UI"/>
                <a:cs typeface="Segoe UI"/>
              </a:rPr>
              <a:t>AcrPull</a:t>
            </a:r>
            <a:endParaRPr lang="en-US" sz="1800" b="0" i="0" u="none" strike="noStrike" cap="none" spc="0" dirty="0">
              <a:solidFill>
                <a:schemeClr val="tx1"/>
              </a:solidFill>
              <a:latin typeface="Segoe UI"/>
              <a:cs typeface="Segoe UI"/>
            </a:endParaRPr>
          </a:p>
          <a:p>
            <a:pPr marL="228600" marR="0" indent="-228600" algn="l">
              <a:lnSpc>
                <a:spcPct val="100000"/>
              </a:lnSpc>
              <a:spcBef>
                <a:spcPct val="0"/>
              </a:spcBef>
              <a:spcAft>
                <a:spcPts val="358"/>
              </a:spcAft>
              <a:buChar char="•"/>
              <a:defRPr/>
            </a:pPr>
            <a:r>
              <a:rPr lang="es-ES" sz="1800" b="0" i="0" strike="noStrike" cap="none" baseline="0" dirty="0">
                <a:solidFill>
                  <a:srgbClr val="000000"/>
                </a:solidFill>
                <a:effectLst/>
                <a:latin typeface="Segoe UI"/>
                <a:ea typeface="Segoe UI"/>
                <a:cs typeface="Segoe UI"/>
              </a:rPr>
              <a:t>Credenciales de administrador para escenarios de desarrollo/pruebas</a:t>
            </a:r>
            <a:endParaRPr lang="en-US" sz="1800" b="0" i="0" u="none" strike="noStrike" cap="none" spc="0" dirty="0">
              <a:solidFill>
                <a:schemeClr val="tx1"/>
              </a:solidFill>
              <a:latin typeface="Segoe UI"/>
              <a:cs typeface="Segoe UI"/>
            </a:endParaRPr>
          </a:p>
          <a:p>
            <a:pPr marL="0" marR="0" indent="0" algn="l">
              <a:lnSpc>
                <a:spcPct val="96000"/>
              </a:lnSpc>
              <a:spcBef>
                <a:spcPts val="359"/>
              </a:spcBef>
              <a:spcAft>
                <a:spcPts val="718"/>
              </a:spcAft>
              <a:buFont typeface="Arial"/>
              <a:buNone/>
              <a:defRPr/>
            </a:pPr>
            <a:r>
              <a:rPr lang="es-ES" sz="2000" b="0" i="0" strike="noStrike" cap="none" baseline="0" dirty="0">
                <a:solidFill>
                  <a:srgbClr val="000000"/>
                </a:solidFill>
                <a:effectLst/>
                <a:latin typeface="Segoe UI Semibold"/>
                <a:ea typeface="Segoe UI Semibold"/>
                <a:cs typeface="Segoe UI Semibold"/>
              </a:rPr>
              <a:t>Métodos de implementación</a:t>
            </a:r>
            <a:endParaRPr lang="en-US" sz="1800" b="0" i="0" u="none" strike="noStrike" cap="none" spc="0" dirty="0">
              <a:solidFill>
                <a:schemeClr val="tx1"/>
              </a:solidFill>
              <a:latin typeface="Segoe UI"/>
              <a:cs typeface="Segoe UI"/>
            </a:endParaRPr>
          </a:p>
          <a:p>
            <a:pPr marL="228600" marR="0" indent="-228600" algn="l">
              <a:lnSpc>
                <a:spcPct val="100000"/>
              </a:lnSpc>
              <a:spcBef>
                <a:spcPct val="0"/>
              </a:spcBef>
              <a:spcAft>
                <a:spcPts val="358"/>
              </a:spcAft>
              <a:buChar char="•"/>
              <a:defRPr/>
            </a:pPr>
            <a:r>
              <a:rPr lang="es-ES" sz="1800" b="0" i="0" strike="noStrike" cap="none" baseline="0" dirty="0">
                <a:solidFill>
                  <a:srgbClr val="000000"/>
                </a:solidFill>
                <a:effectLst/>
                <a:latin typeface="Segoe UI"/>
                <a:ea typeface="Segoe UI"/>
                <a:cs typeface="Segoe UI"/>
              </a:rPr>
              <a:t>Experiencia guiada de Azure Portal</a:t>
            </a:r>
            <a:endParaRPr lang="en-US" sz="1800" b="0" i="0" u="none" strike="noStrike" cap="none" spc="0" dirty="0">
              <a:solidFill>
                <a:schemeClr val="tx1"/>
              </a:solidFill>
              <a:latin typeface="Segoe UI"/>
              <a:cs typeface="Segoe UI"/>
            </a:endParaRPr>
          </a:p>
          <a:p>
            <a:pPr marL="228600" marR="0" indent="-228600" algn="l">
              <a:lnSpc>
                <a:spcPct val="100000"/>
              </a:lnSpc>
              <a:spcBef>
                <a:spcPct val="0"/>
              </a:spcBef>
              <a:spcAft>
                <a:spcPts val="358"/>
              </a:spcAft>
              <a:buChar char="•"/>
              <a:defRPr/>
            </a:pPr>
            <a:r>
              <a:rPr lang="es-ES" sz="1800" b="0" i="0" strike="noStrike" cap="none" baseline="0" dirty="0">
                <a:solidFill>
                  <a:srgbClr val="000000"/>
                </a:solidFill>
                <a:effectLst/>
                <a:latin typeface="Segoe UI"/>
                <a:ea typeface="Segoe UI"/>
                <a:cs typeface="Segoe UI"/>
              </a:rPr>
              <a:t>Azure CLI y VS </a:t>
            </a:r>
            <a:r>
              <a:rPr lang="es-ES" sz="1800" b="0" i="0" strike="noStrike" cap="none" baseline="0" dirty="0" err="1">
                <a:solidFill>
                  <a:srgbClr val="000000"/>
                </a:solidFill>
                <a:effectLst/>
                <a:latin typeface="Segoe UI"/>
                <a:ea typeface="Segoe UI"/>
                <a:cs typeface="Segoe UI"/>
              </a:rPr>
              <a:t>Code</a:t>
            </a:r>
            <a:r>
              <a:rPr lang="es-ES" sz="1800" b="0" i="0" strike="noStrike" cap="none" baseline="0" dirty="0">
                <a:solidFill>
                  <a:srgbClr val="000000"/>
                </a:solidFill>
                <a:effectLst/>
                <a:latin typeface="Segoe UI"/>
                <a:ea typeface="Segoe UI"/>
                <a:cs typeface="Segoe UI"/>
              </a:rPr>
              <a:t> con las extensiones Docker y App </a:t>
            </a:r>
            <a:r>
              <a:rPr lang="es-ES" sz="1800" b="0" i="0" strike="noStrike" cap="none" baseline="0" dirty="0" err="1">
                <a:solidFill>
                  <a:srgbClr val="000000"/>
                </a:solidFill>
                <a:effectLst/>
                <a:latin typeface="Segoe UI"/>
                <a:ea typeface="Segoe UI"/>
                <a:cs typeface="Segoe UI"/>
              </a:rPr>
              <a:t>Service</a:t>
            </a:r>
            <a:endParaRPr lang="en-US" sz="1800" b="0" i="0" u="none" strike="noStrike" cap="none" spc="0" dirty="0">
              <a:solidFill>
                <a:schemeClr val="tx1"/>
              </a:solidFill>
              <a:latin typeface="Segoe UI"/>
              <a:cs typeface="Segoe UI"/>
            </a:endParaRPr>
          </a:p>
          <a:p>
            <a:pPr marL="228600" marR="0" indent="-228600" algn="l">
              <a:lnSpc>
                <a:spcPct val="100000"/>
              </a:lnSpc>
              <a:spcBef>
                <a:spcPct val="0"/>
              </a:spcBef>
              <a:spcAft>
                <a:spcPts val="358"/>
              </a:spcAft>
              <a:buChar char="•"/>
              <a:defRPr/>
            </a:pPr>
            <a:r>
              <a:rPr lang="es-ES" sz="1800" b="0" i="0" strike="noStrike" cap="none" baseline="0" dirty="0">
                <a:solidFill>
                  <a:srgbClr val="000000"/>
                </a:solidFill>
                <a:effectLst/>
                <a:latin typeface="Segoe UI"/>
                <a:ea typeface="Segoe UI"/>
                <a:cs typeface="Segoe UI"/>
              </a:rPr>
              <a:t>Implementación continua a través del </a:t>
            </a:r>
            <a:r>
              <a:rPr lang="es-ES" sz="1800" b="0" i="0" strike="noStrike" cap="none" baseline="0" dirty="0" err="1">
                <a:solidFill>
                  <a:srgbClr val="000000"/>
                </a:solidFill>
                <a:effectLst/>
                <a:latin typeface="Segoe UI"/>
                <a:ea typeface="Segoe UI"/>
                <a:cs typeface="Segoe UI"/>
              </a:rPr>
              <a:t>webhook</a:t>
            </a:r>
            <a:r>
              <a:rPr lang="es-ES" sz="1800" b="0" i="0" strike="noStrike" cap="none" baseline="0" dirty="0">
                <a:solidFill>
                  <a:srgbClr val="000000"/>
                </a:solidFill>
                <a:effectLst/>
                <a:latin typeface="Segoe UI"/>
                <a:ea typeface="Segoe UI"/>
                <a:cs typeface="Segoe UI"/>
              </a:rPr>
              <a:t> de ACR</a:t>
            </a:r>
            <a:endParaRPr dirty="0">
              <a:latin typeface="Segoe UI"/>
              <a:cs typeface="Segoe UI"/>
            </a:endParaRPr>
          </a:p>
        </p:txBody>
      </p:sp>
      <p:pic>
        <p:nvPicPr>
          <p:cNvPr id="194442596" name="Picture 1" descr="Flow chart showing three container registries merging into Azure App Service and then to users&#10;"/>
          <p:cNvPicPr>
            <a:picLocks noGrp="1" noChangeAspect="1"/>
          </p:cNvPicPr>
          <p:nvPr/>
        </p:nvPicPr>
        <p:blipFill>
          <a:blip>
            <a:extLst>
              <a:ext uri="{96DAC541-7B7A-43D3-8B79-37D633B846F1}">
                <asvg:svgBlip xmlns:asvg="http://schemas.microsoft.com/office/drawing/2016/SVG/main" r:embed="rId3"/>
              </a:ext>
            </a:extLst>
          </a:blip>
          <a:stretch>
            <a:fillRect/>
          </a:stretch>
        </p:blipFill>
        <p:spPr bwMode="auto">
          <a:xfrm>
            <a:off x="7017342" y="1371599"/>
            <a:ext cx="4297680" cy="4297680"/>
          </a:xfrm>
          <a:prstGeom prst="rect">
            <a:avLst/>
          </a:prstGeom>
          <a:noFill/>
          <a:ln w="9525">
            <a:noFill/>
          </a:ln>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28320" name="Title 1"/>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Configuración del comportamiento del tiempo de ejecución del contenedor</a:t>
            </a:r>
            <a:endParaRPr/>
          </a:p>
        </p:txBody>
      </p:sp>
      <p:sp>
        <p:nvSpPr>
          <p:cNvPr id="1332732610" name="TextBox 2"/>
          <p:cNvSpPr txBox="1"/>
          <p:nvPr/>
        </p:nvSpPr>
        <p:spPr bwMode="auto">
          <a:xfrm>
            <a:off x="457199" y="1225296"/>
            <a:ext cx="9175602" cy="5053574"/>
          </a:xfrm>
          <a:prstGeom prst="rect">
            <a:avLst/>
          </a:prstGeom>
          <a:noFill/>
        </p:spPr>
        <p:txBody>
          <a:bodyPr rot="0" spcFirstLastPara="0" vertOverflow="overflow" horzOverflow="overflow" vert="horz" wrap="square" lIns="91440" tIns="0" rIns="0" bIns="0" numCol="1" spcCol="0" rtlCol="0" fromWordArt="0" anchor="t" anchorCtr="0" forceAA="0" compatLnSpc="1">
            <a:prstTxWarp prst="textNoShape">
              <a:avLst/>
            </a:prstTxWarp>
            <a:noAutofit/>
          </a:bodyPr>
          <a:lstStyle/>
          <a:p>
            <a:pPr marL="0" marR="0" indent="0" algn="l">
              <a:lnSpc>
                <a:spcPct val="96000"/>
              </a:lnSpc>
              <a:spcBef>
                <a:spcPct val="0"/>
              </a:spcBef>
              <a:spcAft>
                <a:spcPts val="359"/>
              </a:spcAft>
              <a:buFont typeface="Arial"/>
              <a:buNone/>
              <a:defRPr/>
            </a:pPr>
            <a:r>
              <a:rPr lang="es-ES" sz="2000" b="0" i="0" strike="noStrike" cap="none" baseline="0">
                <a:solidFill>
                  <a:srgbClr val="000000"/>
                </a:solidFill>
                <a:effectLst/>
                <a:latin typeface="Segoe UI Semibold"/>
                <a:ea typeface="Segoe UI Semibold"/>
                <a:cs typeface="Segoe UI Semibold"/>
              </a:rPr>
              <a:t>Comando de inicio</a:t>
            </a:r>
            <a:endParaRPr lang="en-US" sz="1800" b="0" i="0" u="none" strike="noStrike" cap="none" spc="0">
              <a:solidFill>
                <a:schemeClr val="tx1"/>
              </a:solidFill>
              <a:latin typeface="Segoe UI"/>
              <a:cs typeface="Segoe UI"/>
            </a:endParaRPr>
          </a:p>
          <a:p>
            <a:pPr marL="228600" marR="0" indent="-228600" algn="l">
              <a:lnSpc>
                <a:spcPct val="100000"/>
              </a:lnSpc>
              <a:spcBef>
                <a:spcPct val="0"/>
              </a:spcBef>
              <a:spcAft>
                <a:spcPts val="358"/>
              </a:spcAft>
              <a:buChar char="•"/>
              <a:defRPr/>
            </a:pPr>
            <a:r>
              <a:rPr lang="es-ES" sz="1800" b="0" i="0" strike="noStrike" cap="none" baseline="0">
                <a:solidFill>
                  <a:srgbClr val="000000"/>
                </a:solidFill>
                <a:effectLst/>
                <a:latin typeface="Segoe UI"/>
                <a:ea typeface="Segoe UI"/>
                <a:cs typeface="Segoe UI"/>
              </a:rPr>
              <a:t>Invalida Dockerfile CMD (ENTRYPOINT sin cambios)</a:t>
            </a:r>
            <a:endParaRPr lang="en-US" sz="1800" b="0" i="0" u="none" strike="noStrike" cap="none" spc="0">
              <a:solidFill>
                <a:schemeClr val="tx1"/>
              </a:solidFill>
              <a:latin typeface="Segoe UI"/>
              <a:cs typeface="Segoe UI"/>
            </a:endParaRPr>
          </a:p>
          <a:p>
            <a:pPr marL="228600" marR="0" indent="-228600" algn="l">
              <a:lnSpc>
                <a:spcPct val="100000"/>
              </a:lnSpc>
              <a:spcBef>
                <a:spcPct val="0"/>
              </a:spcBef>
              <a:spcAft>
                <a:spcPts val="358"/>
              </a:spcAft>
              <a:buChar char="•"/>
              <a:defRPr/>
            </a:pPr>
            <a:r>
              <a:rPr lang="es-ES" sz="1800" b="0" i="0" strike="noStrike" cap="none" baseline="0">
                <a:solidFill>
                  <a:srgbClr val="000000"/>
                </a:solidFill>
                <a:effectLst/>
                <a:latin typeface="Segoe UI"/>
                <a:ea typeface="Segoe UI"/>
                <a:cs typeface="Segoe UI"/>
              </a:rPr>
              <a:t>Uso para argumentos, migraciones y configuraciones personalizadas en tiempo de ejecución</a:t>
            </a:r>
            <a:endParaRPr lang="en-US" sz="2000" b="0" i="0" u="none" strike="noStrike" cap="none" spc="0">
              <a:solidFill>
                <a:schemeClr val="tx1"/>
              </a:solidFill>
              <a:latin typeface="Segoe UI"/>
              <a:cs typeface="Segoe UI"/>
            </a:endParaRPr>
          </a:p>
          <a:p>
            <a:pPr marL="0" marR="0" indent="0" algn="l">
              <a:lnSpc>
                <a:spcPct val="96000"/>
              </a:lnSpc>
              <a:spcBef>
                <a:spcPts val="1079"/>
              </a:spcBef>
              <a:spcAft>
                <a:spcPts val="359"/>
              </a:spcAft>
              <a:buFont typeface="Arial"/>
              <a:buNone/>
              <a:defRPr/>
            </a:pPr>
            <a:r>
              <a:rPr lang="es-ES" sz="2000" b="0" i="0" strike="noStrike" cap="none" baseline="0">
                <a:solidFill>
                  <a:srgbClr val="000000"/>
                </a:solidFill>
                <a:effectLst/>
                <a:latin typeface="Segoe UI Semibold"/>
                <a:ea typeface="Segoe UI Semibold"/>
                <a:cs typeface="Segoe UI Semibold"/>
              </a:rPr>
              <a:t>Configuración del puerto</a:t>
            </a:r>
            <a:endParaRPr sz="1800" b="0" i="0" u="none" strike="noStrike" cap="none" spc="0">
              <a:solidFill>
                <a:schemeClr val="tx1"/>
              </a:solidFill>
              <a:latin typeface="Segoe UI"/>
              <a:cs typeface="Segoe UI"/>
            </a:endParaRPr>
          </a:p>
          <a:p>
            <a:pPr marL="228600" marR="0" indent="-228600" algn="l">
              <a:lnSpc>
                <a:spcPct val="100000"/>
              </a:lnSpc>
              <a:spcBef>
                <a:spcPct val="0"/>
              </a:spcBef>
              <a:spcAft>
                <a:spcPts val="358"/>
              </a:spcAft>
              <a:buChar char="•"/>
              <a:defRPr/>
            </a:pPr>
            <a:r>
              <a:rPr lang="es-ES" sz="1800" b="0" i="0" strike="noStrike" cap="none" baseline="0">
                <a:solidFill>
                  <a:srgbClr val="000000"/>
                </a:solidFill>
                <a:effectLst/>
                <a:latin typeface="Segoe UI"/>
                <a:ea typeface="Segoe UI"/>
                <a:cs typeface="Segoe UI"/>
              </a:rPr>
              <a:t>Establecimiento de </a:t>
            </a:r>
            <a:r>
              <a:rPr lang="es-ES" sz="1800" b="0" i="0" strike="noStrike" cap="none" baseline="0">
                <a:solidFill>
                  <a:srgbClr val="000000"/>
                </a:solidFill>
                <a:effectLst/>
                <a:latin typeface="Consolas"/>
                <a:ea typeface="Consolas"/>
                <a:cs typeface="Consolas"/>
              </a:rPr>
              <a:t>WEBSITES_PORT</a:t>
            </a:r>
            <a:r>
              <a:rPr lang="es-ES" sz="1800" b="0" i="0" strike="noStrike" cap="none" baseline="0">
                <a:solidFill>
                  <a:srgbClr val="000000"/>
                </a:solidFill>
                <a:effectLst/>
                <a:latin typeface="Segoe UI"/>
                <a:ea typeface="Segoe UI"/>
                <a:cs typeface="Segoe UI"/>
              </a:rPr>
              <a:t> si el contenedor escucha en un puerto distinto de 80 u 8080</a:t>
            </a:r>
            <a:endParaRPr lang="en-US" sz="1800" b="0" i="0" u="none" strike="noStrike" cap="none" spc="0">
              <a:solidFill>
                <a:schemeClr val="tx1"/>
              </a:solidFill>
              <a:latin typeface="Segoe UI"/>
              <a:cs typeface="Segoe UI"/>
            </a:endParaRPr>
          </a:p>
          <a:p>
            <a:pPr marL="228600" marR="0" indent="-228600" algn="l">
              <a:lnSpc>
                <a:spcPct val="100000"/>
              </a:lnSpc>
              <a:spcBef>
                <a:spcPct val="0"/>
              </a:spcBef>
              <a:spcAft>
                <a:spcPts val="358"/>
              </a:spcAft>
              <a:buChar char="•"/>
              <a:defRPr/>
            </a:pPr>
            <a:r>
              <a:rPr lang="es-ES" sz="1800" b="0" i="0" strike="noStrike" cap="none" baseline="0">
                <a:solidFill>
                  <a:srgbClr val="000000"/>
                </a:solidFill>
                <a:effectLst/>
                <a:latin typeface="Segoe UI"/>
                <a:ea typeface="Segoe UI"/>
                <a:cs typeface="Segoe UI"/>
              </a:rPr>
              <a:t>App Service controla la terminación TLS. El contenedor recibe HTTP</a:t>
            </a:r>
            <a:endParaRPr lang="en-US" sz="1800" b="0" i="0" u="none" strike="noStrike" cap="none" spc="0">
              <a:solidFill>
                <a:schemeClr val="tx1"/>
              </a:solidFill>
              <a:latin typeface="Segoe UI"/>
              <a:cs typeface="Segoe UI"/>
            </a:endParaRPr>
          </a:p>
          <a:p>
            <a:pPr marL="0" marR="0" indent="0" algn="l">
              <a:lnSpc>
                <a:spcPct val="96000"/>
              </a:lnSpc>
              <a:spcBef>
                <a:spcPts val="1079"/>
              </a:spcBef>
              <a:spcAft>
                <a:spcPts val="359"/>
              </a:spcAft>
              <a:buFont typeface="Arial"/>
              <a:buNone/>
              <a:defRPr/>
            </a:pPr>
            <a:r>
              <a:rPr lang="es-ES" sz="2000" b="0" i="0" strike="noStrike" cap="none" baseline="0">
                <a:solidFill>
                  <a:srgbClr val="000000"/>
                </a:solidFill>
                <a:effectLst/>
                <a:latin typeface="Segoe UI Semibold"/>
                <a:ea typeface="Segoe UI Semibold"/>
                <a:cs typeface="Segoe UI Semibold"/>
              </a:rPr>
              <a:t>Almacenamiento persistente</a:t>
            </a:r>
            <a:endParaRPr lang="en-US" sz="1800" b="0" i="0" u="none" strike="noStrike" cap="none" spc="0">
              <a:solidFill>
                <a:schemeClr val="tx1"/>
              </a:solidFill>
              <a:latin typeface="Segoe UI"/>
              <a:cs typeface="Segoe UI"/>
            </a:endParaRPr>
          </a:p>
          <a:p>
            <a:pPr marL="228600" marR="0" indent="-228600" algn="l">
              <a:lnSpc>
                <a:spcPct val="100000"/>
              </a:lnSpc>
              <a:spcBef>
                <a:spcPct val="0"/>
              </a:spcBef>
              <a:spcAft>
                <a:spcPts val="358"/>
              </a:spcAft>
              <a:buChar char="•"/>
              <a:defRPr/>
            </a:pPr>
            <a:r>
              <a:rPr lang="es-ES" sz="1800" b="0" i="0" strike="noStrike" cap="none" baseline="0">
                <a:solidFill>
                  <a:srgbClr val="000000"/>
                </a:solidFill>
                <a:effectLst/>
                <a:latin typeface="Segoe UI"/>
                <a:ea typeface="Segoe UI"/>
                <a:cs typeface="Segoe UI"/>
              </a:rPr>
              <a:t>Sobrevive a los reinicios, compartidos entre instancias escaladas</a:t>
            </a:r>
            <a:endParaRPr lang="en-US" sz="1800" b="0" i="0" u="none" strike="noStrike" cap="none" spc="0">
              <a:solidFill>
                <a:schemeClr val="tx1"/>
              </a:solidFill>
              <a:latin typeface="Segoe UI"/>
              <a:cs typeface="Segoe UI"/>
            </a:endParaRPr>
          </a:p>
          <a:p>
            <a:pPr marL="0" marR="0" indent="0" algn="l">
              <a:lnSpc>
                <a:spcPct val="96000"/>
              </a:lnSpc>
              <a:spcBef>
                <a:spcPts val="1079"/>
              </a:spcBef>
              <a:spcAft>
                <a:spcPts val="359"/>
              </a:spcAft>
              <a:buFont typeface="Arial"/>
              <a:buNone/>
              <a:defRPr/>
            </a:pPr>
            <a:r>
              <a:rPr lang="es-ES" sz="2000" b="0" i="0" strike="noStrike" cap="none" baseline="0">
                <a:solidFill>
                  <a:srgbClr val="000000"/>
                </a:solidFill>
                <a:effectLst/>
                <a:latin typeface="Segoe UI Semibold"/>
                <a:ea typeface="Segoe UI Semibold"/>
                <a:cs typeface="Segoe UI Semibold"/>
              </a:rPr>
              <a:t>Comprobaciones de estado y siempre activadas</a:t>
            </a:r>
            <a:endParaRPr lang="en-US" sz="1800" b="0" i="0" u="none" strike="noStrike" cap="none" spc="0">
              <a:solidFill>
                <a:schemeClr val="tx1"/>
              </a:solidFill>
              <a:latin typeface="Segoe UI"/>
              <a:cs typeface="Segoe UI"/>
            </a:endParaRPr>
          </a:p>
          <a:p>
            <a:pPr marL="228600" marR="0" indent="-228600" algn="l">
              <a:lnSpc>
                <a:spcPct val="100000"/>
              </a:lnSpc>
              <a:spcBef>
                <a:spcPct val="0"/>
              </a:spcBef>
              <a:spcAft>
                <a:spcPts val="358"/>
              </a:spcAft>
              <a:buChar char="•"/>
              <a:defRPr/>
            </a:pPr>
            <a:r>
              <a:rPr lang="es-ES" sz="1800" b="0" i="0" strike="noStrike" cap="none" baseline="0">
                <a:solidFill>
                  <a:srgbClr val="000000"/>
                </a:solidFill>
                <a:effectLst/>
                <a:latin typeface="Segoe UI"/>
                <a:ea typeface="Segoe UI"/>
                <a:cs typeface="Segoe UI"/>
              </a:rPr>
              <a:t>Siempre activadas evita aproximadamente 20 minutos de descarga inactiva (nivel básico+)</a:t>
            </a:r>
            <a:endParaRPr lang="en-US" sz="1800" b="0" i="0" u="none" strike="noStrike" cap="none" spc="0">
              <a:solidFill>
                <a:schemeClr val="tx1"/>
              </a:solidFill>
              <a:latin typeface="Segoe UI"/>
              <a:cs typeface="Segoe UI"/>
            </a:endParaRPr>
          </a:p>
          <a:p>
            <a:pPr marL="228600" marR="0" indent="-228600" algn="l">
              <a:lnSpc>
                <a:spcPct val="100000"/>
              </a:lnSpc>
              <a:spcBef>
                <a:spcPct val="0"/>
              </a:spcBef>
              <a:spcAft>
                <a:spcPts val="358"/>
              </a:spcAft>
              <a:buChar char="•"/>
              <a:defRPr/>
            </a:pPr>
            <a:r>
              <a:rPr lang="es-ES" sz="1800" b="0" i="0" strike="noStrike" cap="none" baseline="0">
                <a:solidFill>
                  <a:srgbClr val="000000"/>
                </a:solidFill>
                <a:effectLst/>
                <a:latin typeface="Segoe UI"/>
                <a:ea typeface="Segoe UI"/>
                <a:cs typeface="Segoe UI"/>
              </a:rPr>
              <a:t>Ruta de comprobación del estado a la que se hace ping cada minuto. Instancias con errores eliminadas de la rotación</a:t>
            </a:r>
            <a:endParaRPr>
              <a:latin typeface="Segoe UI"/>
              <a:cs typeface="Segoe UI"/>
            </a:endParaRPr>
          </a:p>
        </p:txBody>
      </p:sp>
      <p:pic>
        <p:nvPicPr>
          <p:cNvPr id="961255185" name="Picture 1">
            <a:extLst>
              <a:ext uri="{C183D7F6-B498-43B3-948B-1728B52AA6E4}">
                <adec:decorative xmlns:adec="http://schemas.microsoft.com/office/drawing/2017/decorative" val="1"/>
              </a:ext>
            </a:extLst>
          </p:cNvPr>
          <p:cNvPicPr>
            <a:picLocks noGrp="1" noChangeAspect="1"/>
          </p:cNvPicPr>
          <p:nvPr/>
        </p:nvPicPr>
        <p:blipFill>
          <a:blip>
            <a:extLst>
              <a:ext uri="{96DAC541-7B7A-43D3-8B79-37D633B846F1}">
                <asvg:svgBlip xmlns:asvg="http://schemas.microsoft.com/office/drawing/2016/SVG/main" r:embed="rId3"/>
              </a:ext>
            </a:extLst>
          </a:blip>
          <a:stretch>
            <a:fillRect/>
          </a:stretch>
        </p:blipFill>
        <p:spPr bwMode="auto">
          <a:xfrm>
            <a:off x="10469880" y="5001767"/>
            <a:ext cx="1316735" cy="1316735"/>
          </a:xfrm>
          <a:prstGeom prst="rect">
            <a:avLst/>
          </a:prstGeom>
          <a:noFill/>
          <a:ln w="9525">
            <a:noFill/>
          </a:ln>
        </p:spPr>
      </p:pic>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15344494" name="Title 1"/>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Configuración de la aplicación</a:t>
            </a:r>
            <a:endParaRPr/>
          </a:p>
        </p:txBody>
      </p:sp>
      <p:sp>
        <p:nvSpPr>
          <p:cNvPr id="1377336181" name="TextBox 2"/>
          <p:cNvSpPr txBox="1"/>
          <p:nvPr/>
        </p:nvSpPr>
        <p:spPr bwMode="auto">
          <a:xfrm>
            <a:off x="457199" y="1225295"/>
            <a:ext cx="5434415" cy="4391472"/>
          </a:xfrm>
          <a:prstGeom prst="rect">
            <a:avLst/>
          </a:prstGeom>
          <a:noFill/>
        </p:spPr>
        <p:txBody>
          <a:bodyPr rot="0" spcFirstLastPara="0" vertOverflow="overflow" horzOverflow="overflow" vert="horz" wrap="square" lIns="91440" tIns="0" rIns="0" bIns="0" numCol="1" spcCol="0" rtlCol="0" fromWordArt="0" anchor="t" anchorCtr="0" forceAA="0" compatLnSpc="1">
            <a:prstTxWarp prst="textNoShape">
              <a:avLst/>
            </a:prstTxWarp>
            <a:noAutofit/>
          </a:bodyPr>
          <a:lstStyle/>
          <a:p>
            <a:pPr marL="0" marR="0" indent="0" algn="l">
              <a:lnSpc>
                <a:spcPct val="96000"/>
              </a:lnSpc>
              <a:spcBef>
                <a:spcPct val="0"/>
              </a:spcBef>
              <a:spcAft>
                <a:spcPts val="718"/>
              </a:spcAft>
              <a:buFont typeface="Arial"/>
              <a:buNone/>
              <a:defRPr/>
            </a:pPr>
            <a:r>
              <a:rPr lang="es-ES" sz="2000" b="0" i="0" strike="noStrike" cap="none" baseline="0">
                <a:solidFill>
                  <a:srgbClr val="000000"/>
                </a:solidFill>
                <a:effectLst/>
                <a:latin typeface="Segoe UI Semibold"/>
                <a:ea typeface="Segoe UI Semibold"/>
                <a:cs typeface="Segoe UI Semibold"/>
              </a:rPr>
              <a:t>Configuración de la aplicación</a:t>
            </a:r>
            <a:endParaRPr lang="en-US" sz="1800" b="0" i="0" u="none" strike="noStrike" cap="none" spc="0">
              <a:solidFill>
                <a:schemeClr val="tx1"/>
              </a:solidFill>
              <a:latin typeface="Segoe UI"/>
              <a:cs typeface="Segoe UI"/>
            </a:endParaRPr>
          </a:p>
          <a:p>
            <a:pPr marL="228600" marR="0" indent="-228600" algn="l">
              <a:lnSpc>
                <a:spcPct val="100000"/>
              </a:lnSpc>
              <a:spcBef>
                <a:spcPct val="0"/>
              </a:spcBef>
              <a:spcAft>
                <a:spcPts val="358"/>
              </a:spcAft>
              <a:buChar char="•"/>
              <a:defRPr/>
            </a:pPr>
            <a:r>
              <a:rPr lang="es-ES" sz="1800" b="0" i="0" strike="noStrike" cap="none" baseline="0">
                <a:solidFill>
                  <a:srgbClr val="000000"/>
                </a:solidFill>
                <a:effectLst/>
                <a:latin typeface="Segoe UI"/>
                <a:ea typeface="Segoe UI"/>
                <a:cs typeface="Segoe UI"/>
              </a:rPr>
              <a:t>Insertada como variables de entorno en el inicio del contenedor</a:t>
            </a:r>
            <a:endParaRPr lang="en-US" sz="1800" b="0" i="0" u="none" strike="noStrike" cap="none" spc="0">
              <a:solidFill>
                <a:schemeClr val="tx1"/>
              </a:solidFill>
              <a:latin typeface="Segoe UI"/>
              <a:cs typeface="Segoe UI"/>
            </a:endParaRPr>
          </a:p>
          <a:p>
            <a:pPr marL="228600" marR="0" indent="-228600" algn="l">
              <a:lnSpc>
                <a:spcPct val="100000"/>
              </a:lnSpc>
              <a:spcBef>
                <a:spcPct val="0"/>
              </a:spcBef>
              <a:spcAft>
                <a:spcPts val="358"/>
              </a:spcAft>
              <a:buChar char="•"/>
              <a:defRPr/>
            </a:pPr>
            <a:r>
              <a:rPr lang="es-ES" sz="1800" b="0" i="0" strike="noStrike" cap="none" baseline="0">
                <a:solidFill>
                  <a:srgbClr val="000000"/>
                </a:solidFill>
                <a:effectLst/>
                <a:latin typeface="Segoe UI"/>
                <a:ea typeface="Segoe UI"/>
                <a:cs typeface="Segoe UI"/>
              </a:rPr>
              <a:t>Toda la configuración cifrada en reposo</a:t>
            </a:r>
            <a:endParaRPr lang="en-US" sz="1800" b="0" i="0" u="none" strike="noStrike" cap="none" spc="0">
              <a:solidFill>
                <a:schemeClr val="tx1"/>
              </a:solidFill>
              <a:latin typeface="Segoe UI"/>
              <a:cs typeface="Segoe UI"/>
            </a:endParaRPr>
          </a:p>
          <a:p>
            <a:pPr marL="228600" marR="0" indent="-228600" algn="l">
              <a:lnSpc>
                <a:spcPct val="100000"/>
              </a:lnSpc>
              <a:spcBef>
                <a:spcPct val="0"/>
              </a:spcBef>
              <a:spcAft>
                <a:spcPts val="358"/>
              </a:spcAft>
              <a:buChar char="•"/>
              <a:defRPr/>
            </a:pPr>
            <a:r>
              <a:rPr lang="es-ES" sz="1800" b="0" i="0" strike="noStrike" cap="none" baseline="0">
                <a:solidFill>
                  <a:srgbClr val="000000"/>
                </a:solidFill>
                <a:effectLst/>
                <a:latin typeface="Segoe UI"/>
                <a:ea typeface="Segoe UI"/>
                <a:cs typeface="Segoe UI"/>
              </a:rPr>
              <a:t>Acceso a través de métodos env var estándar (</a:t>
            </a:r>
            <a:r>
              <a:rPr lang="es-ES" sz="1800" b="0" i="0" strike="noStrike" cap="none" baseline="0">
                <a:solidFill>
                  <a:srgbClr val="000000"/>
                </a:solidFill>
                <a:effectLst/>
                <a:latin typeface="Consolas"/>
                <a:ea typeface="Consolas"/>
                <a:cs typeface="Consolas"/>
              </a:rPr>
              <a:t>os.environ</a:t>
            </a:r>
            <a:r>
              <a:rPr lang="es-ES" sz="1800" b="0" i="0" strike="noStrike" cap="none" baseline="0">
                <a:solidFill>
                  <a:srgbClr val="000000"/>
                </a:solidFill>
                <a:effectLst/>
                <a:latin typeface="Segoe UI"/>
                <a:ea typeface="Segoe UI"/>
                <a:cs typeface="Segoe UI"/>
              </a:rPr>
              <a:t> en Python)</a:t>
            </a:r>
            <a:endParaRPr lang="en-US" sz="1800" b="0" i="0" u="none" strike="noStrike" cap="none" spc="0">
              <a:solidFill>
                <a:schemeClr val="tx1"/>
              </a:solidFill>
              <a:latin typeface="Segoe UI"/>
              <a:cs typeface="Segoe UI"/>
            </a:endParaRPr>
          </a:p>
          <a:p>
            <a:pPr marL="0" marR="0" indent="0" algn="l">
              <a:lnSpc>
                <a:spcPct val="96000"/>
              </a:lnSpc>
              <a:spcBef>
                <a:spcPts val="719"/>
              </a:spcBef>
              <a:spcAft>
                <a:spcPts val="718"/>
              </a:spcAft>
              <a:buFont typeface="Arial"/>
              <a:buNone/>
              <a:defRPr/>
            </a:pPr>
            <a:endParaRPr lang="en-US" sz="1800" b="0" i="0" u="none" strike="noStrike" cap="none" spc="0">
              <a:solidFill>
                <a:schemeClr val="tx1"/>
              </a:solidFill>
              <a:latin typeface="Segoe UI"/>
              <a:cs typeface="Segoe UI"/>
            </a:endParaRPr>
          </a:p>
          <a:p>
            <a:pPr marL="0" marR="0" indent="0" algn="l">
              <a:lnSpc>
                <a:spcPct val="96000"/>
              </a:lnSpc>
              <a:spcBef>
                <a:spcPts val="719"/>
              </a:spcBef>
              <a:spcAft>
                <a:spcPts val="718"/>
              </a:spcAft>
              <a:buFont typeface="Arial"/>
              <a:buNone/>
              <a:defRPr/>
            </a:pPr>
            <a:r>
              <a:rPr lang="es-ES" sz="2000" b="0" i="0" strike="noStrike" cap="none" baseline="0">
                <a:solidFill>
                  <a:srgbClr val="000000"/>
                </a:solidFill>
                <a:effectLst/>
                <a:latin typeface="Segoe UI Semibold"/>
                <a:ea typeface="Segoe UI Semibold"/>
                <a:cs typeface="Segoe UI Semibold"/>
              </a:rPr>
              <a:t>Cadenas de conexión</a:t>
            </a:r>
          </a:p>
          <a:p>
            <a:pPr marL="228600" marR="0" indent="-228600" algn="l">
              <a:lnSpc>
                <a:spcPct val="100000"/>
              </a:lnSpc>
              <a:spcBef>
                <a:spcPct val="0"/>
              </a:spcBef>
              <a:spcAft>
                <a:spcPts val="358"/>
              </a:spcAft>
              <a:buChar char="•"/>
              <a:defRPr/>
            </a:pPr>
            <a:r>
              <a:rPr lang="es-ES" sz="1800" b="0" i="0" strike="noStrike" cap="none" baseline="0">
                <a:solidFill>
                  <a:srgbClr val="000000"/>
                </a:solidFill>
                <a:effectLst/>
                <a:latin typeface="Segoe UI"/>
                <a:ea typeface="Segoe UI"/>
                <a:cs typeface="Segoe UI"/>
              </a:rPr>
              <a:t>env vars de tipo con prefijo (por ejemplo, </a:t>
            </a:r>
            <a:r>
              <a:rPr lang="es-ES" sz="1800" b="0" i="0" strike="noStrike" cap="none" baseline="0">
                <a:solidFill>
                  <a:srgbClr val="000000"/>
                </a:solidFill>
                <a:effectLst/>
                <a:latin typeface="Consolas"/>
                <a:ea typeface="Consolas"/>
                <a:cs typeface="Consolas"/>
              </a:rPr>
              <a:t>SQLAZURECONNSTR_</a:t>
            </a:r>
            <a:r>
              <a:rPr lang="es-ES" sz="1800" b="0" i="0" strike="noStrike" cap="none" baseline="0">
                <a:solidFill>
                  <a:srgbClr val="000000"/>
                </a:solidFill>
                <a:effectLst/>
                <a:latin typeface="Segoe UI"/>
                <a:ea typeface="Segoe UI"/>
                <a:cs typeface="Segoe UI"/>
              </a:rPr>
              <a:t>)</a:t>
            </a:r>
            <a:endParaRPr lang="en-US" sz="1800" b="0" i="0" u="none" strike="noStrike" cap="none" spc="0">
              <a:solidFill>
                <a:schemeClr val="tx1"/>
              </a:solidFill>
              <a:latin typeface="Segoe UI"/>
              <a:cs typeface="Segoe UI"/>
            </a:endParaRPr>
          </a:p>
          <a:p>
            <a:pPr marL="228600" marR="0" indent="-228600" algn="l">
              <a:lnSpc>
                <a:spcPct val="100000"/>
              </a:lnSpc>
              <a:spcBef>
                <a:spcPct val="0"/>
              </a:spcBef>
              <a:spcAft>
                <a:spcPts val="358"/>
              </a:spcAft>
              <a:buChar char="•"/>
              <a:defRPr/>
            </a:pPr>
            <a:r>
              <a:rPr lang="es-ES" sz="1800" b="0" i="0" strike="noStrike" cap="none" baseline="0">
                <a:solidFill>
                  <a:srgbClr val="000000"/>
                </a:solidFill>
                <a:effectLst/>
                <a:latin typeface="Segoe UI"/>
                <a:ea typeface="Segoe UI"/>
                <a:cs typeface="Segoe UI"/>
              </a:rPr>
              <a:t>Uso de la configuración de la aplicación en su lugar para aplicaciones de non-.NET</a:t>
            </a:r>
            <a:endParaRPr lang="en-US" sz="1800" b="0" i="0" u="none" strike="noStrike" cap="none" spc="0">
              <a:solidFill>
                <a:schemeClr val="tx1"/>
              </a:solidFill>
              <a:latin typeface="Segoe UI"/>
              <a:cs typeface="Segoe UI"/>
            </a:endParaRPr>
          </a:p>
        </p:txBody>
      </p:sp>
      <p:sp>
        <p:nvSpPr>
          <p:cNvPr id="1945374669" name="TextBox 2"/>
          <p:cNvSpPr txBox="1"/>
          <p:nvPr/>
        </p:nvSpPr>
        <p:spPr bwMode="auto">
          <a:xfrm>
            <a:off x="6193627" y="1225296"/>
            <a:ext cx="5681543" cy="4391472"/>
          </a:xfrm>
          <a:prstGeom prst="rect">
            <a:avLst/>
          </a:prstGeom>
          <a:noFill/>
        </p:spPr>
        <p:txBody>
          <a:bodyPr rot="0" spcFirstLastPara="0" vertOverflow="overflow" horzOverflow="overflow" vert="horz" wrap="square" lIns="91440" tIns="0" rIns="0" bIns="0" numCol="1" spcCol="0" rtlCol="0" fromWordArt="0" anchor="t" anchorCtr="0" forceAA="0" compatLnSpc="1">
            <a:prstTxWarp prst="textNoShape">
              <a:avLst/>
            </a:prstTxWarp>
            <a:noAutofit/>
          </a:bodyPr>
          <a:lstStyle/>
          <a:p>
            <a:pPr marL="0" marR="0" indent="0" algn="l">
              <a:lnSpc>
                <a:spcPct val="96000"/>
              </a:lnSpc>
              <a:spcBef>
                <a:spcPts val="358"/>
              </a:spcBef>
              <a:spcAft>
                <a:spcPts val="718"/>
              </a:spcAft>
              <a:buFont typeface="Arial"/>
              <a:buNone/>
              <a:defRPr/>
            </a:pPr>
            <a:r>
              <a:rPr lang="es-ES" sz="2000" b="0" i="0" strike="noStrike" cap="none" baseline="0">
                <a:solidFill>
                  <a:srgbClr val="000000"/>
                </a:solidFill>
                <a:effectLst/>
                <a:latin typeface="Segoe UI Semibold"/>
                <a:ea typeface="Segoe UI Semibold"/>
                <a:cs typeface="Segoe UI Semibold"/>
              </a:rPr>
              <a:t>Configuración de ranura</a:t>
            </a:r>
            <a:endParaRPr lang="en-US" sz="1800" b="0" i="0" u="none" strike="noStrike" cap="none" spc="0">
              <a:solidFill>
                <a:schemeClr val="tx1"/>
              </a:solidFill>
              <a:latin typeface="Segoe UI"/>
              <a:cs typeface="Segoe UI"/>
            </a:endParaRPr>
          </a:p>
          <a:p>
            <a:pPr marL="228600" marR="0" indent="-228600" algn="l">
              <a:lnSpc>
                <a:spcPct val="100000"/>
              </a:lnSpc>
              <a:spcBef>
                <a:spcPct val="0"/>
              </a:spcBef>
              <a:spcAft>
                <a:spcPts val="358"/>
              </a:spcAft>
              <a:buChar char="•"/>
              <a:defRPr/>
            </a:pPr>
            <a:r>
              <a:rPr lang="es-ES" sz="1800" b="0" i="0" strike="noStrike" cap="none" baseline="0">
                <a:solidFill>
                  <a:srgbClr val="000000"/>
                </a:solidFill>
                <a:effectLst/>
                <a:latin typeface="Segoe UI"/>
                <a:ea typeface="Segoe UI"/>
                <a:cs typeface="Segoe UI"/>
              </a:rPr>
              <a:t>Adhesión a la ranura durante operaciones de intercambio</a:t>
            </a:r>
            <a:endParaRPr lang="en-US" sz="1800" b="0" i="0" u="none" strike="noStrike" cap="none" spc="0">
              <a:solidFill>
                <a:schemeClr val="tx1"/>
              </a:solidFill>
              <a:latin typeface="Segoe UI"/>
              <a:cs typeface="Segoe UI"/>
            </a:endParaRPr>
          </a:p>
          <a:p>
            <a:pPr marL="228600" marR="0" indent="-228600" algn="l">
              <a:lnSpc>
                <a:spcPct val="100000"/>
              </a:lnSpc>
              <a:spcBef>
                <a:spcPct val="0"/>
              </a:spcBef>
              <a:spcAft>
                <a:spcPts val="358"/>
              </a:spcAft>
              <a:buChar char="•"/>
              <a:defRPr/>
            </a:pPr>
            <a:r>
              <a:rPr lang="es-ES" sz="1800" b="0" i="0" strike="noStrike" cap="none" baseline="0">
                <a:solidFill>
                  <a:srgbClr val="000000"/>
                </a:solidFill>
                <a:effectLst/>
                <a:latin typeface="Segoe UI"/>
                <a:ea typeface="Segoe UI"/>
                <a:cs typeface="Segoe UI"/>
              </a:rPr>
              <a:t>Uso para identificadores de entorno, puntos de conexión y marcas de características</a:t>
            </a:r>
            <a:endParaRPr lang="en-US" sz="1800" b="0" i="0" u="none" strike="noStrike" cap="none" spc="0">
              <a:solidFill>
                <a:schemeClr val="tx1"/>
              </a:solidFill>
              <a:latin typeface="Segoe UI"/>
              <a:cs typeface="Segoe UI"/>
            </a:endParaRPr>
          </a:p>
          <a:p>
            <a:pPr marL="0" marR="0" indent="0" algn="l">
              <a:lnSpc>
                <a:spcPct val="96000"/>
              </a:lnSpc>
              <a:spcBef>
                <a:spcPts val="719"/>
              </a:spcBef>
              <a:spcAft>
                <a:spcPts val="718"/>
              </a:spcAft>
              <a:buFont typeface="Arial"/>
              <a:buNone/>
              <a:defRPr/>
            </a:pPr>
            <a:endParaRPr lang="en-US" sz="1800" b="0" i="0" u="none" strike="noStrike" cap="none" spc="0">
              <a:solidFill>
                <a:schemeClr val="tx1"/>
              </a:solidFill>
              <a:latin typeface="Segoe UI"/>
              <a:cs typeface="Segoe UI"/>
            </a:endParaRPr>
          </a:p>
          <a:p>
            <a:pPr marL="0" marR="0" indent="0" algn="l">
              <a:lnSpc>
                <a:spcPct val="96000"/>
              </a:lnSpc>
              <a:spcBef>
                <a:spcPts val="719"/>
              </a:spcBef>
              <a:spcAft>
                <a:spcPts val="718"/>
              </a:spcAft>
              <a:buFont typeface="Arial"/>
              <a:buNone/>
              <a:defRPr/>
            </a:pPr>
            <a:r>
              <a:rPr lang="es-ES" sz="2000" b="0" i="0" strike="noStrike" cap="none" baseline="0">
                <a:solidFill>
                  <a:srgbClr val="000000"/>
                </a:solidFill>
                <a:effectLst/>
                <a:latin typeface="Segoe UI Semibold"/>
                <a:ea typeface="Segoe UI Semibold"/>
                <a:cs typeface="Segoe UI Semibold"/>
              </a:rPr>
              <a:t>Referencias de Key Vault</a:t>
            </a:r>
          </a:p>
          <a:p>
            <a:pPr marL="228600" marR="0" indent="-228600" algn="l">
              <a:lnSpc>
                <a:spcPct val="100000"/>
              </a:lnSpc>
              <a:spcBef>
                <a:spcPct val="0"/>
              </a:spcBef>
              <a:spcAft>
                <a:spcPts val="358"/>
              </a:spcAft>
              <a:buChar char="•"/>
              <a:defRPr/>
            </a:pPr>
            <a:r>
              <a:rPr lang="es-ES" sz="1800" b="0" i="0" strike="noStrike" cap="none" baseline="0">
                <a:solidFill>
                  <a:srgbClr val="000000"/>
                </a:solidFill>
                <a:effectLst/>
                <a:latin typeface="Consolas"/>
                <a:ea typeface="Consolas"/>
                <a:cs typeface="Consolas"/>
              </a:rPr>
              <a:t>@Microsoft.KeyVault(SecretUri=...)</a:t>
            </a:r>
            <a:r>
              <a:rPr lang="es-ES" sz="1800" b="0" i="0" strike="noStrike" cap="none" baseline="0">
                <a:solidFill>
                  <a:srgbClr val="000000"/>
                </a:solidFill>
                <a:effectLst/>
                <a:latin typeface="Segoe UI"/>
                <a:ea typeface="Segoe UI"/>
                <a:cs typeface="Segoe UI"/>
              </a:rPr>
              <a:t> syntax</a:t>
            </a:r>
            <a:endParaRPr lang="en-US" sz="1800" b="0" i="0" u="none" strike="noStrike" cap="none" spc="0">
              <a:solidFill>
                <a:schemeClr val="tx1"/>
              </a:solidFill>
              <a:latin typeface="Segoe UI"/>
              <a:cs typeface="Segoe UI"/>
            </a:endParaRPr>
          </a:p>
          <a:p>
            <a:pPr marL="228600" marR="0" indent="-228600" algn="l">
              <a:lnSpc>
                <a:spcPct val="100000"/>
              </a:lnSpc>
              <a:spcBef>
                <a:spcPct val="0"/>
              </a:spcBef>
              <a:spcAft>
                <a:spcPts val="358"/>
              </a:spcAft>
              <a:buChar char="•"/>
              <a:defRPr/>
            </a:pPr>
            <a:r>
              <a:rPr lang="es-ES" sz="1800" b="0" i="0" strike="noStrike" cap="none" baseline="0">
                <a:solidFill>
                  <a:srgbClr val="000000"/>
                </a:solidFill>
                <a:effectLst/>
                <a:latin typeface="Segoe UI"/>
                <a:ea typeface="Segoe UI"/>
                <a:cs typeface="Segoe UI"/>
              </a:rPr>
              <a:t>Resolución automática. La aplicación lee env vars sin formato</a:t>
            </a:r>
            <a:endParaRPr lang="en-US" sz="1800" b="0" i="0" u="none" strike="noStrike" cap="none" spc="0">
              <a:solidFill>
                <a:schemeClr val="tx1"/>
              </a:solidFill>
              <a:latin typeface="Segoe UI"/>
              <a:cs typeface="Segoe UI"/>
            </a:endParaRPr>
          </a:p>
          <a:p>
            <a:pPr marL="228600" marR="0" indent="-228600" algn="l">
              <a:lnSpc>
                <a:spcPct val="100000"/>
              </a:lnSpc>
              <a:spcBef>
                <a:spcPct val="0"/>
              </a:spcBef>
              <a:spcAft>
                <a:spcPts val="358"/>
              </a:spcAft>
              <a:buChar char="•"/>
              <a:defRPr/>
            </a:pPr>
            <a:r>
              <a:rPr lang="es-ES" sz="1800" b="0" i="0" strike="noStrike" cap="none" baseline="0">
                <a:solidFill>
                  <a:srgbClr val="000000"/>
                </a:solidFill>
                <a:effectLst/>
                <a:latin typeface="Segoe UI"/>
                <a:ea typeface="Segoe UI"/>
                <a:cs typeface="Segoe UI"/>
              </a:rPr>
              <a:t>Requiere una identidad administrada con acceso a Key Vault</a:t>
            </a:r>
            <a:endParaRPr>
              <a:latin typeface="Segoe UI"/>
              <a:cs typeface="Segoe UI"/>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98980277" name="Title 1"/>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Observación y solución de problemas de aplicaciones en contenedores</a:t>
            </a:r>
            <a:endParaRPr/>
          </a:p>
        </p:txBody>
      </p:sp>
      <p:pic>
        <p:nvPicPr>
          <p:cNvPr id="899014707" name="Picture 1" descr="Diagram of Web App connected to four diagnostic tools: Container Logs, Log Stream, Kudu, and Azure Monitor&#10;"/>
          <p:cNvPicPr>
            <a:picLocks noGrp="1" noChangeAspect="1"/>
          </p:cNvPicPr>
          <p:nvPr/>
        </p:nvPicPr>
        <p:blipFill>
          <a:blip>
            <a:extLst>
              <a:ext uri="{96DAC541-7B7A-43D3-8B79-37D633B846F1}">
                <asvg:svgBlip xmlns:asvg="http://schemas.microsoft.com/office/drawing/2016/SVG/main" r:embed="rId3"/>
              </a:ext>
            </a:extLst>
          </a:blip>
          <a:stretch>
            <a:fillRect/>
          </a:stretch>
        </p:blipFill>
        <p:spPr bwMode="auto">
          <a:xfrm>
            <a:off x="457200" y="1316735"/>
            <a:ext cx="4480560" cy="4197095"/>
          </a:xfrm>
          <a:prstGeom prst="rect">
            <a:avLst/>
          </a:prstGeom>
          <a:noFill/>
          <a:ln w="9525">
            <a:noFill/>
          </a:ln>
        </p:spPr>
      </p:pic>
      <p:sp>
        <p:nvSpPr>
          <p:cNvPr id="1502166998" name="TextBox 2"/>
          <p:cNvSpPr txBox="1"/>
          <p:nvPr/>
        </p:nvSpPr>
        <p:spPr bwMode="auto">
          <a:xfrm>
            <a:off x="5485060" y="1319616"/>
            <a:ext cx="6194748" cy="5053574"/>
          </a:xfrm>
          <a:prstGeom prst="rect">
            <a:avLst/>
          </a:prstGeom>
          <a:noFill/>
        </p:spPr>
        <p:txBody>
          <a:bodyPr rot="0" spcFirstLastPara="0" vertOverflow="overflow" horzOverflow="overflow" vert="horz" wrap="square" lIns="91440" tIns="0" rIns="0" bIns="0" numCol="1" spcCol="0" rtlCol="0" fromWordArt="0" anchor="t" anchorCtr="0" forceAA="0" compatLnSpc="1">
            <a:prstTxWarp prst="textNoShape">
              <a:avLst/>
            </a:prstTxWarp>
            <a:noAutofit/>
          </a:bodyPr>
          <a:lstStyle/>
          <a:p>
            <a:pPr marL="0" marR="0" indent="0" algn="l">
              <a:lnSpc>
                <a:spcPct val="96000"/>
              </a:lnSpc>
              <a:spcBef>
                <a:spcPct val="0"/>
              </a:spcBef>
              <a:spcAft>
                <a:spcPts val="359"/>
              </a:spcAft>
              <a:buFont typeface="Arial"/>
              <a:buNone/>
              <a:defRPr/>
            </a:pPr>
            <a:r>
              <a:rPr lang="es-ES" sz="2000" b="0" i="0" strike="noStrike" cap="none" baseline="0">
                <a:solidFill>
                  <a:srgbClr val="000000"/>
                </a:solidFill>
                <a:effectLst/>
                <a:latin typeface="Segoe UI Semibold"/>
                <a:ea typeface="Segoe UI Semibold"/>
                <a:cs typeface="Segoe UI Semibold"/>
              </a:rPr>
              <a:t>Registros de contenedor</a:t>
            </a:r>
            <a:endParaRPr lang="en-US" sz="1800" b="0" i="0" u="none" strike="noStrike" cap="none" spc="0">
              <a:solidFill>
                <a:schemeClr val="tx1"/>
              </a:solidFill>
              <a:latin typeface="Segoe UI"/>
              <a:cs typeface="Segoe UI"/>
            </a:endParaRPr>
          </a:p>
          <a:p>
            <a:pPr marL="228600" marR="0" indent="-228600" algn="l">
              <a:lnSpc>
                <a:spcPct val="100000"/>
              </a:lnSpc>
              <a:spcBef>
                <a:spcPct val="0"/>
              </a:spcBef>
              <a:spcAft>
                <a:spcPts val="358"/>
              </a:spcAft>
              <a:buChar char="•"/>
              <a:defRPr/>
            </a:pPr>
            <a:r>
              <a:rPr lang="es-ES" sz="1800" b="0" i="0" strike="noStrike" cap="none" baseline="0">
                <a:solidFill>
                  <a:srgbClr val="000000"/>
                </a:solidFill>
                <a:effectLst/>
                <a:latin typeface="Segoe UI"/>
                <a:ea typeface="Segoe UI"/>
                <a:cs typeface="Segoe UI"/>
              </a:rPr>
              <a:t>Captura stdout, stderr y eventos del ciclo de vida de la plataforma</a:t>
            </a:r>
            <a:endParaRPr lang="en-US" sz="1800" b="0" i="0" u="none" strike="noStrike" cap="none" spc="0">
              <a:solidFill>
                <a:schemeClr val="tx1"/>
              </a:solidFill>
              <a:latin typeface="Segoe UI"/>
              <a:cs typeface="Segoe UI"/>
            </a:endParaRPr>
          </a:p>
          <a:p>
            <a:pPr marL="0" marR="0" indent="0" algn="l">
              <a:lnSpc>
                <a:spcPct val="96000"/>
              </a:lnSpc>
              <a:spcBef>
                <a:spcPts val="719"/>
              </a:spcBef>
              <a:spcAft>
                <a:spcPts val="359"/>
              </a:spcAft>
              <a:buFont typeface="Arial"/>
              <a:buNone/>
              <a:defRPr/>
            </a:pPr>
            <a:r>
              <a:rPr lang="es-ES" sz="2000" b="0" i="0" strike="noStrike" cap="none" baseline="0">
                <a:solidFill>
                  <a:srgbClr val="000000"/>
                </a:solidFill>
                <a:effectLst/>
                <a:latin typeface="Segoe UI Semibold"/>
                <a:ea typeface="Segoe UI Semibold"/>
                <a:cs typeface="Segoe UI Semibold"/>
              </a:rPr>
              <a:t>Secuencia del registro</a:t>
            </a:r>
            <a:endParaRPr lang="en-US" sz="1800" b="0" i="0" u="none" strike="noStrike" cap="none" spc="0">
              <a:solidFill>
                <a:schemeClr val="tx1"/>
              </a:solidFill>
              <a:latin typeface="Segoe UI"/>
              <a:cs typeface="Segoe UI"/>
            </a:endParaRPr>
          </a:p>
          <a:p>
            <a:pPr marL="228600" marR="0" indent="-228600" algn="l">
              <a:lnSpc>
                <a:spcPct val="100000"/>
              </a:lnSpc>
              <a:spcBef>
                <a:spcPct val="0"/>
              </a:spcBef>
              <a:spcAft>
                <a:spcPts val="358"/>
              </a:spcAft>
              <a:buChar char="•"/>
              <a:defRPr/>
            </a:pPr>
            <a:r>
              <a:rPr lang="es-ES" sz="1800" b="0" i="0" strike="noStrike" cap="none" baseline="0">
                <a:solidFill>
                  <a:srgbClr val="000000"/>
                </a:solidFill>
                <a:effectLst/>
                <a:latin typeface="Segoe UI"/>
                <a:ea typeface="Segoe UI"/>
                <a:cs typeface="Segoe UI"/>
              </a:rPr>
              <a:t>Salida en tiempo real a través de la CLI (az webapp log tail) o del portal</a:t>
            </a:r>
            <a:endParaRPr lang="en-US" sz="1800" b="0" i="0" u="none" strike="noStrike" cap="none" spc="0">
              <a:solidFill>
                <a:schemeClr val="tx1"/>
              </a:solidFill>
              <a:latin typeface="Segoe UI"/>
              <a:cs typeface="Segoe UI"/>
            </a:endParaRPr>
          </a:p>
          <a:p>
            <a:pPr marL="228600" marR="0" indent="-228600" algn="l">
              <a:lnSpc>
                <a:spcPct val="100000"/>
              </a:lnSpc>
              <a:spcBef>
                <a:spcPct val="0"/>
              </a:spcBef>
              <a:spcAft>
                <a:spcPts val="358"/>
              </a:spcAft>
              <a:buChar char="•"/>
              <a:defRPr/>
            </a:pPr>
            <a:r>
              <a:rPr lang="es-ES" sz="1800" b="0" i="0" strike="noStrike" cap="none" baseline="0">
                <a:solidFill>
                  <a:srgbClr val="000000"/>
                </a:solidFill>
                <a:effectLst/>
                <a:latin typeface="Segoe UI"/>
                <a:ea typeface="Segoe UI"/>
                <a:cs typeface="Segoe UI"/>
              </a:rPr>
              <a:t>Muestra todas las instancias en aplicaciones escaladas horizontalmente</a:t>
            </a:r>
            <a:endParaRPr lang="en-US" sz="1800" b="0" i="0" u="none" strike="noStrike" cap="none" spc="0">
              <a:solidFill>
                <a:schemeClr val="tx1"/>
              </a:solidFill>
              <a:latin typeface="Segoe UI"/>
              <a:cs typeface="Segoe UI"/>
            </a:endParaRPr>
          </a:p>
          <a:p>
            <a:pPr marL="0" marR="0" indent="0" algn="l">
              <a:lnSpc>
                <a:spcPct val="96000"/>
              </a:lnSpc>
              <a:spcBef>
                <a:spcPts val="719"/>
              </a:spcBef>
              <a:spcAft>
                <a:spcPts val="359"/>
              </a:spcAft>
              <a:buFont typeface="Arial"/>
              <a:buNone/>
              <a:defRPr/>
            </a:pPr>
            <a:r>
              <a:rPr lang="es-ES" sz="2000" b="0" i="0" strike="noStrike" cap="none" baseline="0">
                <a:solidFill>
                  <a:srgbClr val="000000"/>
                </a:solidFill>
                <a:effectLst/>
                <a:latin typeface="Segoe UI Semibold"/>
                <a:ea typeface="Segoe UI Semibold"/>
                <a:cs typeface="Segoe UI Semibold"/>
              </a:rPr>
              <a:t>Kudu (sitio de SCM)</a:t>
            </a:r>
            <a:endParaRPr lang="en-US" sz="1800" b="0" i="0" u="none" strike="noStrike" cap="none" spc="0">
              <a:solidFill>
                <a:schemeClr val="tx1"/>
              </a:solidFill>
              <a:latin typeface="Segoe UI"/>
              <a:cs typeface="Segoe UI"/>
            </a:endParaRPr>
          </a:p>
          <a:p>
            <a:pPr marL="228600" marR="0" indent="-228600" algn="l">
              <a:lnSpc>
                <a:spcPct val="100000"/>
              </a:lnSpc>
              <a:spcBef>
                <a:spcPct val="0"/>
              </a:spcBef>
              <a:spcAft>
                <a:spcPts val="358"/>
              </a:spcAft>
              <a:buChar char="•"/>
              <a:defRPr/>
            </a:pPr>
            <a:r>
              <a:rPr lang="es-ES" sz="1800" b="0" i="0" strike="noStrike" cap="none" baseline="0">
                <a:solidFill>
                  <a:srgbClr val="000000"/>
                </a:solidFill>
                <a:effectLst/>
                <a:latin typeface="Segoe UI"/>
                <a:ea typeface="Segoe UI"/>
                <a:cs typeface="Segoe UI"/>
              </a:rPr>
              <a:t>Comprobación de variables de entorno</a:t>
            </a:r>
            <a:endParaRPr lang="en-US" sz="1800" b="0" i="0" u="none" strike="noStrike" cap="none" spc="0">
              <a:solidFill>
                <a:schemeClr val="tx1"/>
              </a:solidFill>
              <a:latin typeface="Segoe UI"/>
              <a:cs typeface="Segoe UI"/>
            </a:endParaRPr>
          </a:p>
          <a:p>
            <a:pPr marL="228600" marR="0" indent="-228600" algn="l">
              <a:lnSpc>
                <a:spcPct val="100000"/>
              </a:lnSpc>
              <a:spcBef>
                <a:spcPct val="0"/>
              </a:spcBef>
              <a:spcAft>
                <a:spcPts val="358"/>
              </a:spcAft>
              <a:buChar char="•"/>
              <a:defRPr/>
            </a:pPr>
            <a:r>
              <a:rPr lang="es-ES" sz="1800" b="0" i="0" strike="noStrike" cap="none" baseline="0">
                <a:solidFill>
                  <a:srgbClr val="000000"/>
                </a:solidFill>
                <a:effectLst/>
                <a:latin typeface="Segoe UI"/>
                <a:ea typeface="Segoe UI"/>
                <a:cs typeface="Segoe UI"/>
              </a:rPr>
              <a:t>Explorador del sistema de archivos para /home/LogFiles/</a:t>
            </a:r>
            <a:endParaRPr lang="en-US" sz="1800" b="0" i="0" u="none" strike="noStrike" cap="none" spc="0">
              <a:solidFill>
                <a:schemeClr val="tx1"/>
              </a:solidFill>
              <a:latin typeface="Segoe UI"/>
              <a:cs typeface="Segoe UI"/>
            </a:endParaRPr>
          </a:p>
          <a:p>
            <a:pPr marL="228600" marR="0" indent="-228600" algn="l">
              <a:lnSpc>
                <a:spcPct val="100000"/>
              </a:lnSpc>
              <a:spcBef>
                <a:spcPct val="0"/>
              </a:spcBef>
              <a:spcAft>
                <a:spcPts val="358"/>
              </a:spcAft>
              <a:buChar char="•"/>
              <a:defRPr/>
            </a:pPr>
            <a:r>
              <a:rPr lang="es-ES" sz="1800" b="0" i="0" strike="noStrike" cap="none" baseline="0">
                <a:solidFill>
                  <a:srgbClr val="000000"/>
                </a:solidFill>
                <a:effectLst/>
                <a:latin typeface="Segoe UI"/>
                <a:ea typeface="Segoe UI"/>
                <a:cs typeface="Segoe UI"/>
              </a:rPr>
              <a:t>Descarga de volcado de diagnóstico</a:t>
            </a:r>
            <a:endParaRPr lang="en-US" sz="1800" b="0" i="0" u="none" strike="noStrike" cap="none" spc="0">
              <a:solidFill>
                <a:schemeClr val="tx1"/>
              </a:solidFill>
              <a:latin typeface="Segoe UI"/>
              <a:cs typeface="Segoe UI"/>
            </a:endParaRPr>
          </a:p>
          <a:p>
            <a:pPr marL="0" marR="0" indent="0" algn="l">
              <a:lnSpc>
                <a:spcPct val="96000"/>
              </a:lnSpc>
              <a:spcBef>
                <a:spcPts val="719"/>
              </a:spcBef>
              <a:spcAft>
                <a:spcPts val="359"/>
              </a:spcAft>
              <a:buFont typeface="Arial"/>
              <a:buNone/>
              <a:defRPr/>
            </a:pPr>
            <a:r>
              <a:rPr lang="es-ES" sz="2000" b="0" i="0" strike="noStrike" cap="none" baseline="0">
                <a:solidFill>
                  <a:srgbClr val="000000"/>
                </a:solidFill>
                <a:effectLst/>
                <a:latin typeface="Segoe UI Semibold"/>
                <a:ea typeface="Segoe UI Semibold"/>
                <a:cs typeface="Segoe UI Semibold"/>
              </a:rPr>
              <a:t>Integración de Azure Monitor</a:t>
            </a:r>
            <a:endParaRPr lang="en-US" sz="1800" b="0" i="0" u="none" strike="noStrike" cap="none" spc="0">
              <a:solidFill>
                <a:schemeClr val="tx1"/>
              </a:solidFill>
              <a:latin typeface="Segoe UI"/>
              <a:cs typeface="Segoe UI"/>
            </a:endParaRPr>
          </a:p>
          <a:p>
            <a:pPr marL="228600" marR="0" indent="-228600" algn="l">
              <a:lnSpc>
                <a:spcPct val="100000"/>
              </a:lnSpc>
              <a:spcBef>
                <a:spcPct val="0"/>
              </a:spcBef>
              <a:spcAft>
                <a:spcPts val="358"/>
              </a:spcAft>
              <a:buChar char="•"/>
              <a:defRPr/>
            </a:pPr>
            <a:r>
              <a:rPr lang="es-ES" sz="1800" b="0" i="0" strike="noStrike" cap="none" baseline="0">
                <a:solidFill>
                  <a:srgbClr val="000000"/>
                </a:solidFill>
                <a:effectLst/>
                <a:latin typeface="Segoe UI"/>
                <a:ea typeface="Segoe UI"/>
                <a:cs typeface="Segoe UI"/>
              </a:rPr>
              <a:t>Envío de registros a Log Analytics para consultas KQL y alertas</a:t>
            </a:r>
            <a:endParaRPr lang="en-US" sz="1800" b="0" i="0" u="none" strike="noStrike" cap="none" spc="0">
              <a:solidFill>
                <a:schemeClr val="tx1"/>
              </a:solidFill>
              <a:latin typeface="Segoe UI"/>
              <a:cs typeface="Segoe UI"/>
            </a:endParaRPr>
          </a:p>
          <a:p>
            <a:pPr marL="228600" marR="0" indent="-228600" algn="l">
              <a:lnSpc>
                <a:spcPct val="100000"/>
              </a:lnSpc>
              <a:spcBef>
                <a:spcPct val="0"/>
              </a:spcBef>
              <a:spcAft>
                <a:spcPts val="358"/>
              </a:spcAft>
              <a:buChar char="•"/>
              <a:defRPr/>
            </a:pPr>
            <a:r>
              <a:rPr lang="es-ES" sz="1800" b="0" i="0" strike="noStrike" cap="none" baseline="0">
                <a:solidFill>
                  <a:srgbClr val="000000"/>
                </a:solidFill>
                <a:effectLst/>
                <a:latin typeface="Segoe UI"/>
                <a:ea typeface="Segoe UI"/>
                <a:cs typeface="Segoe UI"/>
              </a:rPr>
              <a:t>Categorías: ConsoleLogs, HTTPLogs y PlatformLogs</a:t>
            </a:r>
            <a:endParaRPr>
              <a:latin typeface="Segoe UI"/>
              <a:cs typeface="Segoe UI"/>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8343505" name="Title 1"/>
          <p:cNvSpPr>
            <a:spLocks noGrp="1"/>
          </p:cNvSpPr>
          <p:nvPr>
            <p:ph type="title"/>
          </p:nvPr>
        </p:nvSpPr>
        <p:spPr bwMode="auto">
          <a:xfrm>
            <a:off x="588261" y="585216"/>
            <a:ext cx="5653640" cy="426720"/>
          </a:xfrm>
        </p:spPr>
        <p:txBody>
          <a:bodyPr/>
          <a:lstStyle/>
          <a:p>
            <a:pPr>
              <a:defRPr/>
            </a:pPr>
            <a:r>
              <a:rPr lang="es-ES" sz="2800" b="0" i="0" strike="noStrike" cap="none" baseline="0">
                <a:solidFill>
                  <a:srgbClr val="000000"/>
                </a:solidFill>
                <a:effectLst/>
                <a:latin typeface="Segoe UI Semibold"/>
                <a:ea typeface="Segoe UI Semibold"/>
                <a:cs typeface="Segoe UI Semibold"/>
              </a:rPr>
              <a:t>Ejercicio</a:t>
            </a:r>
            <a:endParaRPr sz="2800"/>
          </a:p>
        </p:txBody>
      </p:sp>
      <p:sp>
        <p:nvSpPr>
          <p:cNvPr id="762453425" name="Text Placeholder 4"/>
          <p:cNvSpPr>
            <a:spLocks noGrp="1"/>
          </p:cNvSpPr>
          <p:nvPr>
            <p:ph type="body" sz="quarter" idx="16"/>
          </p:nvPr>
        </p:nvSpPr>
        <p:spPr bwMode="auto">
          <a:xfrm>
            <a:off x="584199" y="1594153"/>
            <a:ext cx="5655291" cy="731520"/>
          </a:xfrm>
        </p:spPr>
        <p:txBody>
          <a:bodyPr/>
          <a:lstStyle/>
          <a:p>
            <a:pPr>
              <a:defRPr/>
            </a:pPr>
            <a:r>
              <a:rPr lang="es-ES" sz="1600" b="0" i="0" strike="noStrike" cap="none" baseline="0">
                <a:solidFill>
                  <a:srgbClr val="000000"/>
                </a:solidFill>
                <a:effectLst/>
                <a:latin typeface="Segoe UI Semibold"/>
                <a:ea typeface="Segoe UI Semibold"/>
                <a:cs typeface="Segoe UI Semibold"/>
              </a:rPr>
              <a:t>Implementación de un contenedor en Azure App Service</a:t>
            </a:r>
            <a:endParaRPr lang="en-US"/>
          </a:p>
          <a:p>
            <a:pPr>
              <a:defRPr/>
            </a:pPr>
            <a:endParaRPr lang="en-US"/>
          </a:p>
        </p:txBody>
      </p:sp>
      <p:sp>
        <p:nvSpPr>
          <p:cNvPr id="1740158258" name="Text Placeholder 61"/>
          <p:cNvSpPr>
            <a:spLocks noGrp="1"/>
          </p:cNvSpPr>
          <p:nvPr>
            <p:ph type="body" sz="quarter" idx="15"/>
          </p:nvPr>
        </p:nvSpPr>
        <p:spPr bwMode="auto">
          <a:xfrm>
            <a:off x="579438" y="2172032"/>
            <a:ext cx="5654525" cy="2194560"/>
          </a:xfrm>
        </p:spPr>
        <p:txBody>
          <a:bodyPr vert="horz" wrap="square" lIns="0" tIns="0" rIns="0" bIns="0" rtlCol="0" anchor="t">
            <a:spAutoFit/>
          </a:bodyPr>
          <a:lstStyle/>
          <a:p>
            <a:pPr marL="0" indent="0">
              <a:buNone/>
              <a:defRPr/>
            </a:pPr>
            <a:r>
              <a:rPr lang="es-ES" sz="1600" b="0" i="0" strike="noStrike" cap="none" baseline="0">
                <a:solidFill>
                  <a:srgbClr val="000000"/>
                </a:solidFill>
                <a:effectLst/>
                <a:latin typeface="Segoe UI"/>
                <a:ea typeface="Segoe UI"/>
                <a:cs typeface="Segoe UI"/>
              </a:rPr>
              <a:t>En este ejercicio, implementarás una imagen de contenedor de Linux desde Azure Container Registry (ACR) en Azure App Service.</a:t>
            </a:r>
            <a:endParaRPr/>
          </a:p>
          <a:p>
            <a:pPr marL="0" indent="0">
              <a:buNone/>
              <a:defRPr/>
            </a:pPr>
            <a:endParaRPr lang="en-US">
              <a:cs typeface="Segoe UI"/>
            </a:endParaRPr>
          </a:p>
          <a:p>
            <a:pPr marL="0" indent="0">
              <a:buNone/>
              <a:defRPr/>
            </a:pPr>
            <a:r>
              <a:rPr lang="es-ES" sz="1600" b="0" i="0" strike="noStrike" cap="none" baseline="0">
                <a:solidFill>
                  <a:srgbClr val="000000"/>
                </a:solidFill>
                <a:effectLst/>
                <a:latin typeface="Segoe UI Semibold"/>
                <a:ea typeface="Segoe UI Semibold"/>
                <a:cs typeface="Segoe UI Semibold"/>
              </a:rPr>
              <a:t>Tiempo estimado: </a:t>
            </a:r>
            <a:r>
              <a:rPr lang="es-ES" sz="1600" b="0" i="0" strike="noStrike" cap="none" baseline="0">
                <a:solidFill>
                  <a:srgbClr val="000000"/>
                </a:solidFill>
                <a:effectLst/>
                <a:latin typeface="Segoe UI"/>
                <a:ea typeface="Segoe UI"/>
                <a:cs typeface="Segoe UI"/>
              </a:rPr>
              <a:t>30 minutos</a:t>
            </a:r>
            <a:endParaRPr/>
          </a:p>
          <a:p>
            <a:pPr>
              <a:defRPr/>
            </a:pPr>
            <a:endParaRPr lang="en-US">
              <a:cs typeface="Segoe UI"/>
            </a:endParaRPr>
          </a:p>
          <a:p>
            <a:pPr marL="0" indent="0">
              <a:buNone/>
              <a:defRPr/>
            </a:pPr>
            <a:r>
              <a:rPr lang="es-ES" sz="1600" b="0" i="0" strike="noStrike" cap="none" baseline="0">
                <a:solidFill>
                  <a:srgbClr val="000000"/>
                </a:solidFill>
                <a:effectLst/>
                <a:latin typeface="Segoe UI"/>
                <a:ea typeface="Segoe UI"/>
                <a:cs typeface="Aptos"/>
              </a:rPr>
              <a:t>Inicia el ejercicio en:</a:t>
            </a:r>
            <a:endParaRPr lang="en-US"/>
          </a:p>
          <a:p>
            <a:pPr marL="0" indent="0">
              <a:buNone/>
              <a:defRPr/>
            </a:pPr>
            <a:r>
              <a:rPr lang="es-ES" sz="1600" b="0" i="0" u="sng" strike="noStrike" cap="none" baseline="0">
                <a:solidFill>
                  <a:srgbClr val="0077D3"/>
                </a:solidFill>
                <a:effectLst/>
                <a:uFill>
                  <a:solidFill>
                    <a:srgbClr val="0077D3"/>
                  </a:solidFill>
                </a:uFill>
                <a:latin typeface="Segoe UI"/>
                <a:ea typeface="Segoe UI"/>
                <a:cs typeface="Segoe UI"/>
                <a:hlinkClick r:id="rId3" history="0"/>
              </a:rPr>
              <a:t>https://go.microsoft.com/fwlink/?linkid=2347415</a:t>
            </a:r>
            <a:endParaRPr/>
          </a:p>
          <a:p>
            <a:pPr marL="0" indent="0">
              <a:buNone/>
              <a:defRPr/>
            </a:pPr>
            <a:endParaRPr lang="en-US"/>
          </a:p>
        </p:txBody>
      </p:sp>
      <p:pic>
        <p:nvPicPr>
          <p:cNvPr id="358675656" name="Picture Placeholder 6">
            <a:extLst>
              <a:ext uri="{C183D7F6-B498-43B3-948B-1728B52AA6E4}">
                <adec:decorative xmlns:adec="http://schemas.microsoft.com/office/drawing/2017/decorative" val="1"/>
              </a:ext>
            </a:extLst>
          </p:cNvPr>
          <p:cNvPicPr>
            <a:picLocks noGrp="1" noChangeAspect="1"/>
          </p:cNvPicPr>
          <p:nvPr>
            <p:ph type="pic" sz="quarter" idx="20"/>
          </p:nvPr>
        </p:nvPicPr>
        <p:blipFill>
          <a:blip r:embed="rId4"/>
          <a:srcRect l="118" r="117"/>
          <a:stretch>
            <a:fillRect/>
          </a:stretch>
        </p:blipFill>
        <p:spPr bwMode="ltGray">
          <a:xfrm>
            <a:off x="7724773" y="2043463"/>
            <a:ext cx="4467224" cy="3307645"/>
          </a:xfrm>
          <a:prstGeom prst="rect">
            <a:avLst/>
          </a:prstGeom>
          <a:solidFill>
            <a:srgbClr val="F4F4F7"/>
          </a:solidFill>
          <a:ln>
            <a:noFill/>
          </a:ln>
        </p:spPr>
      </p:pic>
      <p:sp>
        <p:nvSpPr>
          <p:cNvPr id="972805967" name="Footer Placeholder 4"/>
          <p:cNvSpPr>
            <a:spLocks noGrp="1"/>
          </p:cNvSpPr>
          <p:nvPr>
            <p:ph type="ftr" sz="quarter" idx="3"/>
          </p:nvPr>
        </p:nvSpPr>
        <p:spPr bwMode="auto">
          <a:xfrm>
            <a:off x="579438" y="6421082"/>
            <a:ext cx="4151311" cy="197975"/>
          </a:xfrm>
        </p:spPr>
        <p:txBody>
          <a:bodyPr/>
          <a:lstStyle/>
          <a:p>
            <a:pPr>
              <a:defRPr/>
            </a:pPr>
            <a:r>
              <a:rPr lang="es-ES" sz="1000" b="0" i="0" strike="noStrike" cap="none" baseline="0">
                <a:solidFill>
                  <a:srgbClr val="000000"/>
                </a:solidFill>
                <a:effectLst/>
                <a:latin typeface="Segoe UI"/>
                <a:ea typeface="Segoe UI"/>
                <a:cs typeface="Segoe UI"/>
              </a:rPr>
              <a:t>© Copyright Microsoft Corporation. Todos los derechos reservados.</a:t>
            </a:r>
            <a:endParaRPr/>
          </a:p>
        </p:txBody>
      </p:sp>
      <p:sp>
        <p:nvSpPr>
          <p:cNvPr id="995824904" name="Flowchart: Off-page Connector 7"/>
          <p:cNvSpPr/>
          <p:nvPr/>
        </p:nvSpPr>
        <p:spPr bwMode="auto">
          <a:xfrm rot="5400000">
            <a:off x="6119822" y="1914205"/>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vert270" wrap="square" lIns="274320" tIns="585216" rIns="274320" bIns="182880" numCol="1" spcCol="0" rtlCol="0" fromWordArt="0" anchor="ctr" anchorCtr="0" forceAA="0" compatLnSpc="1">
            <a:prstTxWarp prst="textNoShape">
              <a:avLst/>
            </a:prstTxWarp>
            <a:noAutofit/>
          </a:bodyPr>
          <a:lstStyle>
            <a:defPPr>
              <a:defRPr lang="en-US"/>
            </a:defPPr>
            <a:lvl1pPr marL="0" algn="l" defTabSz="914366" rtl="0">
              <a:defRPr sz="1750">
                <a:solidFill>
                  <a:schemeClr val="lt1"/>
                </a:solidFill>
                <a:latin typeface="+mn-lt"/>
                <a:ea typeface="+mn-ea"/>
                <a:cs typeface="+mn-cs"/>
              </a:defRPr>
            </a:lvl1pPr>
            <a:lvl2pPr marL="457182" algn="l" defTabSz="914366" rtl="0">
              <a:defRPr sz="1750">
                <a:solidFill>
                  <a:schemeClr val="lt1"/>
                </a:solidFill>
                <a:latin typeface="+mn-lt"/>
                <a:ea typeface="+mn-ea"/>
                <a:cs typeface="+mn-cs"/>
              </a:defRPr>
            </a:lvl2pPr>
            <a:lvl3pPr marL="914366" algn="l" defTabSz="914366" rtl="0">
              <a:defRPr sz="1750">
                <a:solidFill>
                  <a:schemeClr val="lt1"/>
                </a:solidFill>
                <a:latin typeface="+mn-lt"/>
                <a:ea typeface="+mn-ea"/>
                <a:cs typeface="+mn-cs"/>
              </a:defRPr>
            </a:lvl3pPr>
            <a:lvl4pPr marL="1371549" algn="l" defTabSz="914366" rtl="0">
              <a:defRPr sz="1750">
                <a:solidFill>
                  <a:schemeClr val="lt1"/>
                </a:solidFill>
                <a:latin typeface="+mn-lt"/>
                <a:ea typeface="+mn-ea"/>
                <a:cs typeface="+mn-cs"/>
              </a:defRPr>
            </a:lvl4pPr>
            <a:lvl5pPr marL="1828733" algn="l" defTabSz="914366" rtl="0">
              <a:defRPr sz="1750">
                <a:solidFill>
                  <a:schemeClr val="lt1"/>
                </a:solidFill>
                <a:latin typeface="+mn-lt"/>
                <a:ea typeface="+mn-ea"/>
                <a:cs typeface="+mn-cs"/>
              </a:defRPr>
            </a:lvl5pPr>
            <a:lvl6pPr marL="2285917" algn="l" defTabSz="914366" rtl="0">
              <a:defRPr sz="1750">
                <a:solidFill>
                  <a:schemeClr val="lt1"/>
                </a:solidFill>
                <a:latin typeface="+mn-lt"/>
                <a:ea typeface="+mn-ea"/>
                <a:cs typeface="+mn-cs"/>
              </a:defRPr>
            </a:lvl6pPr>
            <a:lvl7pPr marL="2743101" algn="l" defTabSz="914366" rtl="0">
              <a:defRPr sz="1750">
                <a:solidFill>
                  <a:schemeClr val="lt1"/>
                </a:solidFill>
                <a:latin typeface="+mn-lt"/>
                <a:ea typeface="+mn-ea"/>
                <a:cs typeface="+mn-cs"/>
              </a:defRPr>
            </a:lvl7pPr>
            <a:lvl8pPr marL="3200283" algn="l" defTabSz="914366" rtl="0">
              <a:defRPr sz="1750">
                <a:solidFill>
                  <a:schemeClr val="lt1"/>
                </a:solidFill>
                <a:latin typeface="+mn-lt"/>
                <a:ea typeface="+mn-ea"/>
                <a:cs typeface="+mn-cs"/>
              </a:defRPr>
            </a:lvl8pPr>
            <a:lvl9pPr marL="3657468" algn="l" defTabSz="914366" rtl="0">
              <a:defRPr sz="1750">
                <a:solidFill>
                  <a:schemeClr val="lt1"/>
                </a:solidFill>
                <a:latin typeface="+mn-lt"/>
                <a:ea typeface="+mn-ea"/>
                <a:cs typeface="+mn-cs"/>
              </a:defRPr>
            </a:lvl9pPr>
          </a:lstStyle>
          <a:p>
            <a:pPr marL="0" marR="0" lvl="0" indent="0" algn="l" defTabSz="932472" rtl="0">
              <a:lnSpc>
                <a:spcPct val="100000"/>
              </a:lnSpc>
              <a:spcBef>
                <a:spcPct val="0"/>
              </a:spcBef>
              <a:spcAft>
                <a:spcPts val="599"/>
              </a:spcAft>
              <a:buClrTx/>
              <a:buSzTx/>
              <a:buFontTx/>
              <a:buNone/>
              <a:defRPr/>
            </a:pPr>
            <a:r>
              <a:rPr lang="es-ES" sz="1600" b="1" i="0" strike="noStrike" cap="none" baseline="0" dirty="0">
                <a:solidFill>
                  <a:srgbClr val="000000"/>
                </a:solidFill>
                <a:effectLst/>
                <a:latin typeface="Segoe UI Semibold"/>
                <a:ea typeface="Segoe UI Semibold"/>
                <a:cs typeface="Segoe UI Semibold"/>
              </a:rPr>
              <a:t>Instructores: </a:t>
            </a:r>
            <a:endParaRPr lang="en-US" sz="1200" b="1" i="0" u="none" strike="noStrike" cap="none" spc="0" dirty="0">
              <a:ln>
                <a:noFill/>
              </a:ln>
              <a:solidFill>
                <a:srgbClr val="000000"/>
              </a:solidFill>
              <a:latin typeface="Segoe UI Semibold"/>
              <a:ea typeface="Segoe UI"/>
              <a:cs typeface="Segoe UI"/>
            </a:endParaRPr>
          </a:p>
          <a:p>
            <a:pPr marL="0" marR="0" lvl="0" indent="0" algn="l" defTabSz="932472" rtl="0">
              <a:lnSpc>
                <a:spcPct val="100000"/>
              </a:lnSpc>
              <a:spcBef>
                <a:spcPct val="0"/>
              </a:spcBef>
              <a:spcAft>
                <a:spcPts val="599"/>
              </a:spcAft>
              <a:buClrTx/>
              <a:buSzTx/>
              <a:buFontTx/>
              <a:buNone/>
              <a:defRPr/>
            </a:pPr>
            <a:r>
              <a:rPr lang="es-ES" sz="1200" b="0" i="0" strike="noStrike" cap="none" baseline="0" dirty="0">
                <a:solidFill>
                  <a:srgbClr val="000000"/>
                </a:solidFill>
                <a:effectLst/>
                <a:latin typeface="Segoe UI"/>
                <a:ea typeface="Segoe UI"/>
                <a:cs typeface="Segoe UI"/>
              </a:rPr>
              <a:t>Personaliza esta diapositiva para incluir el vínculo al entorno de laboratorio hospedado y las instrucciones personalizadas.</a:t>
            </a:r>
            <a:endParaRPr sz="1600" dirty="0"/>
          </a:p>
          <a:p>
            <a:pPr marL="0" marR="0" lvl="0" indent="0" algn="l" defTabSz="932472" rtl="0">
              <a:lnSpc>
                <a:spcPct val="100000"/>
              </a:lnSpc>
              <a:spcBef>
                <a:spcPct val="0"/>
              </a:spcBef>
              <a:spcAft>
                <a:spcPts val="599"/>
              </a:spcAft>
              <a:buClrTx/>
              <a:buSzTx/>
              <a:buFontTx/>
              <a:buNone/>
              <a:defRPr/>
            </a:pPr>
            <a:r>
              <a:rPr lang="es-ES" sz="1200" b="0" i="0" strike="noStrike" cap="none" baseline="0" dirty="0">
                <a:solidFill>
                  <a:srgbClr val="000000"/>
                </a:solidFill>
                <a:effectLst/>
                <a:latin typeface="Segoe UI"/>
                <a:ea typeface="Segoe UI"/>
                <a:cs typeface="Segoe UI"/>
              </a:rPr>
              <a:t>(a continuación, quita esta flecha)</a:t>
            </a:r>
            <a:endParaRPr sz="1600" dirty="0"/>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56559750" name="Title 4"/>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Prueba de conocimientos del módulo 2</a:t>
            </a:r>
            <a:endParaRPr/>
          </a:p>
        </p:txBody>
      </p:sp>
      <p:sp>
        <p:nvSpPr>
          <p:cNvPr id="710624154" name="Oval 8">
            <a:extLst>
              <a:ext uri="{C183D7F6-B498-43B3-948B-1728B52AA6E4}">
                <adec:decorative xmlns:adec="http://schemas.microsoft.com/office/drawing/2017/decorative" val="0"/>
              </a:ext>
            </a:extLst>
          </p:cNvPr>
          <p:cNvSpPr/>
          <p:nvPr/>
        </p:nvSpPr>
        <p:spPr bwMode="auto">
          <a:xfrm>
            <a:off x="697221" y="1783917"/>
            <a:ext cx="636370" cy="63637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596">
              <a:defRPr/>
            </a:pPr>
            <a:r>
              <a:rPr lang="es-ES" sz="2400" b="1" i="0" strike="noStrike" cap="none" baseline="0">
                <a:solidFill>
                  <a:srgbClr val="FFFFFF"/>
                </a:solidFill>
                <a:effectLst/>
                <a:latin typeface="Segoe UI"/>
                <a:ea typeface="Segoe UI"/>
                <a:cs typeface="Segoe UI"/>
              </a:rPr>
              <a:t>1</a:t>
            </a:r>
            <a:endParaRPr lang="en-IN" sz="2400" b="1">
              <a:solidFill>
                <a:schemeClr val="bg1"/>
              </a:solidFill>
            </a:endParaRPr>
          </a:p>
        </p:txBody>
      </p:sp>
      <p:sp>
        <p:nvSpPr>
          <p:cNvPr id="8527684" name="Text Placeholder 43"/>
          <p:cNvSpPr txBox="1"/>
          <p:nvPr/>
        </p:nvSpPr>
        <p:spPr bwMode="auto">
          <a:xfrm>
            <a:off x="1641205" y="1783917"/>
            <a:ext cx="9217197" cy="1755210"/>
          </a:xfrm>
          <a:prstGeom prst="rect">
            <a:avLst/>
          </a:prstGeom>
        </p:spPr>
        <p:txBody>
          <a:bodyPr vert="horz" lIns="0" tIns="0" rIns="0" bIns="0" rtlCol="0" anchor="t">
            <a:noAutofit/>
          </a:bodyPr>
          <a:lstStyle>
            <a:lvl1pPr marL="228600" indent="-228600" algn="l" defTabSz="914400" rtl="0">
              <a:lnSpc>
                <a:spcPct val="100000"/>
              </a:lnSpc>
              <a:spcBef>
                <a:spcPct val="0"/>
              </a:spcBef>
              <a:buFont typeface="Arial"/>
              <a:buChar char="•"/>
              <a:defRPr sz="2800">
                <a:solidFill>
                  <a:schemeClr val="tx1"/>
                </a:solidFill>
                <a:latin typeface="Segoe UI"/>
                <a:ea typeface="+mn-ea"/>
                <a:cs typeface="Segoe UI"/>
              </a:defRPr>
            </a:lvl1pPr>
            <a:lvl2pPr marL="574674" indent="-234949" algn="l" defTabSz="914400" rtl="0">
              <a:lnSpc>
                <a:spcPct val="100000"/>
              </a:lnSpc>
              <a:spcBef>
                <a:spcPct val="0"/>
              </a:spcBef>
              <a:buFont typeface="Arial"/>
              <a:buChar char="•"/>
              <a:defRPr sz="2400">
                <a:solidFill>
                  <a:schemeClr val="tx1"/>
                </a:solidFill>
                <a:latin typeface="Segoe UI"/>
                <a:ea typeface="+mn-ea"/>
                <a:cs typeface="Segoe UI"/>
              </a:defRPr>
            </a:lvl2pPr>
            <a:lvl3pPr marL="914400" indent="-227012" algn="l" defTabSz="914400" rtl="0">
              <a:lnSpc>
                <a:spcPct val="100000"/>
              </a:lnSpc>
              <a:spcBef>
                <a:spcPct val="0"/>
              </a:spcBef>
              <a:buFont typeface="Arial"/>
              <a:buChar char="•"/>
              <a:defRPr sz="2000">
                <a:solidFill>
                  <a:schemeClr val="tx1"/>
                </a:solidFill>
                <a:latin typeface="Segoe UI"/>
                <a:ea typeface="+mn-ea"/>
                <a:cs typeface="Segoe UI"/>
              </a:defRPr>
            </a:lvl3pPr>
            <a:lvl4pPr marL="1141412" indent="-169861" algn="l" defTabSz="914400" rtl="0">
              <a:lnSpc>
                <a:spcPct val="100000"/>
              </a:lnSpc>
              <a:spcBef>
                <a:spcPct val="0"/>
              </a:spcBef>
              <a:buFont typeface="Arial"/>
              <a:buChar char="•"/>
              <a:defRPr sz="1800">
                <a:solidFill>
                  <a:schemeClr val="tx1"/>
                </a:solidFill>
                <a:latin typeface="Segoe UI"/>
                <a:ea typeface="+mn-ea"/>
                <a:cs typeface="Segoe UI"/>
              </a:defRPr>
            </a:lvl4pPr>
            <a:lvl5pPr marL="1376361" indent="-179387" algn="l" defTabSz="914400" rtl="0">
              <a:lnSpc>
                <a:spcPct val="100000"/>
              </a:lnSpc>
              <a:spcBef>
                <a:spcPct val="0"/>
              </a:spcBef>
              <a:buFont typeface="Arial"/>
              <a:buChar char="•"/>
              <a:defRPr sz="1800">
                <a:solidFill>
                  <a:schemeClr val="tx1"/>
                </a:solidFill>
                <a:latin typeface="Segoe UI"/>
                <a:ea typeface="+mn-ea"/>
                <a:cs typeface="Segoe UI"/>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indent="0">
              <a:lnSpc>
                <a:spcPct val="110000"/>
              </a:lnSpc>
              <a:spcAft>
                <a:spcPts val="599"/>
              </a:spcAft>
              <a:buNone/>
              <a:defRPr/>
            </a:pPr>
            <a:r>
              <a:rPr lang="es-ES" sz="1600" b="0" i="0" strike="noStrike" cap="none" baseline="0">
                <a:solidFill>
                  <a:srgbClr val="000000"/>
                </a:solidFill>
                <a:effectLst/>
                <a:latin typeface="Segoe UI"/>
                <a:ea typeface="Segoe UI"/>
                <a:cs typeface="Segoe UI"/>
              </a:rPr>
              <a:t>Una imagen de contenedor escucha en el puerto 8000. Después de la implementación en App Service, las solicitudes devuelven errores de conexión. ¿Qué resuelve esto?</a:t>
            </a:r>
            <a:endParaRPr sz="2600"/>
          </a:p>
          <a:p>
            <a:pPr marL="261850" indent="-261850">
              <a:buFont typeface="Arial"/>
              <a:buAutoNum type="alphaUcPeriod"/>
              <a:defRPr/>
            </a:pPr>
            <a:r>
              <a:rPr lang="es-ES" sz="1600" b="0" i="0" strike="noStrike" cap="none" baseline="0">
                <a:solidFill>
                  <a:srgbClr val="000000"/>
                </a:solidFill>
                <a:effectLst/>
                <a:latin typeface="Segoe UI"/>
                <a:ea typeface="Segoe UI"/>
                <a:cs typeface="Segoe UI"/>
              </a:rPr>
              <a:t>Establecer la configuración de la aplicación WEBSITES_PORT en 8000</a:t>
            </a:r>
            <a:endParaRPr lang="en-US" sz="1600" b="0" i="0" u="none" strike="noStrike" cap="none" spc="0">
              <a:solidFill>
                <a:schemeClr val="tx1"/>
              </a:solidFill>
              <a:latin typeface="Segoe UI"/>
              <a:cs typeface="Segoe UI"/>
            </a:endParaRPr>
          </a:p>
          <a:p>
            <a:pPr marL="261850" indent="-261850">
              <a:buFont typeface="Arial"/>
              <a:buAutoNum type="alphaUcPeriod"/>
              <a:defRPr/>
            </a:pPr>
            <a:r>
              <a:rPr lang="es-ES" sz="1600" b="0" i="0" strike="noStrike" cap="none" baseline="0">
                <a:solidFill>
                  <a:srgbClr val="000000"/>
                </a:solidFill>
                <a:effectLst/>
                <a:latin typeface="Segoe UI"/>
                <a:ea typeface="Segoe UI"/>
                <a:cs typeface="Segoe UI"/>
              </a:rPr>
              <a:t>Modificar el Dockerfile para usar EXPOSE 80</a:t>
            </a:r>
            <a:endParaRPr lang="en-US" sz="1600" b="0" i="0" u="none" strike="noStrike" cap="none" spc="0">
              <a:solidFill>
                <a:schemeClr val="tx1"/>
              </a:solidFill>
              <a:latin typeface="Segoe UI"/>
              <a:cs typeface="Segoe UI"/>
            </a:endParaRPr>
          </a:p>
          <a:p>
            <a:pPr marL="228600" marR="0" indent="-228600">
              <a:buFont typeface="Arial"/>
              <a:buAutoNum type="alphaUcPeriod"/>
              <a:defRPr/>
            </a:pPr>
            <a:r>
              <a:rPr lang="es-ES" sz="1600" b="0" i="0" strike="noStrike" cap="none" baseline="0">
                <a:solidFill>
                  <a:srgbClr val="000000"/>
                </a:solidFill>
                <a:effectLst/>
                <a:latin typeface="Segoe UI"/>
                <a:ea typeface="Segoe UI"/>
                <a:cs typeface="Segoe UI"/>
              </a:rPr>
              <a:t>Habilitar el protocolo HTTP/2 en la configuración de la plataforma</a:t>
            </a:r>
            <a:endParaRPr sz="1600"/>
          </a:p>
        </p:txBody>
      </p:sp>
      <p:sp>
        <p:nvSpPr>
          <p:cNvPr id="1999331647" name="Oval 10">
            <a:extLst>
              <a:ext uri="{C183D7F6-B498-43B3-948B-1728B52AA6E4}">
                <adec:decorative xmlns:adec="http://schemas.microsoft.com/office/drawing/2017/decorative" val="0"/>
              </a:ext>
            </a:extLst>
          </p:cNvPr>
          <p:cNvSpPr/>
          <p:nvPr/>
        </p:nvSpPr>
        <p:spPr bwMode="auto">
          <a:xfrm>
            <a:off x="697221" y="3862416"/>
            <a:ext cx="636370" cy="63637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596">
              <a:defRPr/>
            </a:pPr>
            <a:r>
              <a:rPr lang="es-ES" sz="2400" b="1" i="0" strike="noStrike" cap="none" baseline="0">
                <a:solidFill>
                  <a:srgbClr val="FFFFFF"/>
                </a:solidFill>
                <a:effectLst/>
                <a:latin typeface="Segoe UI"/>
                <a:ea typeface="Segoe UI"/>
                <a:cs typeface="Segoe UI"/>
              </a:rPr>
              <a:t>2</a:t>
            </a:r>
            <a:endParaRPr lang="en-IN" sz="2400" b="1">
              <a:solidFill>
                <a:schemeClr val="bg1"/>
              </a:solidFill>
            </a:endParaRPr>
          </a:p>
        </p:txBody>
      </p:sp>
      <p:sp>
        <p:nvSpPr>
          <p:cNvPr id="2001659001" name="Text Placeholder 43"/>
          <p:cNvSpPr txBox="1"/>
          <p:nvPr/>
        </p:nvSpPr>
        <p:spPr bwMode="auto">
          <a:xfrm>
            <a:off x="1641204" y="3860982"/>
            <a:ext cx="9217197" cy="1882186"/>
          </a:xfrm>
          <a:prstGeom prst="rect">
            <a:avLst/>
          </a:prstGeom>
        </p:spPr>
        <p:txBody>
          <a:bodyPr vert="horz" lIns="0" tIns="0" rIns="0" bIns="0" rtlCol="0" anchor="t">
            <a:noAutofit/>
          </a:bodyPr>
          <a:lstStyle>
            <a:lvl1pPr marL="228600" indent="-228600" algn="l" defTabSz="914400" rtl="0">
              <a:lnSpc>
                <a:spcPct val="100000"/>
              </a:lnSpc>
              <a:spcBef>
                <a:spcPct val="0"/>
              </a:spcBef>
              <a:buFont typeface="Arial"/>
              <a:buChar char="•"/>
              <a:defRPr sz="2800">
                <a:solidFill>
                  <a:schemeClr val="tx1"/>
                </a:solidFill>
                <a:latin typeface="Segoe UI"/>
                <a:ea typeface="+mn-ea"/>
                <a:cs typeface="Segoe UI"/>
              </a:defRPr>
            </a:lvl1pPr>
            <a:lvl2pPr marL="574674" indent="-234949" algn="l" defTabSz="914400" rtl="0">
              <a:lnSpc>
                <a:spcPct val="100000"/>
              </a:lnSpc>
              <a:spcBef>
                <a:spcPct val="0"/>
              </a:spcBef>
              <a:buFont typeface="Arial"/>
              <a:buChar char="•"/>
              <a:defRPr sz="2400">
                <a:solidFill>
                  <a:schemeClr val="tx1"/>
                </a:solidFill>
                <a:latin typeface="Segoe UI"/>
                <a:ea typeface="+mn-ea"/>
                <a:cs typeface="Segoe UI"/>
              </a:defRPr>
            </a:lvl2pPr>
            <a:lvl3pPr marL="914400" indent="-227012" algn="l" defTabSz="914400" rtl="0">
              <a:lnSpc>
                <a:spcPct val="100000"/>
              </a:lnSpc>
              <a:spcBef>
                <a:spcPct val="0"/>
              </a:spcBef>
              <a:buFont typeface="Arial"/>
              <a:buChar char="•"/>
              <a:defRPr sz="2000">
                <a:solidFill>
                  <a:schemeClr val="tx1"/>
                </a:solidFill>
                <a:latin typeface="Segoe UI"/>
                <a:ea typeface="+mn-ea"/>
                <a:cs typeface="Segoe UI"/>
              </a:defRPr>
            </a:lvl3pPr>
            <a:lvl4pPr marL="1141412" indent="-169861" algn="l" defTabSz="914400" rtl="0">
              <a:lnSpc>
                <a:spcPct val="100000"/>
              </a:lnSpc>
              <a:spcBef>
                <a:spcPct val="0"/>
              </a:spcBef>
              <a:buFont typeface="Arial"/>
              <a:buChar char="•"/>
              <a:defRPr sz="1800">
                <a:solidFill>
                  <a:schemeClr val="tx1"/>
                </a:solidFill>
                <a:latin typeface="Segoe UI"/>
                <a:ea typeface="+mn-ea"/>
                <a:cs typeface="Segoe UI"/>
              </a:defRPr>
            </a:lvl4pPr>
            <a:lvl5pPr marL="1376361" indent="-179387" algn="l" defTabSz="914400" rtl="0">
              <a:lnSpc>
                <a:spcPct val="100000"/>
              </a:lnSpc>
              <a:spcBef>
                <a:spcPct val="0"/>
              </a:spcBef>
              <a:buFont typeface="Arial"/>
              <a:buChar char="•"/>
              <a:defRPr sz="1800">
                <a:solidFill>
                  <a:schemeClr val="tx1"/>
                </a:solidFill>
                <a:latin typeface="Segoe UI"/>
                <a:ea typeface="+mn-ea"/>
                <a:cs typeface="Segoe UI"/>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indent="0">
              <a:lnSpc>
                <a:spcPct val="110000"/>
              </a:lnSpc>
              <a:spcAft>
                <a:spcPts val="599"/>
              </a:spcAft>
              <a:buNone/>
              <a:defRPr/>
            </a:pPr>
            <a:r>
              <a:rPr lang="es-ES" sz="1600" b="0" i="0" strike="noStrike" cap="none" baseline="0">
                <a:solidFill>
                  <a:srgbClr val="000000"/>
                </a:solidFill>
                <a:effectLst/>
                <a:latin typeface="Segoe UI"/>
                <a:ea typeface="Segoe UI"/>
                <a:cs typeface="Segoe UI"/>
              </a:rPr>
              <a:t>Una aplicación de producción requiere diferentes direcciones URL de punto de conexión de API para espacios de ensayo y producción. ¿Cómo puedes impedir que la dirección URL de ensayo cambie a producción?</a:t>
            </a:r>
            <a:endParaRPr lang="en-US"/>
          </a:p>
          <a:p>
            <a:pPr marL="261850" indent="-261850">
              <a:buFont typeface="Arial"/>
              <a:buAutoNum type="alphaUcPeriod"/>
              <a:defRPr/>
            </a:pPr>
            <a:r>
              <a:rPr lang="es-ES" sz="1600" b="0" i="0" strike="noStrike" cap="none" baseline="0">
                <a:solidFill>
                  <a:srgbClr val="000000"/>
                </a:solidFill>
                <a:effectLst/>
                <a:latin typeface="Segoe UI"/>
                <a:ea typeface="Segoe UI"/>
                <a:cs typeface="Segoe UI"/>
              </a:rPr>
              <a:t>Establecer API_ENDPOINT como una configuración de ranura</a:t>
            </a:r>
            <a:endParaRPr lang="en-US" sz="1600" b="0" i="0" u="none" strike="noStrike" cap="none" spc="0">
              <a:solidFill>
                <a:schemeClr val="tx1"/>
              </a:solidFill>
              <a:latin typeface="Segoe UI"/>
              <a:cs typeface="Segoe UI"/>
            </a:endParaRPr>
          </a:p>
          <a:p>
            <a:pPr marL="261850" indent="-261850">
              <a:buFont typeface="Arial"/>
              <a:buAutoNum type="alphaUcPeriod"/>
              <a:defRPr/>
            </a:pPr>
            <a:r>
              <a:rPr lang="es-ES" sz="1600" b="0" i="0" strike="noStrike" cap="none" baseline="0">
                <a:solidFill>
                  <a:srgbClr val="000000"/>
                </a:solidFill>
                <a:effectLst/>
                <a:latin typeface="Segoe UI"/>
                <a:ea typeface="Segoe UI"/>
                <a:cs typeface="Segoe UI"/>
              </a:rPr>
              <a:t>Almacenar el punto de conexión de API en la imagen de contenedor para cada entorno</a:t>
            </a:r>
            <a:endParaRPr/>
          </a:p>
          <a:p>
            <a:pPr marL="261850" indent="-261850">
              <a:buFont typeface="Arial"/>
              <a:buAutoNum type="alphaUcPeriod"/>
              <a:defRPr/>
            </a:pPr>
            <a:r>
              <a:rPr lang="es-ES" sz="1600" b="0" i="0" strike="noStrike" cap="none" baseline="0">
                <a:solidFill>
                  <a:srgbClr val="000000"/>
                </a:solidFill>
                <a:effectLst/>
                <a:latin typeface="Segoe UI"/>
                <a:ea typeface="Segoe UI"/>
                <a:cs typeface="Segoe UI"/>
              </a:rPr>
              <a:t>Usar cadenas de conexión en lugar de la configuración de la aplicación</a:t>
            </a:r>
            <a:endParaRPr lang="en-US" sz="1600" b="0" i="0" u="none" strike="noStrike" cap="none" spc="0">
              <a:solidFill>
                <a:schemeClr val="tx1"/>
              </a:solidFill>
              <a:latin typeface="Segoe UI"/>
              <a:cs typeface="Segoe UI"/>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1027646836" name="Title 16"/>
          <p:cNvSpPr txBox="1">
            <a:spLocks noGrp="1"/>
          </p:cNvSpPr>
          <p:nvPr>
            <p:ph type="title"/>
          </p:nvPr>
        </p:nvSpPr>
        <p:spPr bwMode="auto">
          <a:xfrm>
            <a:off x="457200" y="411480"/>
            <a:ext cx="11222609" cy="553997"/>
          </a:xfrm>
          <a:prstGeom prst="rect">
            <a:avLst/>
          </a:prstGeom>
          <a:noFill/>
          <a:ln>
            <a:noFill/>
            <a:prstDash val="solid"/>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a:lnSpc>
                <a:spcPct val="100000"/>
              </a:lnSpc>
              <a:spcBef>
                <a:spcPct val="0"/>
              </a:spcBef>
              <a:buNone/>
              <a:defRPr lang="en-US" sz="3200" b="0" i="0" cap="none" spc="0">
                <a:ln w="3175">
                  <a:noFill/>
                </a:ln>
                <a:solidFill>
                  <a:schemeClr val="tx1"/>
                </a:solidFill>
                <a:latin typeface="+mj-lt"/>
                <a:ea typeface="+mn-ea"/>
                <a:cs typeface="Segoe UI Semibold"/>
              </a:defRPr>
            </a:lvl1pPr>
          </a:lstStyle>
          <a:p>
            <a:pPr>
              <a:defRPr/>
            </a:pPr>
            <a:r>
              <a:rPr lang="en-US" sz="3600">
                <a:cs typeface="Segoe UI Semibold"/>
              </a:rPr>
              <a:t>Interactive Knowledge</a:t>
            </a:r>
            <a:r>
              <a:rPr lang="en-US" sz="3600" b="0" i="0" u="none" strike="noStrike" cap="none" spc="0">
                <a:ln w="3175">
                  <a:noFill/>
                </a:ln>
                <a:latin typeface="Segoe UI Semibold"/>
                <a:ea typeface="Arial"/>
                <a:cs typeface="Segoe UI Semibold"/>
              </a:rPr>
              <a:t> check </a:t>
            </a:r>
            <a:endParaRPr/>
          </a:p>
        </p:txBody>
      </p:sp>
      <p:sp>
        <p:nvSpPr>
          <p:cNvPr id="896058783" name="Text Placeholder 1"/>
          <p:cNvSpPr>
            <a:spLocks noGrp="1"/>
          </p:cNvSpPr>
          <p:nvPr>
            <p:ph type="body" sz="quarter" idx="4294967295"/>
          </p:nvPr>
        </p:nvSpPr>
        <p:spPr bwMode="auto">
          <a:xfrm>
            <a:off x="4798236" y="2051473"/>
            <a:ext cx="6752610" cy="2926440"/>
          </a:xfrm>
        </p:spPr>
        <p:txBody>
          <a:bodyPr vert="horz" wrap="square" lIns="0" tIns="0" rIns="0" bIns="0" rtlCol="0" anchor="t">
            <a:spAutoFit/>
          </a:bodyPr>
          <a:lstStyle/>
          <a:p>
            <a:pPr marL="0" indent="0">
              <a:buNone/>
              <a:defRPr/>
            </a:pPr>
            <a:r>
              <a:rPr lang="en-US" sz="2400" b="0">
                <a:latin typeface="Segoe UI Semibold"/>
                <a:ea typeface="Segoe UI Semibold"/>
                <a:cs typeface="Segoe UI Semibold"/>
              </a:rPr>
              <a:t>Test your knowledge with this real time quiz. </a:t>
            </a:r>
            <a:endParaRPr b="0">
              <a:latin typeface="Segoe UI Semibold"/>
              <a:cs typeface="Segoe UI Semibold"/>
            </a:endParaRPr>
          </a:p>
          <a:p>
            <a:pPr marL="0" indent="0">
              <a:buNone/>
              <a:defRPr/>
            </a:pPr>
            <a:r>
              <a:rPr lang="en-US" sz="2400" b="0">
                <a:latin typeface="Segoe UI Semibold"/>
                <a:ea typeface="Segoe UI Semibold"/>
                <a:cs typeface="Segoe UI Semibold"/>
              </a:rPr>
              <a:t>Prompt Microsoft Copilot Chat: </a:t>
            </a:r>
            <a:endParaRPr lang="en-US"/>
          </a:p>
          <a:p>
            <a:pPr marL="0" indent="0">
              <a:buNone/>
              <a:defRPr/>
            </a:pPr>
            <a:endParaRPr lang="en-US" sz="2400" b="1"/>
          </a:p>
          <a:p>
            <a:pPr marL="0" indent="0">
              <a:buNone/>
              <a:defRPr/>
            </a:pPr>
            <a:r>
              <a:rPr lang="en-US" sz="2000">
                <a:latin typeface="Segoe UI"/>
                <a:ea typeface="Segoe UI"/>
                <a:cs typeface="Segoe UI"/>
              </a:rPr>
              <a:t>As an Azure App Service expert, please create three multiple-choice questions that assess knowledge of the of the container lifecycle on App service. Present one question at a time and wait for my response before continuing. After each answer, provide a brief explanation of the correct choice before moving on to the next question.</a:t>
            </a:r>
            <a:endParaRPr/>
          </a:p>
        </p:txBody>
      </p:sp>
      <p:pic>
        <p:nvPicPr>
          <p:cNvPr id="1972442632" name="Picture 7">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bwMode="auto">
          <a:xfrm>
            <a:off x="807646" y="2160061"/>
            <a:ext cx="3726420" cy="3257794"/>
          </a:xfrm>
          <a:prstGeom prst="rect">
            <a:avLst/>
          </a:prstGeom>
          <a:ln w="38100">
            <a:solidFill>
              <a:srgbClr val="C73ECC"/>
            </a:solid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61399782" name="Title 9"/>
          <p:cNvSpPr>
            <a:spLocks noGrp="1"/>
          </p:cNvSpPr>
          <p:nvPr>
            <p:ph type="title"/>
          </p:nvPr>
        </p:nvSpPr>
        <p:spPr bwMode="auto"/>
        <p:txBody>
          <a:bodyPr>
            <a:noAutofit/>
          </a:bodyPr>
          <a:lstStyle/>
          <a:p>
            <a:pPr>
              <a:defRPr/>
            </a:pPr>
            <a:r>
              <a:rPr lang="es-ES" sz="2800" b="0" i="0" strike="noStrike" cap="none" baseline="0">
                <a:solidFill>
                  <a:srgbClr val="000000"/>
                </a:solidFill>
                <a:effectLst/>
                <a:latin typeface="Segoe UI Semibold"/>
                <a:ea typeface="Segoe UI Semibold"/>
                <a:cs typeface="Segoe UI Semibold"/>
              </a:rPr>
              <a:t>Resumen del módulo 2</a:t>
            </a:r>
            <a:endParaRPr sz="2800"/>
          </a:p>
        </p:txBody>
      </p:sp>
      <p:sp>
        <p:nvSpPr>
          <p:cNvPr id="2020103738" name="Rounded Rectangle 3_1">
            <a:extLst>
              <a:ext uri="{C183D7F6-B498-43B3-948B-1728B52AA6E4}">
                <adec:decorative xmlns:adec="http://schemas.microsoft.com/office/drawing/2017/decorative" val="1"/>
              </a:ext>
            </a:extLst>
          </p:cNvPr>
          <p:cNvSpPr/>
          <p:nvPr/>
        </p:nvSpPr>
        <p:spPr bwMode="auto">
          <a:xfrm>
            <a:off x="594774" y="1097167"/>
            <a:ext cx="10618656" cy="4328361"/>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numCol="1" spcCol="457200" rtlCol="0" anchor="t"/>
          <a:lstStyle/>
          <a:p>
            <a:pPr marL="0" marR="0" lvl="0" indent="0" algn="l" defTabSz="932742" rtl="0">
              <a:lnSpc>
                <a:spcPct val="100000"/>
              </a:lnSpc>
              <a:spcBef>
                <a:spcPts val="1199"/>
              </a:spcBef>
              <a:spcAft>
                <a:spcPct val="0"/>
              </a:spcAft>
              <a:buClrTx/>
              <a:buSzPct val="90000"/>
              <a:buFont typeface="Wingdings"/>
              <a:buNone/>
              <a:defRPr/>
            </a:pPr>
            <a:r>
              <a:rPr lang="es-ES" sz="1800" b="0" i="0" strike="noStrike" cap="none" baseline="0">
                <a:solidFill>
                  <a:srgbClr val="FFFFFF"/>
                </a:solidFill>
                <a:effectLst/>
                <a:latin typeface="Segoe UI"/>
                <a:ea typeface="Segoe UI"/>
                <a:cs typeface="Segoe UI"/>
              </a:rPr>
              <a:t>La clave de partición es tu decisión de diseño más importante (no se puede cambiar más adelante el cliente singleton). Reutiliza CosmosClient para la agrupación de conexiones y el almacenamiento en caché. Usa lecturas puntuales sobre consultas si conoces el Id. y la clave de partición. Parametriza consultas para la seguridad y el almacenamiento en caché del plan de consulta. Las consultas de partición única cuestan menos que las consultas entre particiones. Supervisa el consumo de RU para identificar oportunidades de optimización. </a:t>
            </a:r>
            <a:endParaRPr lang="en-US" sz="1800">
              <a:solidFill>
                <a:schemeClr val="tx1"/>
              </a:solidFill>
              <a:cs typeface="Segoe UI"/>
            </a:endParaRPr>
          </a:p>
        </p:txBody>
      </p:sp>
      <p:sp>
        <p:nvSpPr>
          <p:cNvPr id="250078447" name="TextBox 2"/>
          <p:cNvSpPr txBox="1"/>
          <p:nvPr/>
        </p:nvSpPr>
        <p:spPr bwMode="auto">
          <a:xfrm>
            <a:off x="889962" y="1435230"/>
            <a:ext cx="9828024" cy="3543908"/>
          </a:xfrm>
          <a:prstGeom prst="rect">
            <a:avLst/>
          </a:prstGeom>
          <a:noFill/>
        </p:spPr>
        <p:txBody>
          <a:bodyPr wrap="square" lIns="91440" tIns="45720" rIns="91440" bIns="45720" anchor="t">
            <a:noAutofit/>
          </a:bodyPr>
          <a:lstStyle/>
          <a:p>
            <a:pPr marL="228600" marR="0" lvl="0" indent="-228600" algn="l" defTabSz="342900" rtl="0">
              <a:lnSpc>
                <a:spcPct val="94000"/>
              </a:lnSpc>
              <a:spcBef>
                <a:spcPct val="0"/>
              </a:spcBef>
              <a:spcAft>
                <a:spcPts val="719"/>
              </a:spcAft>
              <a:buFont typeface="Arial"/>
              <a:buChar char="•"/>
              <a:defRPr lang="en-US" sz="2400" b="0" i="0" u="none" strike="noStrike" cap="none" spc="0">
                <a:solidFill>
                  <a:srgbClr val="000000"/>
                </a:solidFill>
                <a:latin typeface="Calibri"/>
                <a:ea typeface="Arial"/>
                <a:cs typeface="Arial"/>
              </a:defRPr>
            </a:pPr>
            <a:r>
              <a:rPr lang="es-ES" sz="1800" b="0" i="0" strike="noStrike" cap="none" baseline="0">
                <a:solidFill>
                  <a:srgbClr val="000000"/>
                </a:solidFill>
                <a:effectLst/>
                <a:latin typeface="Segoe UI Semibold"/>
                <a:ea typeface="Segoe UI Semibold"/>
                <a:cs typeface="Segoe UI Semibold"/>
              </a:rPr>
              <a:t>Identidad administrada para ACR:</a:t>
            </a:r>
            <a:r>
              <a:rPr lang="es-ES" sz="1800" b="0" i="0" strike="noStrike" cap="none" baseline="0">
                <a:solidFill>
                  <a:srgbClr val="000000"/>
                </a:solidFill>
                <a:effectLst/>
                <a:latin typeface="Segoe UI"/>
                <a:ea typeface="Segoe UI"/>
                <a:cs typeface="Segoe UI"/>
              </a:rPr>
              <a:t> elimina la rotación de credenciales y es el método de autenticación de producción recomendado.</a:t>
            </a:r>
            <a:endParaRPr sz="1800">
              <a:latin typeface="Segoe UI"/>
              <a:cs typeface="Segoe UI"/>
            </a:endParaRPr>
          </a:p>
          <a:p>
            <a:pPr marL="228600" marR="0" lvl="0" indent="-228600" algn="l" defTabSz="342900" rtl="0">
              <a:lnSpc>
                <a:spcPct val="94000"/>
              </a:lnSpc>
              <a:spcBef>
                <a:spcPct val="0"/>
              </a:spcBef>
              <a:spcAft>
                <a:spcPts val="719"/>
              </a:spcAft>
              <a:buFont typeface="Arial"/>
              <a:buChar char="•"/>
              <a:defRPr lang="en-US" sz="2400" b="0" i="0" u="none" strike="noStrike" cap="none" spc="0">
                <a:solidFill>
                  <a:srgbClr val="000000"/>
                </a:solidFill>
                <a:latin typeface="Calibri"/>
                <a:ea typeface="Arial"/>
                <a:cs typeface="Arial"/>
              </a:defRPr>
            </a:pPr>
            <a:r>
              <a:rPr lang="es-ES" sz="1800" b="0" i="0" strike="noStrike" cap="none" baseline="0">
                <a:solidFill>
                  <a:srgbClr val="000000"/>
                </a:solidFill>
                <a:effectLst/>
                <a:latin typeface="Segoe UI Semibold"/>
                <a:ea typeface="Segoe UI Semibold"/>
                <a:cs typeface="Segoe UI Semibold"/>
              </a:rPr>
              <a:t>WEBSITES_PORT:</a:t>
            </a:r>
            <a:r>
              <a:rPr lang="es-ES" sz="1800" b="0" i="0" strike="noStrike" cap="none" baseline="0">
                <a:solidFill>
                  <a:srgbClr val="000000"/>
                </a:solidFill>
                <a:effectLst/>
                <a:latin typeface="Segoe UI"/>
                <a:ea typeface="Segoe UI"/>
                <a:cs typeface="Segoe UI"/>
              </a:rPr>
              <a:t> debe establecerse cuando los contenedores escuchan en puertos distintos de 80 u 8080. Es el problemas de implementación más común.</a:t>
            </a:r>
            <a:endParaRPr sz="1800">
              <a:latin typeface="Segoe UI"/>
              <a:cs typeface="Segoe UI"/>
            </a:endParaRPr>
          </a:p>
          <a:p>
            <a:pPr marL="228600" marR="0" lvl="0" indent="-228600" algn="l" defTabSz="342900" rtl="0">
              <a:lnSpc>
                <a:spcPct val="94000"/>
              </a:lnSpc>
              <a:spcBef>
                <a:spcPct val="0"/>
              </a:spcBef>
              <a:spcAft>
                <a:spcPts val="719"/>
              </a:spcAft>
              <a:buFont typeface="Arial"/>
              <a:buChar char="•"/>
              <a:defRPr lang="en-US" sz="2400" b="0" i="0" u="none" strike="noStrike" cap="none" spc="0">
                <a:solidFill>
                  <a:srgbClr val="000000"/>
                </a:solidFill>
                <a:latin typeface="Calibri"/>
                <a:ea typeface="Arial"/>
                <a:cs typeface="Arial"/>
              </a:defRPr>
            </a:pPr>
            <a:r>
              <a:rPr lang="es-ES" sz="1800" b="0" i="0" strike="noStrike" cap="none" baseline="0">
                <a:solidFill>
                  <a:srgbClr val="000000"/>
                </a:solidFill>
                <a:effectLst/>
                <a:latin typeface="Segoe UI Semibold"/>
                <a:ea typeface="Segoe UI Semibold"/>
                <a:cs typeface="Segoe UI Semibold"/>
              </a:rPr>
              <a:t>El comando de inicio invalida CMD, no ENTRYPOINT:</a:t>
            </a:r>
            <a:r>
              <a:rPr lang="es-ES" sz="1800" b="0" i="0" strike="noStrike" cap="none" baseline="0">
                <a:solidFill>
                  <a:srgbClr val="000000"/>
                </a:solidFill>
                <a:effectLst/>
                <a:latin typeface="Segoe UI"/>
                <a:ea typeface="Segoe UI"/>
                <a:cs typeface="Segoe UI"/>
              </a:rPr>
              <a:t> úsalo para argumentos en tiempo de ejecución, migraciones y configuraciones personalizadas.</a:t>
            </a:r>
            <a:endParaRPr sz="1800">
              <a:latin typeface="Segoe UI"/>
              <a:cs typeface="Segoe UI"/>
            </a:endParaRPr>
          </a:p>
          <a:p>
            <a:pPr marL="228600" marR="0" lvl="0" indent="-228600" algn="l" defTabSz="342900" rtl="0">
              <a:lnSpc>
                <a:spcPct val="94000"/>
              </a:lnSpc>
              <a:spcBef>
                <a:spcPct val="0"/>
              </a:spcBef>
              <a:spcAft>
                <a:spcPts val="719"/>
              </a:spcAft>
              <a:buFont typeface="Arial"/>
              <a:buChar char="•"/>
              <a:defRPr lang="en-US" sz="2400" b="0" i="0" u="none" strike="noStrike" cap="none" spc="0">
                <a:solidFill>
                  <a:srgbClr val="000000"/>
                </a:solidFill>
                <a:latin typeface="Calibri"/>
                <a:ea typeface="Arial"/>
                <a:cs typeface="Arial"/>
              </a:defRPr>
            </a:pPr>
            <a:r>
              <a:rPr lang="es-ES" sz="1800" b="0" i="0" strike="noStrike" cap="none" baseline="0">
                <a:solidFill>
                  <a:srgbClr val="000000"/>
                </a:solidFill>
                <a:effectLst/>
                <a:latin typeface="Segoe UI Semibold"/>
                <a:ea typeface="Segoe UI Semibold"/>
                <a:cs typeface="Segoe UI Semibold"/>
              </a:rPr>
              <a:t>Configuración de ranura: </a:t>
            </a:r>
            <a:r>
              <a:rPr lang="es-ES" sz="1800" b="0" i="0" strike="noStrike" cap="none" baseline="0">
                <a:solidFill>
                  <a:srgbClr val="000000"/>
                </a:solidFill>
                <a:effectLst/>
                <a:latin typeface="Segoe UI"/>
                <a:ea typeface="Segoe UI"/>
                <a:cs typeface="Segoe UI"/>
              </a:rPr>
              <a:t>marca valores específicos del entorno para que permanezcan en la ranura correcta durante los intercambios.</a:t>
            </a:r>
            <a:endParaRPr sz="1800">
              <a:latin typeface="Segoe UI"/>
              <a:cs typeface="Segoe UI"/>
            </a:endParaRPr>
          </a:p>
          <a:p>
            <a:pPr marL="228600" marR="0" indent="-228600" algn="l">
              <a:lnSpc>
                <a:spcPct val="94000"/>
              </a:lnSpc>
              <a:spcBef>
                <a:spcPct val="0"/>
              </a:spcBef>
              <a:spcAft>
                <a:spcPts val="719"/>
              </a:spcAft>
              <a:buFont typeface="Arial"/>
              <a:buChar char="•"/>
              <a:defRPr/>
            </a:pPr>
            <a:r>
              <a:rPr lang="es-ES" sz="1800" b="0" i="0" strike="noStrike" cap="none" baseline="0">
                <a:solidFill>
                  <a:srgbClr val="000000"/>
                </a:solidFill>
                <a:effectLst/>
                <a:latin typeface="Segoe UI Semibold"/>
                <a:ea typeface="Segoe UI Semibold"/>
                <a:cs typeface="Segoe UI Semibold"/>
              </a:rPr>
              <a:t>Habilitación del registro de contenedores explícitamente: </a:t>
            </a:r>
            <a:r>
              <a:rPr lang="es-ES" sz="1800" b="0" i="0" strike="noStrike" cap="none" baseline="0">
                <a:solidFill>
                  <a:srgbClr val="000000"/>
                </a:solidFill>
                <a:effectLst/>
                <a:latin typeface="Segoe UI"/>
                <a:ea typeface="Segoe UI"/>
                <a:cs typeface="Segoe UI"/>
              </a:rPr>
              <a:t>stdout y stderr no se conservan hasta que activas el registro de diagnóstico.</a:t>
            </a:r>
            <a:endParaRPr sz="1200">
              <a:latin typeface="Segoe UI"/>
              <a:cs typeface="Segoe UI"/>
            </a:endParaRPr>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9929471" name="Title 4"/>
          <p:cNvSpPr>
            <a:spLocks noGrp="1"/>
          </p:cNvSpPr>
          <p:nvPr>
            <p:ph type="title"/>
          </p:nvPr>
        </p:nvSpPr>
        <p:spPr bwMode="auto"/>
        <p:txBody>
          <a:bodyPr/>
          <a:lstStyle/>
          <a:p>
            <a:pPr>
              <a:defRPr/>
            </a:pPr>
            <a:r>
              <a:rPr lang="es-ES" sz="4100" b="0" i="0" strike="noStrike" cap="none" baseline="0">
                <a:solidFill>
                  <a:srgbClr val="000000"/>
                </a:solidFill>
                <a:effectLst/>
                <a:latin typeface="Segoe UI"/>
                <a:ea typeface="Segoe UI"/>
                <a:cs typeface="Segoe UI"/>
              </a:rPr>
              <a:t>Fin de la presentación</a:t>
            </a:r>
            <a:endParaRP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OS" val="Unix 3.10.0.1160"/>
  <p:tag name="AS_RELEASE_DATE" val="2023.06.30"/>
  <p:tag name="AS_TITLE" val="Aspose.Slides for Java"/>
  <p:tag name="AS_VERSION" val="23.6.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ILT Template">
      <a:majorFont>
        <a:latin typeface="Segoe UI Semibold"/>
        <a:ea typeface="Arial"/>
        <a:cs typeface="Arial"/>
      </a:majorFont>
      <a:minorFont>
        <a:latin typeface="Segoe U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LIGHT MODE">
  <a:themeElements>
    <a:clrScheme name="BAR Light">
      <a:dk1>
        <a:srgbClr val="000000"/>
      </a:dk1>
      <a:lt1>
        <a:srgbClr val="FFFFFF"/>
      </a:lt1>
      <a:dk2>
        <a:srgbClr val="091F2E"/>
      </a:dk2>
      <a:lt2>
        <a:srgbClr val="FFF8F3"/>
      </a:lt2>
      <a:accent1>
        <a:srgbClr val="702573"/>
      </a:accent1>
      <a:accent2>
        <a:srgbClr val="BF3AC4"/>
      </a:accent2>
      <a:accent3>
        <a:srgbClr val="FE5B38"/>
      </a:accent3>
      <a:accent4>
        <a:srgbClr val="D59DD7"/>
      </a:accent4>
      <a:accent5>
        <a:srgbClr val="FEE298"/>
      </a:accent5>
      <a:accent6>
        <a:srgbClr val="D7D2CA"/>
      </a:accent6>
      <a:hlink>
        <a:srgbClr val="0077D3"/>
      </a:hlink>
      <a:folHlink>
        <a:srgbClr val="0077D3"/>
      </a:folHlink>
    </a:clrScheme>
    <a:fontScheme name="Custom 3">
      <a:majorFont>
        <a:latin typeface="Segoe UI Semibold"/>
        <a:ea typeface="Arial"/>
        <a:cs typeface="Arial"/>
      </a:majorFont>
      <a:minorFont>
        <a:latin typeface="Segoe UI"/>
        <a:ea typeface="Arial"/>
        <a:cs typeface="Arial"/>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satMod val="150000"/>
              <a:alpha val="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a:path>
        </a:gradFill>
        <a:gradFill>
          <a:gsLst>
            <a:gs pos="0">
              <a:schemeClr val="phClr">
                <a:tint val="80000"/>
                <a:satMod val="300000"/>
              </a:schemeClr>
            </a:gs>
            <a:gs pos="100000">
              <a:schemeClr val="phClr">
                <a:shade val="30000"/>
                <a:satMod val="200000"/>
              </a:schemeClr>
            </a:gs>
          </a:gsLst>
          <a:path path="circle">
            <a:fillToRect/>
          </a:path>
        </a:gradFill>
      </a:bgFillStyleLst>
    </a:fmtScheme>
  </a:themeElements>
  <a:objectDefaults>
    <a:spDef>
      <a:spPr bwMode="auto">
        <a:prstGeom prst="rect">
          <a:avLst/>
        </a:prstGeom>
        <a:solidFill>
          <a:schemeClr val="accent1"/>
        </a:solidFill>
        <a:ln>
          <a:noFill/>
          <a:headEnd type="none" w="med" len="med"/>
          <a:tailEnd type="none" w="med" len="med"/>
        </a:ln>
        <a:effectLst/>
      </a:spPr>
      <a:bodyPr/>
      <a:lstStyle/>
      <a:style>
        <a:lnRef idx="1">
          <a:schemeClr val="accent2"/>
        </a:lnRef>
        <a:fillRef idx="3">
          <a:schemeClr val="accent2"/>
        </a:fillRef>
        <a:effectRef idx="2">
          <a:schemeClr val="accent2"/>
        </a:effectRef>
        <a:fontRef idx="minor">
          <a:schemeClr val="lt1"/>
        </a:fontRef>
      </a:style>
    </a:spDef>
    <a:lnDef>
      <a:spPr bwMode="auto">
        <a:prstGeom prst="rect">
          <a:avLst/>
        </a:prstGeom>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bwMode="auto">
        <a:prstGeom prst="rect">
          <a:avLst/>
        </a:prstGeom>
        <a:noFill/>
      </a:spPr>
      <a:body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Arial"/>
        <a:cs typeface="Arial"/>
      </a:majorFont>
      <a:minorFont>
        <a:latin typeface="Aptos"/>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f42aa342-8706-4288-bd11-ebb85995028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2</TotalTime>
  <Words>4241</Words>
  <Application>Microsoft Office PowerPoint</Application>
  <PresentationFormat>Panorámica</PresentationFormat>
  <Paragraphs>337</Paragraphs>
  <Slides>24</Slides>
  <Notes>24</Notes>
  <HiddenSlides>2</HiddenSlides>
  <MMClips>0</MMClips>
  <ScaleCrop>false</ScaleCrop>
  <HeadingPairs>
    <vt:vector size="6" baseType="variant">
      <vt:variant>
        <vt:lpstr>Fuentes usadas</vt:lpstr>
      </vt:variant>
      <vt:variant>
        <vt:i4>8</vt:i4>
      </vt:variant>
      <vt:variant>
        <vt:lpstr>Tema</vt:lpstr>
      </vt:variant>
      <vt:variant>
        <vt:i4>2</vt:i4>
      </vt:variant>
      <vt:variant>
        <vt:lpstr>Títulos de diapositiva</vt:lpstr>
      </vt:variant>
      <vt:variant>
        <vt:i4>24</vt:i4>
      </vt:variant>
    </vt:vector>
  </HeadingPairs>
  <TitlesOfParts>
    <vt:vector size="34" baseType="lpstr">
      <vt:lpstr>Aptos</vt:lpstr>
      <vt:lpstr>Arial</vt:lpstr>
      <vt:lpstr>Consolas</vt:lpstr>
      <vt:lpstr>Segoe UI</vt:lpstr>
      <vt:lpstr>Segoe UI Semibold</vt:lpstr>
      <vt:lpstr>Times New Roman</vt:lpstr>
      <vt:lpstr>undefined</vt:lpstr>
      <vt:lpstr>Wingdings</vt:lpstr>
      <vt:lpstr>Office Theme</vt:lpstr>
      <vt:lpstr>LIGHT MODE</vt:lpstr>
      <vt:lpstr>AI-200T00A Implementación del hospedaje de aplicación contenedora en Azure</vt:lpstr>
      <vt:lpstr>Agenda</vt:lpstr>
      <vt:lpstr>Módulo 1: Almacenamiento y administración de contenedores en Azure Container Registry</vt:lpstr>
      <vt:lpstr>Objetivos de aprendizaje</vt:lpstr>
      <vt:lpstr>Introducción</vt:lpstr>
      <vt:lpstr>Registros, repositorios y artefactos</vt:lpstr>
      <vt:lpstr>Creación y ejecución de imágenes con ACR Tasks</vt:lpstr>
      <vt:lpstr>Imágenes de etiqueta y versión</vt:lpstr>
      <vt:lpstr>Ejercicio</vt:lpstr>
      <vt:lpstr>Prueba de conocimientos del módulo 1</vt:lpstr>
      <vt:lpstr>Interactive Knowledge check </vt:lpstr>
      <vt:lpstr>Resumen del módulo 1</vt:lpstr>
      <vt:lpstr>Módulo 2: Implementación de contenedores en Azure App Service </vt:lpstr>
      <vt:lpstr>Objetivos de aprendizaje</vt:lpstr>
      <vt:lpstr>Introducción</vt:lpstr>
      <vt:lpstr>Implementación de contenedores en Azure App Service</vt:lpstr>
      <vt:lpstr>Configuración del comportamiento del tiempo de ejecución del contenedor</vt:lpstr>
      <vt:lpstr>Configuración de la aplicación</vt:lpstr>
      <vt:lpstr>Observación y solución de problemas de aplicaciones en contenedores</vt:lpstr>
      <vt:lpstr>Ejercicio</vt:lpstr>
      <vt:lpstr>Prueba de conocimientos del módulo 2</vt:lpstr>
      <vt:lpstr>Interactive Knowledge check </vt:lpstr>
      <vt:lpstr>Resumen del módulo 2</vt:lpstr>
      <vt:lpstr>Fin de la presentación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User</dc:creator>
  <cp:lastModifiedBy>Julio Armando Estremadoyro Aguirre</cp:lastModifiedBy>
  <cp:revision>26</cp:revision>
  <dcterms:created xsi:type="dcterms:W3CDTF">2023-12-14T00:17:42Z</dcterms:created>
  <dcterms:modified xsi:type="dcterms:W3CDTF">2026-10-09T19:32:30Z</dcterms:modified>
</cp:coreProperties>
</file>